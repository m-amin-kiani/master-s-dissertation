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5"/>
  </p:notesMasterIdLst>
  <p:sldIdLst>
    <p:sldId id="262" r:id="rId2"/>
    <p:sldId id="261" r:id="rId3"/>
    <p:sldId id="264" r:id="rId4"/>
    <p:sldId id="429" r:id="rId5"/>
    <p:sldId id="439" r:id="rId6"/>
    <p:sldId id="430" r:id="rId7"/>
    <p:sldId id="440" r:id="rId8"/>
    <p:sldId id="441" r:id="rId9"/>
    <p:sldId id="442" r:id="rId10"/>
    <p:sldId id="443" r:id="rId11"/>
    <p:sldId id="444" r:id="rId12"/>
    <p:sldId id="445" r:id="rId13"/>
    <p:sldId id="432" r:id="rId14"/>
    <p:sldId id="448" r:id="rId15"/>
    <p:sldId id="449" r:id="rId16"/>
    <p:sldId id="435" r:id="rId17"/>
    <p:sldId id="433" r:id="rId18"/>
    <p:sldId id="446" r:id="rId19"/>
    <p:sldId id="447" r:id="rId20"/>
    <p:sldId id="436" r:id="rId21"/>
    <p:sldId id="431" r:id="rId22"/>
    <p:sldId id="437" r:id="rId23"/>
    <p:sldId id="438" r:id="rId24"/>
  </p:sldIdLst>
  <p:sldSz cx="12192000" cy="6858000"/>
  <p:notesSz cx="6858000" cy="9144000"/>
  <p:embeddedFontLst>
    <p:embeddedFont>
      <p:font typeface="B Titr" panose="00000700000000000000" pitchFamily="2" charset="-78"/>
      <p:bold r:id="rId26"/>
    </p:embeddedFont>
    <p:embeddedFont>
      <p:font typeface="Estedad Black" panose="020B0604020202020204" charset="-78"/>
      <p:bold r:id="rId27"/>
    </p:embeddedFont>
    <p:embeddedFont>
      <p:font typeface="S Besmellah 1" panose="020B0604020202020204" charset="0"/>
      <p:regular r:id="rId28"/>
    </p:embeddedFont>
    <p:embeddedFont>
      <p:font typeface="Shabnam" panose="020B0604020202020204" charset="-78"/>
      <p:regular r:id="rId29"/>
      <p:bold r:id="rId30"/>
    </p:embeddedFont>
    <p:embeddedFont>
      <p:font typeface="Vazir Light FD" panose="020B0604020202020204" charset="-78"/>
      <p:regular r:id="rId31"/>
    </p:embeddedFont>
  </p:embeddedFontLst>
  <p:defaultText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344"/>
    <a:srgbClr val="FFD966"/>
    <a:srgbClr val="F2F2F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52" autoAdjust="0"/>
    <p:restoredTop sz="94660"/>
  </p:normalViewPr>
  <p:slideViewPr>
    <p:cSldViewPr snapToGrid="0">
      <p:cViewPr>
        <p:scale>
          <a:sx n="110" d="100"/>
          <a:sy n="110" d="100"/>
        </p:scale>
        <p:origin x="954"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fa-I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491A606E-C30F-41E2-A6FE-2CBDA183F185}" type="datetimeFigureOut">
              <a:rPr lang="fa-IR" smtClean="0"/>
              <a:t>21/12/1447</a:t>
            </a:fld>
            <a:endParaRPr lang="fa-I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a-I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fa-I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24C98080-FADA-4EED-8236-4142F46010A9}" type="slidenum">
              <a:rPr lang="fa-IR" smtClean="0"/>
              <a:t>‹#›</a:t>
            </a:fld>
            <a:endParaRPr lang="fa-IR"/>
          </a:p>
        </p:txBody>
      </p:sp>
    </p:spTree>
    <p:extLst>
      <p:ext uri="{BB962C8B-B14F-4D97-AF65-F5344CB8AC3E}">
        <p14:creationId xmlns:p14="http://schemas.microsoft.com/office/powerpoint/2010/main" val="1964262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199A7-4D7F-48FC-B9CB-D78A4D4F32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a-IR"/>
          </a:p>
        </p:txBody>
      </p:sp>
      <p:sp>
        <p:nvSpPr>
          <p:cNvPr id="3" name="Subtitle 2">
            <a:extLst>
              <a:ext uri="{FF2B5EF4-FFF2-40B4-BE49-F238E27FC236}">
                <a16:creationId xmlns:a16="http://schemas.microsoft.com/office/drawing/2014/main" id="{6D168BE1-FDAA-4A2C-B64A-91538170FB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a-IR"/>
          </a:p>
        </p:txBody>
      </p:sp>
      <p:sp>
        <p:nvSpPr>
          <p:cNvPr id="4" name="Date Placeholder 3">
            <a:extLst>
              <a:ext uri="{FF2B5EF4-FFF2-40B4-BE49-F238E27FC236}">
                <a16:creationId xmlns:a16="http://schemas.microsoft.com/office/drawing/2014/main" id="{66B826DD-AB57-42A7-80F4-00A9E72D8D2E}"/>
              </a:ext>
            </a:extLst>
          </p:cNvPr>
          <p:cNvSpPr>
            <a:spLocks noGrp="1"/>
          </p:cNvSpPr>
          <p:nvPr>
            <p:ph type="dt" sz="half" idx="10"/>
          </p:nvPr>
        </p:nvSpPr>
        <p:spPr/>
        <p:txBody>
          <a:bodyPr/>
          <a:lstStyle/>
          <a:p>
            <a:fld id="{6EABABBB-BE2D-4C76-88AB-17C6495DD6E9}" type="datetimeFigureOut">
              <a:rPr lang="fa-IR" smtClean="0"/>
              <a:t>21/12/1447</a:t>
            </a:fld>
            <a:endParaRPr lang="fa-IR"/>
          </a:p>
        </p:txBody>
      </p:sp>
      <p:sp>
        <p:nvSpPr>
          <p:cNvPr id="5" name="Footer Placeholder 4">
            <a:extLst>
              <a:ext uri="{FF2B5EF4-FFF2-40B4-BE49-F238E27FC236}">
                <a16:creationId xmlns:a16="http://schemas.microsoft.com/office/drawing/2014/main" id="{1F739906-FCA0-4361-836A-FCAA57C1B7BD}"/>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2BCF5C0A-C251-49BB-90AC-62A38F352C5C}"/>
              </a:ext>
            </a:extLst>
          </p:cNvPr>
          <p:cNvSpPr>
            <a:spLocks noGrp="1"/>
          </p:cNvSpPr>
          <p:nvPr>
            <p:ph type="sldNum" sz="quarter" idx="12"/>
          </p:nvPr>
        </p:nvSpPr>
        <p:spPr/>
        <p:txBody>
          <a:bodyPr/>
          <a:lstStyle/>
          <a:p>
            <a:fld id="{1871AD0F-FBC0-424A-A8D7-62476B7E742E}" type="slidenum">
              <a:rPr lang="fa-IR" smtClean="0"/>
              <a:t>‹#›</a:t>
            </a:fld>
            <a:endParaRPr lang="fa-IR"/>
          </a:p>
        </p:txBody>
      </p:sp>
    </p:spTree>
    <p:extLst>
      <p:ext uri="{BB962C8B-B14F-4D97-AF65-F5344CB8AC3E}">
        <p14:creationId xmlns:p14="http://schemas.microsoft.com/office/powerpoint/2010/main" val="1910189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5B9BD-7E96-4FA4-8EE4-E963611288D8}"/>
              </a:ext>
            </a:extLst>
          </p:cNvPr>
          <p:cNvSpPr>
            <a:spLocks noGrp="1"/>
          </p:cNvSpPr>
          <p:nvPr>
            <p:ph type="title"/>
          </p:nvPr>
        </p:nvSpPr>
        <p:spPr/>
        <p:txBody>
          <a:bodyPr/>
          <a:lstStyle/>
          <a:p>
            <a:r>
              <a:rPr lang="en-US"/>
              <a:t>Click to edit Master title style</a:t>
            </a:r>
            <a:endParaRPr lang="fa-IR"/>
          </a:p>
        </p:txBody>
      </p:sp>
      <p:sp>
        <p:nvSpPr>
          <p:cNvPr id="3" name="Content Placeholder 2">
            <a:extLst>
              <a:ext uri="{FF2B5EF4-FFF2-40B4-BE49-F238E27FC236}">
                <a16:creationId xmlns:a16="http://schemas.microsoft.com/office/drawing/2014/main" id="{8A800133-91FC-4F5C-8FE5-F904BFDC3A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522D5044-41B5-4690-A94C-F1A3BBBB60EF}"/>
              </a:ext>
            </a:extLst>
          </p:cNvPr>
          <p:cNvSpPr>
            <a:spLocks noGrp="1"/>
          </p:cNvSpPr>
          <p:nvPr>
            <p:ph type="dt" sz="half" idx="10"/>
          </p:nvPr>
        </p:nvSpPr>
        <p:spPr/>
        <p:txBody>
          <a:bodyPr/>
          <a:lstStyle/>
          <a:p>
            <a:fld id="{6EABABBB-BE2D-4C76-88AB-17C6495DD6E9}" type="datetimeFigureOut">
              <a:rPr lang="fa-IR" smtClean="0"/>
              <a:t>21/12/1447</a:t>
            </a:fld>
            <a:endParaRPr lang="fa-IR"/>
          </a:p>
        </p:txBody>
      </p:sp>
      <p:sp>
        <p:nvSpPr>
          <p:cNvPr id="5" name="Footer Placeholder 4">
            <a:extLst>
              <a:ext uri="{FF2B5EF4-FFF2-40B4-BE49-F238E27FC236}">
                <a16:creationId xmlns:a16="http://schemas.microsoft.com/office/drawing/2014/main" id="{23FB23B3-9258-496D-A8CC-0E64C74AD071}"/>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23330858-70BF-4859-870B-699D3867FBB7}"/>
              </a:ext>
            </a:extLst>
          </p:cNvPr>
          <p:cNvSpPr>
            <a:spLocks noGrp="1"/>
          </p:cNvSpPr>
          <p:nvPr>
            <p:ph type="sldNum" sz="quarter" idx="12"/>
          </p:nvPr>
        </p:nvSpPr>
        <p:spPr/>
        <p:txBody>
          <a:bodyPr/>
          <a:lstStyle/>
          <a:p>
            <a:fld id="{1871AD0F-FBC0-424A-A8D7-62476B7E742E}" type="slidenum">
              <a:rPr lang="fa-IR" smtClean="0"/>
              <a:t>‹#›</a:t>
            </a:fld>
            <a:endParaRPr lang="fa-IR"/>
          </a:p>
        </p:txBody>
      </p:sp>
    </p:spTree>
    <p:extLst>
      <p:ext uri="{BB962C8B-B14F-4D97-AF65-F5344CB8AC3E}">
        <p14:creationId xmlns:p14="http://schemas.microsoft.com/office/powerpoint/2010/main" val="1912713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0A2BC-E1D5-40C0-BE08-06088BD75F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a-IR"/>
          </a:p>
        </p:txBody>
      </p:sp>
      <p:sp>
        <p:nvSpPr>
          <p:cNvPr id="3" name="Text Placeholder 2">
            <a:extLst>
              <a:ext uri="{FF2B5EF4-FFF2-40B4-BE49-F238E27FC236}">
                <a16:creationId xmlns:a16="http://schemas.microsoft.com/office/drawing/2014/main" id="{756EFBC4-8998-4D04-8008-66934A50D5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F809E0-0C06-4E66-8735-6738152388BE}"/>
              </a:ext>
            </a:extLst>
          </p:cNvPr>
          <p:cNvSpPr>
            <a:spLocks noGrp="1"/>
          </p:cNvSpPr>
          <p:nvPr>
            <p:ph type="dt" sz="half" idx="10"/>
          </p:nvPr>
        </p:nvSpPr>
        <p:spPr/>
        <p:txBody>
          <a:bodyPr/>
          <a:lstStyle/>
          <a:p>
            <a:fld id="{6EABABBB-BE2D-4C76-88AB-17C6495DD6E9}" type="datetimeFigureOut">
              <a:rPr lang="fa-IR" smtClean="0"/>
              <a:t>21/12/1447</a:t>
            </a:fld>
            <a:endParaRPr lang="fa-IR"/>
          </a:p>
        </p:txBody>
      </p:sp>
      <p:sp>
        <p:nvSpPr>
          <p:cNvPr id="5" name="Footer Placeholder 4">
            <a:extLst>
              <a:ext uri="{FF2B5EF4-FFF2-40B4-BE49-F238E27FC236}">
                <a16:creationId xmlns:a16="http://schemas.microsoft.com/office/drawing/2014/main" id="{0BC8590B-57D3-4969-B932-2751A10966E6}"/>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4323E59F-AE73-4EBC-AB02-0B40AD409F45}"/>
              </a:ext>
            </a:extLst>
          </p:cNvPr>
          <p:cNvSpPr>
            <a:spLocks noGrp="1"/>
          </p:cNvSpPr>
          <p:nvPr>
            <p:ph type="sldNum" sz="quarter" idx="12"/>
          </p:nvPr>
        </p:nvSpPr>
        <p:spPr/>
        <p:txBody>
          <a:bodyPr/>
          <a:lstStyle/>
          <a:p>
            <a:fld id="{1871AD0F-FBC0-424A-A8D7-62476B7E742E}" type="slidenum">
              <a:rPr lang="fa-IR" smtClean="0"/>
              <a:t>‹#›</a:t>
            </a:fld>
            <a:endParaRPr lang="fa-IR"/>
          </a:p>
        </p:txBody>
      </p:sp>
    </p:spTree>
    <p:extLst>
      <p:ext uri="{BB962C8B-B14F-4D97-AF65-F5344CB8AC3E}">
        <p14:creationId xmlns:p14="http://schemas.microsoft.com/office/powerpoint/2010/main" val="2409626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736B-5D3C-4F9F-9801-562E1C58C0D2}"/>
              </a:ext>
            </a:extLst>
          </p:cNvPr>
          <p:cNvSpPr>
            <a:spLocks noGrp="1"/>
          </p:cNvSpPr>
          <p:nvPr>
            <p:ph type="title"/>
          </p:nvPr>
        </p:nvSpPr>
        <p:spPr/>
        <p:txBody>
          <a:bodyPr/>
          <a:lstStyle/>
          <a:p>
            <a:r>
              <a:rPr lang="en-US"/>
              <a:t>Click to edit Master title style</a:t>
            </a:r>
            <a:endParaRPr lang="fa-IR"/>
          </a:p>
        </p:txBody>
      </p:sp>
      <p:sp>
        <p:nvSpPr>
          <p:cNvPr id="3" name="Content Placeholder 2">
            <a:extLst>
              <a:ext uri="{FF2B5EF4-FFF2-40B4-BE49-F238E27FC236}">
                <a16:creationId xmlns:a16="http://schemas.microsoft.com/office/drawing/2014/main" id="{77265525-EF91-401B-A114-A1B512E9F5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Content Placeholder 3">
            <a:extLst>
              <a:ext uri="{FF2B5EF4-FFF2-40B4-BE49-F238E27FC236}">
                <a16:creationId xmlns:a16="http://schemas.microsoft.com/office/drawing/2014/main" id="{A12D15F1-369A-4866-A710-256D923A92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5" name="Date Placeholder 4">
            <a:extLst>
              <a:ext uri="{FF2B5EF4-FFF2-40B4-BE49-F238E27FC236}">
                <a16:creationId xmlns:a16="http://schemas.microsoft.com/office/drawing/2014/main" id="{13A1D201-8E0F-4181-AC20-EA4E87552E8B}"/>
              </a:ext>
            </a:extLst>
          </p:cNvPr>
          <p:cNvSpPr>
            <a:spLocks noGrp="1"/>
          </p:cNvSpPr>
          <p:nvPr>
            <p:ph type="dt" sz="half" idx="10"/>
          </p:nvPr>
        </p:nvSpPr>
        <p:spPr/>
        <p:txBody>
          <a:bodyPr/>
          <a:lstStyle/>
          <a:p>
            <a:fld id="{6EABABBB-BE2D-4C76-88AB-17C6495DD6E9}" type="datetimeFigureOut">
              <a:rPr lang="fa-IR" smtClean="0"/>
              <a:t>21/12/1447</a:t>
            </a:fld>
            <a:endParaRPr lang="fa-IR"/>
          </a:p>
        </p:txBody>
      </p:sp>
      <p:sp>
        <p:nvSpPr>
          <p:cNvPr id="6" name="Footer Placeholder 5">
            <a:extLst>
              <a:ext uri="{FF2B5EF4-FFF2-40B4-BE49-F238E27FC236}">
                <a16:creationId xmlns:a16="http://schemas.microsoft.com/office/drawing/2014/main" id="{0B0AF6EA-75BF-4855-9689-883D484A7110}"/>
              </a:ext>
            </a:extLst>
          </p:cNvPr>
          <p:cNvSpPr>
            <a:spLocks noGrp="1"/>
          </p:cNvSpPr>
          <p:nvPr>
            <p:ph type="ftr" sz="quarter" idx="11"/>
          </p:nvPr>
        </p:nvSpPr>
        <p:spPr/>
        <p:txBody>
          <a:bodyPr/>
          <a:lstStyle/>
          <a:p>
            <a:endParaRPr lang="fa-IR"/>
          </a:p>
        </p:txBody>
      </p:sp>
      <p:sp>
        <p:nvSpPr>
          <p:cNvPr id="7" name="Slide Number Placeholder 6">
            <a:extLst>
              <a:ext uri="{FF2B5EF4-FFF2-40B4-BE49-F238E27FC236}">
                <a16:creationId xmlns:a16="http://schemas.microsoft.com/office/drawing/2014/main" id="{6A67942E-3DE9-4FEC-9DEF-79B42CA743DE}"/>
              </a:ext>
            </a:extLst>
          </p:cNvPr>
          <p:cNvSpPr>
            <a:spLocks noGrp="1"/>
          </p:cNvSpPr>
          <p:nvPr>
            <p:ph type="sldNum" sz="quarter" idx="12"/>
          </p:nvPr>
        </p:nvSpPr>
        <p:spPr/>
        <p:txBody>
          <a:bodyPr/>
          <a:lstStyle/>
          <a:p>
            <a:fld id="{1871AD0F-FBC0-424A-A8D7-62476B7E742E}" type="slidenum">
              <a:rPr lang="fa-IR" smtClean="0"/>
              <a:t>‹#›</a:t>
            </a:fld>
            <a:endParaRPr lang="fa-IR"/>
          </a:p>
        </p:txBody>
      </p:sp>
    </p:spTree>
    <p:extLst>
      <p:ext uri="{BB962C8B-B14F-4D97-AF65-F5344CB8AC3E}">
        <p14:creationId xmlns:p14="http://schemas.microsoft.com/office/powerpoint/2010/main" val="1970705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27C2B-7067-4ACB-8C1B-E2FC7F49314A}"/>
              </a:ext>
            </a:extLst>
          </p:cNvPr>
          <p:cNvSpPr>
            <a:spLocks noGrp="1"/>
          </p:cNvSpPr>
          <p:nvPr>
            <p:ph type="title"/>
          </p:nvPr>
        </p:nvSpPr>
        <p:spPr>
          <a:xfrm>
            <a:off x="839788" y="365125"/>
            <a:ext cx="10515600" cy="1325563"/>
          </a:xfrm>
        </p:spPr>
        <p:txBody>
          <a:bodyPr/>
          <a:lstStyle/>
          <a:p>
            <a:r>
              <a:rPr lang="en-US"/>
              <a:t>Click to edit Master title style</a:t>
            </a:r>
            <a:endParaRPr lang="fa-IR"/>
          </a:p>
        </p:txBody>
      </p:sp>
      <p:sp>
        <p:nvSpPr>
          <p:cNvPr id="3" name="Text Placeholder 2">
            <a:extLst>
              <a:ext uri="{FF2B5EF4-FFF2-40B4-BE49-F238E27FC236}">
                <a16:creationId xmlns:a16="http://schemas.microsoft.com/office/drawing/2014/main" id="{83F654A0-C004-4E92-8107-0D26940935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9522B5-D356-4BAD-8EF2-8C580B65BC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5" name="Text Placeholder 4">
            <a:extLst>
              <a:ext uri="{FF2B5EF4-FFF2-40B4-BE49-F238E27FC236}">
                <a16:creationId xmlns:a16="http://schemas.microsoft.com/office/drawing/2014/main" id="{47F680A6-86CB-46D9-9ED5-38A9908982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0A975D-99B0-4E9E-8382-705EE9DB27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7" name="Date Placeholder 6">
            <a:extLst>
              <a:ext uri="{FF2B5EF4-FFF2-40B4-BE49-F238E27FC236}">
                <a16:creationId xmlns:a16="http://schemas.microsoft.com/office/drawing/2014/main" id="{130908A8-7A81-4CD0-9FA3-267F48196923}"/>
              </a:ext>
            </a:extLst>
          </p:cNvPr>
          <p:cNvSpPr>
            <a:spLocks noGrp="1"/>
          </p:cNvSpPr>
          <p:nvPr>
            <p:ph type="dt" sz="half" idx="10"/>
          </p:nvPr>
        </p:nvSpPr>
        <p:spPr/>
        <p:txBody>
          <a:bodyPr/>
          <a:lstStyle/>
          <a:p>
            <a:fld id="{6EABABBB-BE2D-4C76-88AB-17C6495DD6E9}" type="datetimeFigureOut">
              <a:rPr lang="fa-IR" smtClean="0"/>
              <a:t>21/12/1447</a:t>
            </a:fld>
            <a:endParaRPr lang="fa-IR"/>
          </a:p>
        </p:txBody>
      </p:sp>
      <p:sp>
        <p:nvSpPr>
          <p:cNvPr id="8" name="Footer Placeholder 7">
            <a:extLst>
              <a:ext uri="{FF2B5EF4-FFF2-40B4-BE49-F238E27FC236}">
                <a16:creationId xmlns:a16="http://schemas.microsoft.com/office/drawing/2014/main" id="{A1136155-98AC-44DD-8672-3667D2CBB4E7}"/>
              </a:ext>
            </a:extLst>
          </p:cNvPr>
          <p:cNvSpPr>
            <a:spLocks noGrp="1"/>
          </p:cNvSpPr>
          <p:nvPr>
            <p:ph type="ftr" sz="quarter" idx="11"/>
          </p:nvPr>
        </p:nvSpPr>
        <p:spPr/>
        <p:txBody>
          <a:bodyPr/>
          <a:lstStyle/>
          <a:p>
            <a:endParaRPr lang="fa-IR"/>
          </a:p>
        </p:txBody>
      </p:sp>
      <p:sp>
        <p:nvSpPr>
          <p:cNvPr id="9" name="Slide Number Placeholder 8">
            <a:extLst>
              <a:ext uri="{FF2B5EF4-FFF2-40B4-BE49-F238E27FC236}">
                <a16:creationId xmlns:a16="http://schemas.microsoft.com/office/drawing/2014/main" id="{49D19F12-6834-45F4-A98A-BD7383F5E1F3}"/>
              </a:ext>
            </a:extLst>
          </p:cNvPr>
          <p:cNvSpPr>
            <a:spLocks noGrp="1"/>
          </p:cNvSpPr>
          <p:nvPr>
            <p:ph type="sldNum" sz="quarter" idx="12"/>
          </p:nvPr>
        </p:nvSpPr>
        <p:spPr/>
        <p:txBody>
          <a:bodyPr/>
          <a:lstStyle/>
          <a:p>
            <a:fld id="{1871AD0F-FBC0-424A-A8D7-62476B7E742E}" type="slidenum">
              <a:rPr lang="fa-IR" smtClean="0"/>
              <a:t>‹#›</a:t>
            </a:fld>
            <a:endParaRPr lang="fa-IR"/>
          </a:p>
        </p:txBody>
      </p:sp>
    </p:spTree>
    <p:extLst>
      <p:ext uri="{BB962C8B-B14F-4D97-AF65-F5344CB8AC3E}">
        <p14:creationId xmlns:p14="http://schemas.microsoft.com/office/powerpoint/2010/main" val="682747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F70B1-87CD-4FA7-B162-32FC471676F6}"/>
              </a:ext>
            </a:extLst>
          </p:cNvPr>
          <p:cNvSpPr>
            <a:spLocks noGrp="1"/>
          </p:cNvSpPr>
          <p:nvPr>
            <p:ph type="title"/>
          </p:nvPr>
        </p:nvSpPr>
        <p:spPr/>
        <p:txBody>
          <a:bodyPr/>
          <a:lstStyle/>
          <a:p>
            <a:r>
              <a:rPr lang="en-US"/>
              <a:t>Click to edit Master title style</a:t>
            </a:r>
            <a:endParaRPr lang="fa-IR"/>
          </a:p>
        </p:txBody>
      </p:sp>
      <p:sp>
        <p:nvSpPr>
          <p:cNvPr id="3" name="Date Placeholder 2">
            <a:extLst>
              <a:ext uri="{FF2B5EF4-FFF2-40B4-BE49-F238E27FC236}">
                <a16:creationId xmlns:a16="http://schemas.microsoft.com/office/drawing/2014/main" id="{1112D66C-C5AE-455D-AE60-0BEBE14B439E}"/>
              </a:ext>
            </a:extLst>
          </p:cNvPr>
          <p:cNvSpPr>
            <a:spLocks noGrp="1"/>
          </p:cNvSpPr>
          <p:nvPr>
            <p:ph type="dt" sz="half" idx="10"/>
          </p:nvPr>
        </p:nvSpPr>
        <p:spPr/>
        <p:txBody>
          <a:bodyPr/>
          <a:lstStyle/>
          <a:p>
            <a:fld id="{6EABABBB-BE2D-4C76-88AB-17C6495DD6E9}" type="datetimeFigureOut">
              <a:rPr lang="fa-IR" smtClean="0"/>
              <a:t>21/12/1447</a:t>
            </a:fld>
            <a:endParaRPr lang="fa-IR"/>
          </a:p>
        </p:txBody>
      </p:sp>
      <p:sp>
        <p:nvSpPr>
          <p:cNvPr id="4" name="Footer Placeholder 3">
            <a:extLst>
              <a:ext uri="{FF2B5EF4-FFF2-40B4-BE49-F238E27FC236}">
                <a16:creationId xmlns:a16="http://schemas.microsoft.com/office/drawing/2014/main" id="{52E0E86E-7F7D-4342-9C3F-DB8FB2ACAE07}"/>
              </a:ext>
            </a:extLst>
          </p:cNvPr>
          <p:cNvSpPr>
            <a:spLocks noGrp="1"/>
          </p:cNvSpPr>
          <p:nvPr>
            <p:ph type="ftr" sz="quarter" idx="11"/>
          </p:nvPr>
        </p:nvSpPr>
        <p:spPr/>
        <p:txBody>
          <a:bodyPr/>
          <a:lstStyle/>
          <a:p>
            <a:endParaRPr lang="fa-IR"/>
          </a:p>
        </p:txBody>
      </p:sp>
      <p:sp>
        <p:nvSpPr>
          <p:cNvPr id="5" name="Slide Number Placeholder 4">
            <a:extLst>
              <a:ext uri="{FF2B5EF4-FFF2-40B4-BE49-F238E27FC236}">
                <a16:creationId xmlns:a16="http://schemas.microsoft.com/office/drawing/2014/main" id="{E4CCEA41-2F25-43B4-9E36-58156417321D}"/>
              </a:ext>
            </a:extLst>
          </p:cNvPr>
          <p:cNvSpPr>
            <a:spLocks noGrp="1"/>
          </p:cNvSpPr>
          <p:nvPr>
            <p:ph type="sldNum" sz="quarter" idx="12"/>
          </p:nvPr>
        </p:nvSpPr>
        <p:spPr/>
        <p:txBody>
          <a:bodyPr/>
          <a:lstStyle/>
          <a:p>
            <a:fld id="{1871AD0F-FBC0-424A-A8D7-62476B7E742E}" type="slidenum">
              <a:rPr lang="fa-IR" smtClean="0"/>
              <a:t>‹#›</a:t>
            </a:fld>
            <a:endParaRPr lang="fa-IR"/>
          </a:p>
        </p:txBody>
      </p:sp>
    </p:spTree>
    <p:extLst>
      <p:ext uri="{BB962C8B-B14F-4D97-AF65-F5344CB8AC3E}">
        <p14:creationId xmlns:p14="http://schemas.microsoft.com/office/powerpoint/2010/main" val="849665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C6C159-70F4-47A6-AD2E-429940B06153}"/>
              </a:ext>
            </a:extLst>
          </p:cNvPr>
          <p:cNvSpPr>
            <a:spLocks noGrp="1"/>
          </p:cNvSpPr>
          <p:nvPr>
            <p:ph type="dt" sz="half" idx="10"/>
          </p:nvPr>
        </p:nvSpPr>
        <p:spPr/>
        <p:txBody>
          <a:bodyPr/>
          <a:lstStyle/>
          <a:p>
            <a:fld id="{6EABABBB-BE2D-4C76-88AB-17C6495DD6E9}" type="datetimeFigureOut">
              <a:rPr lang="fa-IR" smtClean="0"/>
              <a:t>21/12/1447</a:t>
            </a:fld>
            <a:endParaRPr lang="fa-IR"/>
          </a:p>
        </p:txBody>
      </p:sp>
      <p:sp>
        <p:nvSpPr>
          <p:cNvPr id="3" name="Footer Placeholder 2">
            <a:extLst>
              <a:ext uri="{FF2B5EF4-FFF2-40B4-BE49-F238E27FC236}">
                <a16:creationId xmlns:a16="http://schemas.microsoft.com/office/drawing/2014/main" id="{65F85042-09BF-48FF-A15B-56FD7E86D035}"/>
              </a:ext>
            </a:extLst>
          </p:cNvPr>
          <p:cNvSpPr>
            <a:spLocks noGrp="1"/>
          </p:cNvSpPr>
          <p:nvPr>
            <p:ph type="ftr" sz="quarter" idx="11"/>
          </p:nvPr>
        </p:nvSpPr>
        <p:spPr/>
        <p:txBody>
          <a:bodyPr/>
          <a:lstStyle/>
          <a:p>
            <a:endParaRPr lang="fa-IR"/>
          </a:p>
        </p:txBody>
      </p:sp>
      <p:sp>
        <p:nvSpPr>
          <p:cNvPr id="4" name="Slide Number Placeholder 3">
            <a:extLst>
              <a:ext uri="{FF2B5EF4-FFF2-40B4-BE49-F238E27FC236}">
                <a16:creationId xmlns:a16="http://schemas.microsoft.com/office/drawing/2014/main" id="{D37902A0-3A6B-4511-9D9B-165F63275DD1}"/>
              </a:ext>
            </a:extLst>
          </p:cNvPr>
          <p:cNvSpPr>
            <a:spLocks noGrp="1"/>
          </p:cNvSpPr>
          <p:nvPr>
            <p:ph type="sldNum" sz="quarter" idx="12"/>
          </p:nvPr>
        </p:nvSpPr>
        <p:spPr/>
        <p:txBody>
          <a:bodyPr/>
          <a:lstStyle/>
          <a:p>
            <a:fld id="{1871AD0F-FBC0-424A-A8D7-62476B7E742E}" type="slidenum">
              <a:rPr lang="fa-IR" smtClean="0"/>
              <a:t>‹#›</a:t>
            </a:fld>
            <a:endParaRPr lang="fa-IR"/>
          </a:p>
        </p:txBody>
      </p:sp>
    </p:spTree>
    <p:extLst>
      <p:ext uri="{BB962C8B-B14F-4D97-AF65-F5344CB8AC3E}">
        <p14:creationId xmlns:p14="http://schemas.microsoft.com/office/powerpoint/2010/main" val="4260811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8526B-968D-45DD-B170-9388ADAA6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a-IR"/>
          </a:p>
        </p:txBody>
      </p:sp>
      <p:sp>
        <p:nvSpPr>
          <p:cNvPr id="3" name="Content Placeholder 2">
            <a:extLst>
              <a:ext uri="{FF2B5EF4-FFF2-40B4-BE49-F238E27FC236}">
                <a16:creationId xmlns:a16="http://schemas.microsoft.com/office/drawing/2014/main" id="{6EBD6463-BC8F-4F5E-84D1-9898C4AEEE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Text Placeholder 3">
            <a:extLst>
              <a:ext uri="{FF2B5EF4-FFF2-40B4-BE49-F238E27FC236}">
                <a16:creationId xmlns:a16="http://schemas.microsoft.com/office/drawing/2014/main" id="{526D5448-5688-44FC-91B4-68FDC98476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B6CCB0-4512-4416-9143-963C62DAB9D5}"/>
              </a:ext>
            </a:extLst>
          </p:cNvPr>
          <p:cNvSpPr>
            <a:spLocks noGrp="1"/>
          </p:cNvSpPr>
          <p:nvPr>
            <p:ph type="dt" sz="half" idx="10"/>
          </p:nvPr>
        </p:nvSpPr>
        <p:spPr/>
        <p:txBody>
          <a:bodyPr/>
          <a:lstStyle/>
          <a:p>
            <a:fld id="{6EABABBB-BE2D-4C76-88AB-17C6495DD6E9}" type="datetimeFigureOut">
              <a:rPr lang="fa-IR" smtClean="0"/>
              <a:t>21/12/1447</a:t>
            </a:fld>
            <a:endParaRPr lang="fa-IR"/>
          </a:p>
        </p:txBody>
      </p:sp>
      <p:sp>
        <p:nvSpPr>
          <p:cNvPr id="6" name="Footer Placeholder 5">
            <a:extLst>
              <a:ext uri="{FF2B5EF4-FFF2-40B4-BE49-F238E27FC236}">
                <a16:creationId xmlns:a16="http://schemas.microsoft.com/office/drawing/2014/main" id="{6D2B1292-9426-4848-B38D-2F6CF26BB4C2}"/>
              </a:ext>
            </a:extLst>
          </p:cNvPr>
          <p:cNvSpPr>
            <a:spLocks noGrp="1"/>
          </p:cNvSpPr>
          <p:nvPr>
            <p:ph type="ftr" sz="quarter" idx="11"/>
          </p:nvPr>
        </p:nvSpPr>
        <p:spPr/>
        <p:txBody>
          <a:bodyPr/>
          <a:lstStyle/>
          <a:p>
            <a:endParaRPr lang="fa-IR"/>
          </a:p>
        </p:txBody>
      </p:sp>
      <p:sp>
        <p:nvSpPr>
          <p:cNvPr id="7" name="Slide Number Placeholder 6">
            <a:extLst>
              <a:ext uri="{FF2B5EF4-FFF2-40B4-BE49-F238E27FC236}">
                <a16:creationId xmlns:a16="http://schemas.microsoft.com/office/drawing/2014/main" id="{EEDAC500-F225-4ED6-807D-589A3B39C73F}"/>
              </a:ext>
            </a:extLst>
          </p:cNvPr>
          <p:cNvSpPr>
            <a:spLocks noGrp="1"/>
          </p:cNvSpPr>
          <p:nvPr>
            <p:ph type="sldNum" sz="quarter" idx="12"/>
          </p:nvPr>
        </p:nvSpPr>
        <p:spPr/>
        <p:txBody>
          <a:bodyPr/>
          <a:lstStyle/>
          <a:p>
            <a:fld id="{1871AD0F-FBC0-424A-A8D7-62476B7E742E}" type="slidenum">
              <a:rPr lang="fa-IR" smtClean="0"/>
              <a:t>‹#›</a:t>
            </a:fld>
            <a:endParaRPr lang="fa-IR"/>
          </a:p>
        </p:txBody>
      </p:sp>
    </p:spTree>
    <p:extLst>
      <p:ext uri="{BB962C8B-B14F-4D97-AF65-F5344CB8AC3E}">
        <p14:creationId xmlns:p14="http://schemas.microsoft.com/office/powerpoint/2010/main" val="186407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6CFB1-963D-4534-B189-2022479CB1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a-IR"/>
          </a:p>
        </p:txBody>
      </p:sp>
      <p:sp>
        <p:nvSpPr>
          <p:cNvPr id="3" name="Picture Placeholder 2">
            <a:extLst>
              <a:ext uri="{FF2B5EF4-FFF2-40B4-BE49-F238E27FC236}">
                <a16:creationId xmlns:a16="http://schemas.microsoft.com/office/drawing/2014/main" id="{547FB949-A1A3-4D1F-96C2-B5094650C4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a-IR"/>
          </a:p>
        </p:txBody>
      </p:sp>
      <p:sp>
        <p:nvSpPr>
          <p:cNvPr id="4" name="Text Placeholder 3">
            <a:extLst>
              <a:ext uri="{FF2B5EF4-FFF2-40B4-BE49-F238E27FC236}">
                <a16:creationId xmlns:a16="http://schemas.microsoft.com/office/drawing/2014/main" id="{1BEDE676-A637-4D00-B576-CFE2D366D9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D3186-342D-4E34-BB34-774DE602F2AA}"/>
              </a:ext>
            </a:extLst>
          </p:cNvPr>
          <p:cNvSpPr>
            <a:spLocks noGrp="1"/>
          </p:cNvSpPr>
          <p:nvPr>
            <p:ph type="dt" sz="half" idx="10"/>
          </p:nvPr>
        </p:nvSpPr>
        <p:spPr/>
        <p:txBody>
          <a:bodyPr/>
          <a:lstStyle/>
          <a:p>
            <a:fld id="{6EABABBB-BE2D-4C76-88AB-17C6495DD6E9}" type="datetimeFigureOut">
              <a:rPr lang="fa-IR" smtClean="0"/>
              <a:t>21/12/1447</a:t>
            </a:fld>
            <a:endParaRPr lang="fa-IR"/>
          </a:p>
        </p:txBody>
      </p:sp>
      <p:sp>
        <p:nvSpPr>
          <p:cNvPr id="6" name="Footer Placeholder 5">
            <a:extLst>
              <a:ext uri="{FF2B5EF4-FFF2-40B4-BE49-F238E27FC236}">
                <a16:creationId xmlns:a16="http://schemas.microsoft.com/office/drawing/2014/main" id="{9B828BB6-FD34-41A3-BC30-93B824CAB10D}"/>
              </a:ext>
            </a:extLst>
          </p:cNvPr>
          <p:cNvSpPr>
            <a:spLocks noGrp="1"/>
          </p:cNvSpPr>
          <p:nvPr>
            <p:ph type="ftr" sz="quarter" idx="11"/>
          </p:nvPr>
        </p:nvSpPr>
        <p:spPr/>
        <p:txBody>
          <a:bodyPr/>
          <a:lstStyle/>
          <a:p>
            <a:endParaRPr lang="fa-IR"/>
          </a:p>
        </p:txBody>
      </p:sp>
      <p:sp>
        <p:nvSpPr>
          <p:cNvPr id="7" name="Slide Number Placeholder 6">
            <a:extLst>
              <a:ext uri="{FF2B5EF4-FFF2-40B4-BE49-F238E27FC236}">
                <a16:creationId xmlns:a16="http://schemas.microsoft.com/office/drawing/2014/main" id="{7751DF70-A674-45C4-BF1D-E4D59BEF585C}"/>
              </a:ext>
            </a:extLst>
          </p:cNvPr>
          <p:cNvSpPr>
            <a:spLocks noGrp="1"/>
          </p:cNvSpPr>
          <p:nvPr>
            <p:ph type="sldNum" sz="quarter" idx="12"/>
          </p:nvPr>
        </p:nvSpPr>
        <p:spPr/>
        <p:txBody>
          <a:bodyPr/>
          <a:lstStyle/>
          <a:p>
            <a:fld id="{1871AD0F-FBC0-424A-A8D7-62476B7E742E}" type="slidenum">
              <a:rPr lang="fa-IR" smtClean="0"/>
              <a:t>‹#›</a:t>
            </a:fld>
            <a:endParaRPr lang="fa-IR"/>
          </a:p>
        </p:txBody>
      </p:sp>
    </p:spTree>
    <p:extLst>
      <p:ext uri="{BB962C8B-B14F-4D97-AF65-F5344CB8AC3E}">
        <p14:creationId xmlns:p14="http://schemas.microsoft.com/office/powerpoint/2010/main" val="1161559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6A65E-94E1-4F87-ABD6-B8BF51E573C7}"/>
              </a:ext>
            </a:extLst>
          </p:cNvPr>
          <p:cNvSpPr>
            <a:spLocks noGrp="1"/>
          </p:cNvSpPr>
          <p:nvPr>
            <p:ph type="title"/>
          </p:nvPr>
        </p:nvSpPr>
        <p:spPr/>
        <p:txBody>
          <a:bodyPr/>
          <a:lstStyle/>
          <a:p>
            <a:r>
              <a:rPr lang="en-US"/>
              <a:t>Click to edit Master title style</a:t>
            </a:r>
            <a:endParaRPr lang="fa-IR"/>
          </a:p>
        </p:txBody>
      </p:sp>
      <p:sp>
        <p:nvSpPr>
          <p:cNvPr id="3" name="Vertical Text Placeholder 2">
            <a:extLst>
              <a:ext uri="{FF2B5EF4-FFF2-40B4-BE49-F238E27FC236}">
                <a16:creationId xmlns:a16="http://schemas.microsoft.com/office/drawing/2014/main" id="{6B48DF7F-D0E8-47C4-A4EC-EE443B0BE1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262C7293-9600-4868-A087-911DF2BE9001}"/>
              </a:ext>
            </a:extLst>
          </p:cNvPr>
          <p:cNvSpPr>
            <a:spLocks noGrp="1"/>
          </p:cNvSpPr>
          <p:nvPr>
            <p:ph type="dt" sz="half" idx="10"/>
          </p:nvPr>
        </p:nvSpPr>
        <p:spPr/>
        <p:txBody>
          <a:bodyPr/>
          <a:lstStyle/>
          <a:p>
            <a:fld id="{6EABABBB-BE2D-4C76-88AB-17C6495DD6E9}" type="datetimeFigureOut">
              <a:rPr lang="fa-IR" smtClean="0"/>
              <a:t>21/12/1447</a:t>
            </a:fld>
            <a:endParaRPr lang="fa-IR"/>
          </a:p>
        </p:txBody>
      </p:sp>
      <p:sp>
        <p:nvSpPr>
          <p:cNvPr id="5" name="Footer Placeholder 4">
            <a:extLst>
              <a:ext uri="{FF2B5EF4-FFF2-40B4-BE49-F238E27FC236}">
                <a16:creationId xmlns:a16="http://schemas.microsoft.com/office/drawing/2014/main" id="{8055D2F5-AE12-4337-8792-60EB051EE079}"/>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D6E028D1-08E9-4AE8-9D2A-D81B3B9A4B10}"/>
              </a:ext>
            </a:extLst>
          </p:cNvPr>
          <p:cNvSpPr>
            <a:spLocks noGrp="1"/>
          </p:cNvSpPr>
          <p:nvPr>
            <p:ph type="sldNum" sz="quarter" idx="12"/>
          </p:nvPr>
        </p:nvSpPr>
        <p:spPr/>
        <p:txBody>
          <a:bodyPr/>
          <a:lstStyle/>
          <a:p>
            <a:fld id="{1871AD0F-FBC0-424A-A8D7-62476B7E742E}" type="slidenum">
              <a:rPr lang="fa-IR" smtClean="0"/>
              <a:t>‹#›</a:t>
            </a:fld>
            <a:endParaRPr lang="fa-IR"/>
          </a:p>
        </p:txBody>
      </p:sp>
    </p:spTree>
    <p:extLst>
      <p:ext uri="{BB962C8B-B14F-4D97-AF65-F5344CB8AC3E}">
        <p14:creationId xmlns:p14="http://schemas.microsoft.com/office/powerpoint/2010/main" val="1322608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C12BB4-6CB8-45B7-92B4-E81494690B5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a-IR"/>
          </a:p>
        </p:txBody>
      </p:sp>
      <p:sp>
        <p:nvSpPr>
          <p:cNvPr id="3" name="Vertical Text Placeholder 2">
            <a:extLst>
              <a:ext uri="{FF2B5EF4-FFF2-40B4-BE49-F238E27FC236}">
                <a16:creationId xmlns:a16="http://schemas.microsoft.com/office/drawing/2014/main" id="{13AE9093-558F-4F40-A699-B8844AD1BF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28271B48-8C67-4665-BC28-2B52C9DCED88}"/>
              </a:ext>
            </a:extLst>
          </p:cNvPr>
          <p:cNvSpPr>
            <a:spLocks noGrp="1"/>
          </p:cNvSpPr>
          <p:nvPr>
            <p:ph type="dt" sz="half" idx="10"/>
          </p:nvPr>
        </p:nvSpPr>
        <p:spPr/>
        <p:txBody>
          <a:bodyPr/>
          <a:lstStyle/>
          <a:p>
            <a:fld id="{6EABABBB-BE2D-4C76-88AB-17C6495DD6E9}" type="datetimeFigureOut">
              <a:rPr lang="fa-IR" smtClean="0"/>
              <a:t>21/12/1447</a:t>
            </a:fld>
            <a:endParaRPr lang="fa-IR"/>
          </a:p>
        </p:txBody>
      </p:sp>
      <p:sp>
        <p:nvSpPr>
          <p:cNvPr id="5" name="Footer Placeholder 4">
            <a:extLst>
              <a:ext uri="{FF2B5EF4-FFF2-40B4-BE49-F238E27FC236}">
                <a16:creationId xmlns:a16="http://schemas.microsoft.com/office/drawing/2014/main" id="{F470232C-51A3-486D-9FBF-30739B5590CB}"/>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98BDC378-AEAB-4DE9-BFA5-E694F38A4DCA}"/>
              </a:ext>
            </a:extLst>
          </p:cNvPr>
          <p:cNvSpPr>
            <a:spLocks noGrp="1"/>
          </p:cNvSpPr>
          <p:nvPr>
            <p:ph type="sldNum" sz="quarter" idx="12"/>
          </p:nvPr>
        </p:nvSpPr>
        <p:spPr/>
        <p:txBody>
          <a:bodyPr/>
          <a:lstStyle/>
          <a:p>
            <a:fld id="{1871AD0F-FBC0-424A-A8D7-62476B7E742E}" type="slidenum">
              <a:rPr lang="fa-IR" smtClean="0"/>
              <a:t>‹#›</a:t>
            </a:fld>
            <a:endParaRPr lang="fa-IR"/>
          </a:p>
        </p:txBody>
      </p:sp>
    </p:spTree>
    <p:extLst>
      <p:ext uri="{BB962C8B-B14F-4D97-AF65-F5344CB8AC3E}">
        <p14:creationId xmlns:p14="http://schemas.microsoft.com/office/powerpoint/2010/main" val="3212839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0C5ED1-C1D8-44A1-AA33-FFF55040C9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a-IR"/>
          </a:p>
        </p:txBody>
      </p:sp>
      <p:sp>
        <p:nvSpPr>
          <p:cNvPr id="3" name="Text Placeholder 2">
            <a:extLst>
              <a:ext uri="{FF2B5EF4-FFF2-40B4-BE49-F238E27FC236}">
                <a16:creationId xmlns:a16="http://schemas.microsoft.com/office/drawing/2014/main" id="{A6053CFA-D95D-40B7-B1E9-E38EC169AD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11C46B78-EA3A-44CA-AEE8-005C36066B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ABABBB-BE2D-4C76-88AB-17C6495DD6E9}" type="datetimeFigureOut">
              <a:rPr lang="fa-IR" smtClean="0"/>
              <a:t>21/12/1447</a:t>
            </a:fld>
            <a:endParaRPr lang="fa-IR"/>
          </a:p>
        </p:txBody>
      </p:sp>
      <p:sp>
        <p:nvSpPr>
          <p:cNvPr id="5" name="Footer Placeholder 4">
            <a:extLst>
              <a:ext uri="{FF2B5EF4-FFF2-40B4-BE49-F238E27FC236}">
                <a16:creationId xmlns:a16="http://schemas.microsoft.com/office/drawing/2014/main" id="{8BB6751E-9282-49EA-9CEE-45F0EA072F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a-IR"/>
          </a:p>
        </p:txBody>
      </p:sp>
      <p:sp>
        <p:nvSpPr>
          <p:cNvPr id="6" name="Slide Number Placeholder 5">
            <a:extLst>
              <a:ext uri="{FF2B5EF4-FFF2-40B4-BE49-F238E27FC236}">
                <a16:creationId xmlns:a16="http://schemas.microsoft.com/office/drawing/2014/main" id="{DE924D9E-E536-44E0-BD93-4143A1E843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71AD0F-FBC0-424A-A8D7-62476B7E742E}" type="slidenum">
              <a:rPr lang="fa-IR" smtClean="0"/>
              <a:t>‹#›</a:t>
            </a:fld>
            <a:endParaRPr lang="fa-IR"/>
          </a:p>
        </p:txBody>
      </p:sp>
    </p:spTree>
    <p:extLst>
      <p:ext uri="{BB962C8B-B14F-4D97-AF65-F5344CB8AC3E}">
        <p14:creationId xmlns:p14="http://schemas.microsoft.com/office/powerpoint/2010/main" val="354866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2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 Target="slide16.xml"/><Relationship Id="rId7" Type="http://schemas.openxmlformats.org/officeDocument/2006/relationships/image" Target="../media/image4.svg"/><Relationship Id="rId2" Type="http://schemas.openxmlformats.org/officeDocument/2006/relationships/slide" Target="slide2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slide" Target="slide22.xml"/><Relationship Id="rId4" Type="http://schemas.openxmlformats.org/officeDocument/2006/relationships/slide" Target="slide20.xml"/><Relationship Id="rId9"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svg"/><Relationship Id="rId7" Type="http://schemas.openxmlformats.org/officeDocument/2006/relationships/slide" Target="slide22.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20.xml"/><Relationship Id="rId5" Type="http://schemas.openxmlformats.org/officeDocument/2006/relationships/slide" Target="slide16.xml"/><Relationship Id="rId4" Type="http://schemas.openxmlformats.org/officeDocument/2006/relationships/slide" Target="slide21.xml"/><Relationship Id="rId9"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 Target="slide20.xml"/><Relationship Id="rId7" Type="http://schemas.openxmlformats.org/officeDocument/2006/relationships/image" Target="../media/image1.png"/><Relationship Id="rId2"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 Target="slide22.xml"/><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 Target="slide20.xml"/><Relationship Id="rId7" Type="http://schemas.openxmlformats.org/officeDocument/2006/relationships/image" Target="../media/image1.png"/><Relationship Id="rId2"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 Target="slide22.xml"/></Relationships>
</file>

<file path=ppt/slides/_rels/slide6.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6.svg"/><Relationship Id="rId7"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17.xml"/><Relationship Id="rId5" Type="http://schemas.openxmlformats.org/officeDocument/2006/relationships/slide" Target="slide13.xml"/><Relationship Id="rId4" Type="http://schemas.openxmlformats.org/officeDocument/2006/relationships/slide" Target="slide16.xml"/><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 Target="slide13.xml"/><Relationship Id="rId7" Type="http://schemas.openxmlformats.org/officeDocument/2006/relationships/image" Target="../media/image1.png"/><Relationship Id="rId2"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 Target="slide17.xml"/><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 Target="slide13.xml"/><Relationship Id="rId7" Type="http://schemas.openxmlformats.org/officeDocument/2006/relationships/image" Target="../media/image1.png"/><Relationship Id="rId2"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 Target="slide17.xml"/><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 Target="slide13.xml"/><Relationship Id="rId7" Type="http://schemas.openxmlformats.org/officeDocument/2006/relationships/image" Target="../media/image1.png"/><Relationship Id="rId2"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 Target="slide17.xml"/><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 Target="slide13.xml"/><Relationship Id="rId7" Type="http://schemas.openxmlformats.org/officeDocument/2006/relationships/image" Target="../media/image1.png"/><Relationship Id="rId2"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 Target="slide17.xml"/><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 Target="slide13.xml"/><Relationship Id="rId7" Type="http://schemas.openxmlformats.org/officeDocument/2006/relationships/image" Target="../media/image1.png"/><Relationship Id="rId2"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 Target="slide17.xml"/><Relationship Id="rId9"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 Target="slide13.xml"/><Relationship Id="rId7" Type="http://schemas.openxmlformats.org/officeDocument/2006/relationships/image" Target="../media/image1.png"/><Relationship Id="rId2"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 Target="slide17.xml"/><Relationship Id="rId9"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slide" Target="slide17.xml"/><Relationship Id="rId4" Type="http://schemas.openxmlformats.org/officeDocument/2006/relationships/slide" Target="slide13.xml"/></Relationships>
</file>

<file path=ppt/slides/_rels/slide14.xml.rels><?xml version="1.0" encoding="UTF-8" standalone="yes"?>
<Relationships xmlns="http://schemas.openxmlformats.org/package/2006/relationships"><Relationship Id="rId3" Type="http://schemas.openxmlformats.org/officeDocument/2006/relationships/slide" Target="slide17.xml"/><Relationship Id="rId7" Type="http://schemas.openxmlformats.org/officeDocument/2006/relationships/image" Target="../media/image2.svg"/><Relationship Id="rId2"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slide" Target="slide17.xml"/><Relationship Id="rId7" Type="http://schemas.openxmlformats.org/officeDocument/2006/relationships/image" Target="../media/image2.svg"/><Relationship Id="rId2"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 Target="slide17.xml"/><Relationship Id="rId7" Type="http://schemas.openxmlformats.org/officeDocument/2006/relationships/image" Target="../media/image2.svg"/><Relationship Id="rId2"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slide" Target="slide17.xml"/><Relationship Id="rId4" Type="http://schemas.openxmlformats.org/officeDocument/2006/relationships/slide" Target="slide16.xml"/></Relationships>
</file>

<file path=ppt/slides/_rels/slide18.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 Target="slide17.xml"/><Relationship Id="rId7" Type="http://schemas.openxmlformats.org/officeDocument/2006/relationships/image" Target="../media/image1.png"/><Relationship Id="rId2"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 Target="slide22.xml"/><Relationship Id="rId9" Type="http://schemas.openxmlformats.org/officeDocument/2006/relationships/image" Target="../media/image16.png"/></Relationships>
</file>

<file path=ppt/slides/_rels/slide19.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 Target="slide17.xml"/><Relationship Id="rId7" Type="http://schemas.openxmlformats.org/officeDocument/2006/relationships/image" Target="../media/image1.png"/><Relationship Id="rId2"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 Target="slide22.xml"/><Relationship Id="rId9" Type="http://schemas.openxmlformats.org/officeDocument/2006/relationships/image" Target="../media/image17.png"/></Relationships>
</file>

<file path=ppt/slides/_rels/slide2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slide" Target="slide17.xml"/><Relationship Id="rId7" Type="http://schemas.openxmlformats.org/officeDocument/2006/relationships/image" Target="../media/image18.png"/><Relationship Id="rId2"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2.svg"/><Relationship Id="rId4" Type="http://schemas.openxmlformats.org/officeDocument/2006/relationships/slide" Target="slide22.xml"/><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6.svg"/><Relationship Id="rId7"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17.xml"/><Relationship Id="rId5" Type="http://schemas.openxmlformats.org/officeDocument/2006/relationships/slide" Target="slide13.xml"/><Relationship Id="rId4" Type="http://schemas.openxmlformats.org/officeDocument/2006/relationships/slide" Target="slide16.xml"/></Relationships>
</file>

<file path=ppt/slides/_rels/slide2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 Target="slide17.xml"/><Relationship Id="rId7" Type="http://schemas.openxmlformats.org/officeDocument/2006/relationships/image" Target="../media/image1.png"/><Relationship Id="rId2" Type="http://schemas.openxmlformats.org/officeDocument/2006/relationships/slide" Target="slide13.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4.sv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9F2FE93-2B41-43B8-A4BB-8CC1767501DD}"/>
              </a:ext>
            </a:extLst>
          </p:cNvPr>
          <p:cNvSpPr/>
          <p:nvPr/>
        </p:nvSpPr>
        <p:spPr>
          <a:xfrm>
            <a:off x="5219803" y="350667"/>
            <a:ext cx="6501143" cy="6142812"/>
          </a:xfrm>
          <a:prstGeom prst="roundRect">
            <a:avLst>
              <a:gd name="adj" fmla="val 1309"/>
            </a:avLst>
          </a:prstGeom>
          <a:solidFill>
            <a:schemeClr val="bg1"/>
          </a:solidFill>
          <a:ln>
            <a:solidFill>
              <a:srgbClr val="262344">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3" name="Title 1">
            <a:extLst>
              <a:ext uri="{FF2B5EF4-FFF2-40B4-BE49-F238E27FC236}">
                <a16:creationId xmlns:a16="http://schemas.microsoft.com/office/drawing/2014/main" id="{8E2E3265-0067-49BB-B185-6A88ADF643A9}"/>
              </a:ext>
            </a:extLst>
          </p:cNvPr>
          <p:cNvSpPr>
            <a:spLocks noGrp="1"/>
          </p:cNvSpPr>
          <p:nvPr>
            <p:ph type="ctrTitle"/>
          </p:nvPr>
        </p:nvSpPr>
        <p:spPr>
          <a:xfrm>
            <a:off x="6198910" y="554379"/>
            <a:ext cx="5419124" cy="2115560"/>
          </a:xfrm>
        </p:spPr>
        <p:txBody>
          <a:bodyPr>
            <a:noAutofit/>
          </a:bodyPr>
          <a:lstStyle/>
          <a:p>
            <a:r>
              <a:rPr lang="en-US" sz="16600" dirty="0">
                <a:solidFill>
                  <a:srgbClr val="262344"/>
                </a:solidFill>
                <a:latin typeface="S Besmellah 1" pitchFamily="2" charset="0"/>
                <a:cs typeface="Estedad Black" panose="02000A03000000000000" pitchFamily="2" charset="-78"/>
              </a:rPr>
              <a:t>s</a:t>
            </a:r>
            <a:endParaRPr lang="fa-IR" sz="16600" dirty="0">
              <a:solidFill>
                <a:srgbClr val="262344"/>
              </a:solidFill>
              <a:latin typeface="S Besmellah 1" pitchFamily="2" charset="0"/>
              <a:cs typeface="Estedad Black" panose="02000A03000000000000" pitchFamily="2" charset="-78"/>
            </a:endParaRPr>
          </a:p>
        </p:txBody>
      </p:sp>
      <p:sp>
        <p:nvSpPr>
          <p:cNvPr id="41" name="Title 1">
            <a:extLst>
              <a:ext uri="{FF2B5EF4-FFF2-40B4-BE49-F238E27FC236}">
                <a16:creationId xmlns:a16="http://schemas.microsoft.com/office/drawing/2014/main" id="{2232CF33-BE67-4F42-B8CB-D3677449E6DB}"/>
              </a:ext>
            </a:extLst>
          </p:cNvPr>
          <p:cNvSpPr txBox="1">
            <a:spLocks/>
          </p:cNvSpPr>
          <p:nvPr/>
        </p:nvSpPr>
        <p:spPr>
          <a:xfrm>
            <a:off x="6013263" y="2726422"/>
            <a:ext cx="5419124" cy="83050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a-IR" sz="2900" dirty="0">
                <a:solidFill>
                  <a:srgbClr val="262344"/>
                </a:solidFill>
                <a:latin typeface="Estedad Black" panose="02000A03000000000000" pitchFamily="2" charset="-78"/>
                <a:cs typeface="Estedad Black" panose="02000A03000000000000" pitchFamily="2" charset="-78"/>
              </a:rPr>
              <a:t>ارائه‌ی درس سمینار و روش پژوهش</a:t>
            </a:r>
          </a:p>
        </p:txBody>
      </p:sp>
      <p:sp>
        <p:nvSpPr>
          <p:cNvPr id="17" name="Freeform: Shape 16">
            <a:extLst>
              <a:ext uri="{FF2B5EF4-FFF2-40B4-BE49-F238E27FC236}">
                <a16:creationId xmlns:a16="http://schemas.microsoft.com/office/drawing/2014/main" id="{D52AB448-D385-4D80-A73A-824FD77B23DD}"/>
              </a:ext>
            </a:extLst>
          </p:cNvPr>
          <p:cNvSpPr/>
          <p:nvPr/>
        </p:nvSpPr>
        <p:spPr>
          <a:xfrm flipH="1">
            <a:off x="2381165" y="6074776"/>
            <a:ext cx="1294698" cy="452910"/>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400" b="1" dirty="0">
                <a:solidFill>
                  <a:prstClr val="white"/>
                </a:solidFill>
                <a:latin typeface="Shabnam" panose="020B0603030804020204" pitchFamily="34" charset="-78"/>
                <a:cs typeface="Shabnam" panose="020B0603030804020204" pitchFamily="34" charset="-78"/>
              </a:rPr>
              <a:t>خرداد </a:t>
            </a:r>
            <a:r>
              <a:rPr lang="fa-IR" sz="1600" b="1" dirty="0">
                <a:solidFill>
                  <a:prstClr val="white"/>
                </a:solidFill>
                <a:latin typeface="Vazir Light FD" panose="020B0604020202020204" charset="-78"/>
                <a:cs typeface="Vazir Light FD" panose="020B0604020202020204" charset="-78"/>
              </a:rPr>
              <a:t>1405</a:t>
            </a:r>
            <a:endParaRPr lang="fa-IR" sz="1400" b="1" dirty="0">
              <a:solidFill>
                <a:prstClr val="white"/>
              </a:solidFill>
              <a:latin typeface="Vazir Light FD" panose="020B0604020202020204" charset="-78"/>
              <a:cs typeface="Vazir Light FD" panose="020B0604020202020204" charset="-78"/>
            </a:endParaRPr>
          </a:p>
        </p:txBody>
      </p:sp>
      <p:sp>
        <p:nvSpPr>
          <p:cNvPr id="19" name="Oval 18">
            <a:extLst>
              <a:ext uri="{FF2B5EF4-FFF2-40B4-BE49-F238E27FC236}">
                <a16:creationId xmlns:a16="http://schemas.microsoft.com/office/drawing/2014/main" id="{F6E22B5D-98FD-41F6-9E05-72FA62095B26}"/>
              </a:ext>
            </a:extLst>
          </p:cNvPr>
          <p:cNvSpPr/>
          <p:nvPr/>
        </p:nvSpPr>
        <p:spPr>
          <a:xfrm>
            <a:off x="2245200" y="164314"/>
            <a:ext cx="1596714" cy="1504977"/>
          </a:xfrm>
          <a:prstGeom prst="ellipse">
            <a:avLst/>
          </a:prstGeom>
          <a:solidFill>
            <a:srgbClr val="262344"/>
          </a:solidFill>
        </p:spPr>
        <p:style>
          <a:lnRef idx="0">
            <a:schemeClr val="lt1">
              <a:hueOff val="0"/>
              <a:satOff val="0"/>
              <a:lumOff val="0"/>
              <a:alphaOff val="0"/>
            </a:schemeClr>
          </a:lnRef>
          <a:fillRef idx="1">
            <a:schemeClr val="accent1">
              <a:tint val="50000"/>
              <a:hueOff val="0"/>
              <a:satOff val="0"/>
              <a:lumOff val="0"/>
              <a:alphaOff val="0"/>
            </a:schemeClr>
          </a:fillRef>
          <a:effectRef idx="3">
            <a:schemeClr val="accent1">
              <a:tint val="50000"/>
              <a:hueOff val="0"/>
              <a:satOff val="0"/>
              <a:lumOff val="0"/>
              <a:alphaOff val="0"/>
            </a:schemeClr>
          </a:effectRef>
          <a:fontRef idx="minor">
            <a:schemeClr val="lt1">
              <a:hueOff val="0"/>
              <a:satOff val="0"/>
              <a:lumOff val="0"/>
              <a:alphaOff val="0"/>
            </a:schemeClr>
          </a:fontRef>
        </p:style>
        <p:txBody>
          <a:bodyPr lIns="0" rIns="0"/>
          <a:lstStyle/>
          <a:p>
            <a:pPr algn="ctr" rtl="1"/>
            <a:endParaRPr lang="fa-IR" dirty="0">
              <a:solidFill>
                <a:schemeClr val="bg2">
                  <a:lumMod val="75000"/>
                </a:schemeClr>
              </a:solidFill>
              <a:cs typeface="B Titr" panose="00000700000000000000" pitchFamily="2" charset="-78"/>
            </a:endParaRPr>
          </a:p>
        </p:txBody>
      </p:sp>
      <p:sp>
        <p:nvSpPr>
          <p:cNvPr id="21" name="!!Freeform: Shape 20">
            <a:extLst>
              <a:ext uri="{FF2B5EF4-FFF2-40B4-BE49-F238E27FC236}">
                <a16:creationId xmlns:a16="http://schemas.microsoft.com/office/drawing/2014/main" id="{19965262-C86E-43A7-80F3-944E3C4158FA}"/>
              </a:ext>
            </a:extLst>
          </p:cNvPr>
          <p:cNvSpPr/>
          <p:nvPr/>
        </p:nvSpPr>
        <p:spPr>
          <a:xfrm flipH="1">
            <a:off x="759613" y="2929122"/>
            <a:ext cx="4307610" cy="76543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solidFill>
                  <a:prstClr val="white"/>
                </a:solidFill>
                <a:latin typeface="Shabnam" panose="020B0603030804020204" pitchFamily="34" charset="-78"/>
                <a:cs typeface="Shabnam" panose="020B0603030804020204" pitchFamily="34" charset="-78"/>
              </a:rPr>
              <a:t>محمد امین کیانی</a:t>
            </a:r>
          </a:p>
        </p:txBody>
      </p:sp>
      <p:sp>
        <p:nvSpPr>
          <p:cNvPr id="30" name="Freeform: Shape 29">
            <a:hlinkClick r:id="rId2" action="ppaction://hlinksldjump"/>
            <a:extLst>
              <a:ext uri="{FF2B5EF4-FFF2-40B4-BE49-F238E27FC236}">
                <a16:creationId xmlns:a16="http://schemas.microsoft.com/office/drawing/2014/main" id="{7DF18896-4B48-4838-BC79-F4F2A680C170}"/>
              </a:ext>
            </a:extLst>
          </p:cNvPr>
          <p:cNvSpPr/>
          <p:nvPr/>
        </p:nvSpPr>
        <p:spPr>
          <a:xfrm flipH="1">
            <a:off x="4324171" y="3102968"/>
            <a:ext cx="1281869" cy="455923"/>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FFD966"/>
          </a:solidFill>
          <a:ln>
            <a:solidFill>
              <a:srgbClr val="262344"/>
            </a:solidFill>
          </a:ln>
        </p:spPr>
        <p:style>
          <a:lnRef idx="0">
            <a:schemeClr val="lt1">
              <a:hueOff val="0"/>
              <a:satOff val="0"/>
              <a:lumOff val="0"/>
              <a:alphaOff val="0"/>
            </a:schemeClr>
          </a:lnRef>
          <a:fillRef idx="1">
            <a:schemeClr val="accent1">
              <a:tint val="50000"/>
              <a:hueOff val="0"/>
              <a:satOff val="0"/>
              <a:lumOff val="0"/>
              <a:alphaOff val="0"/>
            </a:schemeClr>
          </a:fillRef>
          <a:effectRef idx="3">
            <a:schemeClr val="accent1">
              <a:tint val="50000"/>
              <a:hueOff val="0"/>
              <a:satOff val="0"/>
              <a:lumOff val="0"/>
              <a:alphaOff val="0"/>
            </a:schemeClr>
          </a:effectRef>
          <a:fontRef idx="minor">
            <a:schemeClr val="lt1">
              <a:hueOff val="0"/>
              <a:satOff val="0"/>
              <a:lumOff val="0"/>
              <a:alphaOff val="0"/>
            </a:schemeClr>
          </a:fontRef>
        </p:style>
        <p:txBody>
          <a:bodyPr lIns="0" rIns="0" anchor="ctr"/>
          <a:lstStyle/>
          <a:p>
            <a:pPr algn="ctr" rtl="1"/>
            <a:r>
              <a:rPr lang="fa-IR" sz="1600" b="1" dirty="0">
                <a:solidFill>
                  <a:srgbClr val="262344"/>
                </a:solidFill>
                <a:latin typeface="Vazir Light FD" pitchFamily="2" charset="-78"/>
                <a:cs typeface="Vazir Light FD" pitchFamily="2" charset="-78"/>
              </a:rPr>
              <a:t>دانشجو</a:t>
            </a:r>
          </a:p>
        </p:txBody>
      </p:sp>
      <p:sp>
        <p:nvSpPr>
          <p:cNvPr id="33" name="!!Freeform: Shape 32">
            <a:extLst>
              <a:ext uri="{FF2B5EF4-FFF2-40B4-BE49-F238E27FC236}">
                <a16:creationId xmlns:a16="http://schemas.microsoft.com/office/drawing/2014/main" id="{E106B7DB-EE17-466A-8089-161740496C35}"/>
              </a:ext>
            </a:extLst>
          </p:cNvPr>
          <p:cNvSpPr/>
          <p:nvPr/>
        </p:nvSpPr>
        <p:spPr>
          <a:xfrm flipH="1">
            <a:off x="759613" y="4017988"/>
            <a:ext cx="4307610" cy="76543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solidFill>
                  <a:prstClr val="white"/>
                </a:solidFill>
                <a:latin typeface="Shabnam" panose="020B0603030804020204" pitchFamily="34" charset="-78"/>
                <a:cs typeface="Shabnam" panose="020B0603030804020204" pitchFamily="34" charset="-78"/>
              </a:rPr>
              <a:t>دکتر نقش نیلچی</a:t>
            </a:r>
          </a:p>
        </p:txBody>
      </p:sp>
      <p:sp>
        <p:nvSpPr>
          <p:cNvPr id="34" name="Freeform: Shape 33">
            <a:hlinkClick r:id="rId2" action="ppaction://hlinksldjump"/>
            <a:extLst>
              <a:ext uri="{FF2B5EF4-FFF2-40B4-BE49-F238E27FC236}">
                <a16:creationId xmlns:a16="http://schemas.microsoft.com/office/drawing/2014/main" id="{6A164B1E-3417-4526-9E9D-BEAC9AEE0565}"/>
              </a:ext>
            </a:extLst>
          </p:cNvPr>
          <p:cNvSpPr/>
          <p:nvPr/>
        </p:nvSpPr>
        <p:spPr>
          <a:xfrm flipH="1">
            <a:off x="4324170" y="4191833"/>
            <a:ext cx="1281868" cy="455923"/>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FFD966"/>
          </a:solidFill>
          <a:ln>
            <a:solidFill>
              <a:srgbClr val="262344"/>
            </a:solidFill>
          </a:ln>
        </p:spPr>
        <p:style>
          <a:lnRef idx="0">
            <a:schemeClr val="lt1">
              <a:hueOff val="0"/>
              <a:satOff val="0"/>
              <a:lumOff val="0"/>
              <a:alphaOff val="0"/>
            </a:schemeClr>
          </a:lnRef>
          <a:fillRef idx="1">
            <a:schemeClr val="accent1">
              <a:tint val="50000"/>
              <a:hueOff val="0"/>
              <a:satOff val="0"/>
              <a:lumOff val="0"/>
              <a:alphaOff val="0"/>
            </a:schemeClr>
          </a:fillRef>
          <a:effectRef idx="3">
            <a:schemeClr val="accent1">
              <a:tint val="50000"/>
              <a:hueOff val="0"/>
              <a:satOff val="0"/>
              <a:lumOff val="0"/>
              <a:alphaOff val="0"/>
            </a:schemeClr>
          </a:effectRef>
          <a:fontRef idx="minor">
            <a:schemeClr val="lt1">
              <a:hueOff val="0"/>
              <a:satOff val="0"/>
              <a:lumOff val="0"/>
              <a:alphaOff val="0"/>
            </a:schemeClr>
          </a:fontRef>
        </p:style>
        <p:txBody>
          <a:bodyPr lIns="0" rIns="0" anchor="ctr"/>
          <a:lstStyle/>
          <a:p>
            <a:pPr algn="ctr" rtl="1"/>
            <a:r>
              <a:rPr lang="fa-IR" sz="1600" b="1" dirty="0">
                <a:solidFill>
                  <a:srgbClr val="262344"/>
                </a:solidFill>
                <a:latin typeface="Vazir Light FD" pitchFamily="2" charset="-78"/>
                <a:cs typeface="Vazir Light FD" pitchFamily="2" charset="-78"/>
              </a:rPr>
              <a:t>استاد راهنما</a:t>
            </a:r>
          </a:p>
        </p:txBody>
      </p:sp>
      <p:sp>
        <p:nvSpPr>
          <p:cNvPr id="35" name="!!Freeform: Shape 34">
            <a:extLst>
              <a:ext uri="{FF2B5EF4-FFF2-40B4-BE49-F238E27FC236}">
                <a16:creationId xmlns:a16="http://schemas.microsoft.com/office/drawing/2014/main" id="{5E6BBF48-CFB2-41A7-8898-F969EFA6AD84}"/>
              </a:ext>
            </a:extLst>
          </p:cNvPr>
          <p:cNvSpPr/>
          <p:nvPr/>
        </p:nvSpPr>
        <p:spPr>
          <a:xfrm flipH="1">
            <a:off x="759613" y="5106854"/>
            <a:ext cx="4307610" cy="76543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b="1" dirty="0">
                <a:solidFill>
                  <a:prstClr val="white"/>
                </a:solidFill>
                <a:latin typeface="Shabnam" panose="020B0603030804020204" pitchFamily="34" charset="-78"/>
                <a:cs typeface="Shabnam" panose="020B0603030804020204" pitchFamily="34" charset="-78"/>
              </a:rPr>
              <a:t>دکتر کارشناس</a:t>
            </a:r>
          </a:p>
        </p:txBody>
      </p:sp>
      <p:sp>
        <p:nvSpPr>
          <p:cNvPr id="36" name="Freeform: Shape 35">
            <a:hlinkClick r:id="rId2" action="ppaction://hlinksldjump"/>
            <a:extLst>
              <a:ext uri="{FF2B5EF4-FFF2-40B4-BE49-F238E27FC236}">
                <a16:creationId xmlns:a16="http://schemas.microsoft.com/office/drawing/2014/main" id="{036B91E2-D05A-4505-B621-AAD6D052A5E0}"/>
              </a:ext>
            </a:extLst>
          </p:cNvPr>
          <p:cNvSpPr/>
          <p:nvPr/>
        </p:nvSpPr>
        <p:spPr>
          <a:xfrm flipH="1">
            <a:off x="4324170" y="5246516"/>
            <a:ext cx="1281868" cy="455923"/>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FFD966"/>
          </a:solidFill>
          <a:ln>
            <a:solidFill>
              <a:srgbClr val="262344"/>
            </a:solidFill>
          </a:ln>
        </p:spPr>
        <p:style>
          <a:lnRef idx="0">
            <a:schemeClr val="lt1">
              <a:hueOff val="0"/>
              <a:satOff val="0"/>
              <a:lumOff val="0"/>
              <a:alphaOff val="0"/>
            </a:schemeClr>
          </a:lnRef>
          <a:fillRef idx="1">
            <a:schemeClr val="accent1">
              <a:tint val="50000"/>
              <a:hueOff val="0"/>
              <a:satOff val="0"/>
              <a:lumOff val="0"/>
              <a:alphaOff val="0"/>
            </a:schemeClr>
          </a:fillRef>
          <a:effectRef idx="3">
            <a:schemeClr val="accent1">
              <a:tint val="50000"/>
              <a:hueOff val="0"/>
              <a:satOff val="0"/>
              <a:lumOff val="0"/>
              <a:alphaOff val="0"/>
            </a:schemeClr>
          </a:effectRef>
          <a:fontRef idx="minor">
            <a:schemeClr val="lt1">
              <a:hueOff val="0"/>
              <a:satOff val="0"/>
              <a:lumOff val="0"/>
              <a:alphaOff val="0"/>
            </a:schemeClr>
          </a:fontRef>
        </p:style>
        <p:txBody>
          <a:bodyPr lIns="0" rIns="0" anchor="ctr"/>
          <a:lstStyle/>
          <a:p>
            <a:pPr algn="ctr" rtl="1"/>
            <a:r>
              <a:rPr lang="fa-IR" sz="1600" b="1" dirty="0">
                <a:solidFill>
                  <a:srgbClr val="262344"/>
                </a:solidFill>
                <a:latin typeface="Vazir Light FD" pitchFamily="2" charset="-78"/>
                <a:cs typeface="Vazir Light FD" pitchFamily="2" charset="-78"/>
              </a:rPr>
              <a:t>استاد درس</a:t>
            </a:r>
          </a:p>
        </p:txBody>
      </p:sp>
      <p:sp>
        <p:nvSpPr>
          <p:cNvPr id="42" name="Subtitle 2">
            <a:extLst>
              <a:ext uri="{FF2B5EF4-FFF2-40B4-BE49-F238E27FC236}">
                <a16:creationId xmlns:a16="http://schemas.microsoft.com/office/drawing/2014/main" id="{4B489960-5397-4AD9-8AA5-AFD994038C8F}"/>
              </a:ext>
            </a:extLst>
          </p:cNvPr>
          <p:cNvSpPr>
            <a:spLocks noGrp="1"/>
          </p:cNvSpPr>
          <p:nvPr>
            <p:ph type="subTitle" idx="1"/>
          </p:nvPr>
        </p:nvSpPr>
        <p:spPr>
          <a:xfrm>
            <a:off x="6624893" y="3775046"/>
            <a:ext cx="4195864" cy="2036111"/>
          </a:xfrm>
        </p:spPr>
        <p:txBody>
          <a:bodyPr>
            <a:normAutofit/>
          </a:bodyPr>
          <a:lstStyle/>
          <a:p>
            <a:pPr rtl="1">
              <a:lnSpc>
                <a:spcPct val="170000"/>
              </a:lnSpc>
            </a:pPr>
            <a:r>
              <a:rPr lang="fa-IR" sz="1800" dirty="0">
                <a:effectLst/>
                <a:latin typeface="Shabnam" panose="020B0603030804020204" pitchFamily="34" charset="-78"/>
                <a:cs typeface="Shabnam" panose="020B0603030804020204" pitchFamily="34" charset="-78"/>
              </a:rPr>
              <a:t>توسعه یک چارچوب مولد و توضیح‌پذیر برای تولید موسیقی راک بر اساس مسیر احساسی زمان-‌تغییر و ترجیحات شخصی کاربر</a:t>
            </a:r>
          </a:p>
        </p:txBody>
      </p:sp>
      <p:grpSp>
        <p:nvGrpSpPr>
          <p:cNvPr id="3" name="Group 2">
            <a:extLst>
              <a:ext uri="{FF2B5EF4-FFF2-40B4-BE49-F238E27FC236}">
                <a16:creationId xmlns:a16="http://schemas.microsoft.com/office/drawing/2014/main" id="{FBA13C44-A730-C5D3-8F2C-3EBCD774A646}"/>
              </a:ext>
            </a:extLst>
          </p:cNvPr>
          <p:cNvGrpSpPr/>
          <p:nvPr/>
        </p:nvGrpSpPr>
        <p:grpSpPr>
          <a:xfrm>
            <a:off x="2048729" y="164314"/>
            <a:ext cx="1974613" cy="2616916"/>
            <a:chOff x="2048729" y="164314"/>
            <a:chExt cx="1974613" cy="2616916"/>
          </a:xfrm>
        </p:grpSpPr>
        <p:pic>
          <p:nvPicPr>
            <p:cNvPr id="1028" name="Picture 4">
              <a:extLst>
                <a:ext uri="{FF2B5EF4-FFF2-40B4-BE49-F238E27FC236}">
                  <a16:creationId xmlns:a16="http://schemas.microsoft.com/office/drawing/2014/main" id="{0687E60A-3F33-7585-A3AD-B01FA393285D}"/>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2245200" y="164314"/>
              <a:ext cx="1596714" cy="1507338"/>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Shape 3">
              <a:extLst>
                <a:ext uri="{FF2B5EF4-FFF2-40B4-BE49-F238E27FC236}">
                  <a16:creationId xmlns:a16="http://schemas.microsoft.com/office/drawing/2014/main" id="{F63ABF89-C794-8620-5FAE-EB382551BBD8}"/>
                </a:ext>
              </a:extLst>
            </p:cNvPr>
            <p:cNvSpPr/>
            <p:nvPr/>
          </p:nvSpPr>
          <p:spPr>
            <a:xfrm flipH="1">
              <a:off x="2387049" y="1780035"/>
              <a:ext cx="1313016" cy="3167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000" b="1" dirty="0">
                  <a:solidFill>
                    <a:prstClr val="white"/>
                  </a:solidFill>
                  <a:latin typeface="Shabnam" panose="020B0603030804020204" pitchFamily="34" charset="-78"/>
                  <a:cs typeface="Shabnam" panose="020B0603030804020204" pitchFamily="34" charset="-78"/>
                </a:rPr>
                <a:t>دانشگاه اصفهان</a:t>
              </a:r>
            </a:p>
          </p:txBody>
        </p:sp>
        <p:sp>
          <p:nvSpPr>
            <p:cNvPr id="5" name="Freeform: Shape 4">
              <a:extLst>
                <a:ext uri="{FF2B5EF4-FFF2-40B4-BE49-F238E27FC236}">
                  <a16:creationId xmlns:a16="http://schemas.microsoft.com/office/drawing/2014/main" id="{21A1FDF3-B44C-561A-12D4-13004EC7A4FE}"/>
                </a:ext>
              </a:extLst>
            </p:cNvPr>
            <p:cNvSpPr/>
            <p:nvPr/>
          </p:nvSpPr>
          <p:spPr>
            <a:xfrm flipH="1">
              <a:off x="2063773" y="2119464"/>
              <a:ext cx="1959569" cy="3167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000" b="1" dirty="0">
                  <a:solidFill>
                    <a:prstClr val="white"/>
                  </a:solidFill>
                  <a:latin typeface="Shabnam" panose="020B0603030804020204" pitchFamily="34" charset="-78"/>
                  <a:cs typeface="Shabnam" panose="020B0603030804020204" pitchFamily="34" charset="-78"/>
                </a:rPr>
                <a:t>دانشکده مهندسی کامپیوتر</a:t>
              </a:r>
            </a:p>
          </p:txBody>
        </p:sp>
        <p:sp>
          <p:nvSpPr>
            <p:cNvPr id="6" name="Freeform: Shape 5">
              <a:extLst>
                <a:ext uri="{FF2B5EF4-FFF2-40B4-BE49-F238E27FC236}">
                  <a16:creationId xmlns:a16="http://schemas.microsoft.com/office/drawing/2014/main" id="{CAFB49BB-DAC6-C922-2E77-4F1354F27D12}"/>
                </a:ext>
              </a:extLst>
            </p:cNvPr>
            <p:cNvSpPr/>
            <p:nvPr/>
          </p:nvSpPr>
          <p:spPr>
            <a:xfrm flipH="1">
              <a:off x="2048729" y="2464475"/>
              <a:ext cx="1959569" cy="3167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1000" b="1" dirty="0">
                  <a:solidFill>
                    <a:prstClr val="white"/>
                  </a:solidFill>
                  <a:latin typeface="Shabnam" panose="020B0603030804020204" pitchFamily="34" charset="-78"/>
                  <a:cs typeface="Shabnam" panose="020B0603030804020204" pitchFamily="34" charset="-78"/>
                </a:rPr>
                <a:t>گروه هوش مصنوعی و رباتیک</a:t>
              </a:r>
            </a:p>
          </p:txBody>
        </p:sp>
      </p:grpSp>
    </p:spTree>
    <p:extLst>
      <p:ext uri="{BB962C8B-B14F-4D97-AF65-F5344CB8AC3E}">
        <p14:creationId xmlns:p14="http://schemas.microsoft.com/office/powerpoint/2010/main" val="3747651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9F2FE93-2B41-43B8-A4BB-8CC1767501DD}"/>
              </a:ext>
            </a:extLst>
          </p:cNvPr>
          <p:cNvSpPr/>
          <p:nvPr/>
        </p:nvSpPr>
        <p:spPr>
          <a:xfrm>
            <a:off x="522237" y="350667"/>
            <a:ext cx="5624945" cy="6142812"/>
          </a:xfrm>
          <a:prstGeom prst="roundRect">
            <a:avLst>
              <a:gd name="adj" fmla="val 1309"/>
            </a:avLst>
          </a:prstGeom>
          <a:solidFill>
            <a:schemeClr val="bg1"/>
          </a:solidFill>
          <a:ln>
            <a:solidFill>
              <a:schemeClr val="tx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1" name="!!Freeform: Shape 20">
            <a:hlinkClick r:id="rId2" action="ppaction://hlinksldjump"/>
            <a:extLst>
              <a:ext uri="{FF2B5EF4-FFF2-40B4-BE49-F238E27FC236}">
                <a16:creationId xmlns:a16="http://schemas.microsoft.com/office/drawing/2014/main" id="{A4A35BD3-C814-4836-9BC2-6C5AC22044CC}"/>
              </a:ext>
            </a:extLst>
          </p:cNvPr>
          <p:cNvSpPr/>
          <p:nvPr/>
        </p:nvSpPr>
        <p:spPr>
          <a:xfrm flipH="1">
            <a:off x="7165950" y="1058439"/>
            <a:ext cx="4307610" cy="76543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b="1" dirty="0">
                <a:solidFill>
                  <a:prstClr val="white"/>
                </a:solidFill>
                <a:latin typeface="Shabnam" panose="020B0603030804020204" pitchFamily="34" charset="-78"/>
                <a:cs typeface="Shabnam" panose="020B0603030804020204" pitchFamily="34" charset="-78"/>
              </a:rPr>
              <a:t>مقدمه</a:t>
            </a:r>
          </a:p>
        </p:txBody>
      </p:sp>
      <p:sp>
        <p:nvSpPr>
          <p:cNvPr id="32" name="Freeform: Shape 31">
            <a:hlinkClick r:id="rId3" action="ppaction://hlinksldjump"/>
            <a:extLst>
              <a:ext uri="{FF2B5EF4-FFF2-40B4-BE49-F238E27FC236}">
                <a16:creationId xmlns:a16="http://schemas.microsoft.com/office/drawing/2014/main" id="{5AF83FB5-3219-4050-9D7C-B07AFDF004F3}"/>
              </a:ext>
            </a:extLst>
          </p:cNvPr>
          <p:cNvSpPr/>
          <p:nvPr/>
        </p:nvSpPr>
        <p:spPr>
          <a:xfrm flipH="1">
            <a:off x="7165950" y="2052361"/>
            <a:ext cx="4307610" cy="765433"/>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b="1" dirty="0">
                <a:solidFill>
                  <a:prstClr val="white"/>
                </a:solidFill>
                <a:latin typeface="Shabnam" panose="020B0603030804020204" pitchFamily="34" charset="-78"/>
                <a:cs typeface="Shabnam" panose="020B0603030804020204" pitchFamily="34" charset="-78"/>
              </a:rPr>
              <a:t>پیشینه</a:t>
            </a:r>
          </a:p>
        </p:txBody>
      </p:sp>
      <p:sp>
        <p:nvSpPr>
          <p:cNvPr id="33" name="!!Freeform: Shape 32">
            <a:hlinkClick r:id="rId3" action="ppaction://hlinksldjump"/>
            <a:extLst>
              <a:ext uri="{FF2B5EF4-FFF2-40B4-BE49-F238E27FC236}">
                <a16:creationId xmlns:a16="http://schemas.microsoft.com/office/drawing/2014/main" id="{791888B9-CE8D-49D9-AA1A-4214E9BB0E18}"/>
              </a:ext>
            </a:extLst>
          </p:cNvPr>
          <p:cNvSpPr/>
          <p:nvPr/>
        </p:nvSpPr>
        <p:spPr>
          <a:xfrm flipH="1">
            <a:off x="7165949" y="3046282"/>
            <a:ext cx="4307611" cy="765433"/>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b="1" dirty="0">
                <a:solidFill>
                  <a:prstClr val="white"/>
                </a:solidFill>
                <a:latin typeface="Shabnam" panose="020B0603030804020204" pitchFamily="34" charset="-78"/>
                <a:cs typeface="Shabnam" panose="020B0603030804020204" pitchFamily="34" charset="-78"/>
              </a:rPr>
              <a:t>اهداف پژوهش</a:t>
            </a:r>
          </a:p>
        </p:txBody>
      </p:sp>
      <p:sp>
        <p:nvSpPr>
          <p:cNvPr id="34" name="Freeform: Shape 33">
            <a:hlinkClick r:id="rId4" action="ppaction://hlinksldjump"/>
            <a:extLst>
              <a:ext uri="{FF2B5EF4-FFF2-40B4-BE49-F238E27FC236}">
                <a16:creationId xmlns:a16="http://schemas.microsoft.com/office/drawing/2014/main" id="{AB5BD92E-11A9-41CA-AAE1-E10F8A3E37A2}"/>
              </a:ext>
            </a:extLst>
          </p:cNvPr>
          <p:cNvSpPr/>
          <p:nvPr/>
        </p:nvSpPr>
        <p:spPr>
          <a:xfrm flipH="1">
            <a:off x="7165950" y="4040205"/>
            <a:ext cx="4307610" cy="765433"/>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b="1" dirty="0">
                <a:solidFill>
                  <a:prstClr val="white"/>
                </a:solidFill>
                <a:latin typeface="Shabnam" panose="020B0603030804020204" pitchFamily="34" charset="-78"/>
                <a:cs typeface="Shabnam" panose="020B0603030804020204" pitchFamily="34" charset="-78"/>
              </a:rPr>
              <a:t>روش پژوهش</a:t>
            </a:r>
          </a:p>
        </p:txBody>
      </p:sp>
      <p:sp>
        <p:nvSpPr>
          <p:cNvPr id="35" name="!!Freeform: Shape 34">
            <a:hlinkClick r:id="rId5" action="ppaction://hlinksldjump"/>
            <a:extLst>
              <a:ext uri="{FF2B5EF4-FFF2-40B4-BE49-F238E27FC236}">
                <a16:creationId xmlns:a16="http://schemas.microsoft.com/office/drawing/2014/main" id="{CA4836DB-9DF6-4D77-B086-4A80B6226A02}"/>
              </a:ext>
            </a:extLst>
          </p:cNvPr>
          <p:cNvSpPr/>
          <p:nvPr/>
        </p:nvSpPr>
        <p:spPr>
          <a:xfrm flipH="1">
            <a:off x="7165950" y="5034128"/>
            <a:ext cx="4307610" cy="765432"/>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b="1" dirty="0">
                <a:solidFill>
                  <a:prstClr val="white"/>
                </a:solidFill>
                <a:latin typeface="Shabnam" panose="020B0603030804020204" pitchFamily="34" charset="-78"/>
                <a:cs typeface="Shabnam" panose="020B0603030804020204" pitchFamily="34" charset="-78"/>
              </a:rPr>
              <a:t>مراجع</a:t>
            </a:r>
          </a:p>
        </p:txBody>
      </p:sp>
      <p:sp>
        <p:nvSpPr>
          <p:cNvPr id="8" name="Oval 7">
            <a:extLst>
              <a:ext uri="{FF2B5EF4-FFF2-40B4-BE49-F238E27FC236}">
                <a16:creationId xmlns:a16="http://schemas.microsoft.com/office/drawing/2014/main" id="{54A924CC-1044-43F7-BB1E-1403862CC30B}"/>
              </a:ext>
            </a:extLst>
          </p:cNvPr>
          <p:cNvSpPr/>
          <p:nvPr/>
        </p:nvSpPr>
        <p:spPr>
          <a:xfrm>
            <a:off x="7055271" y="1136494"/>
            <a:ext cx="640080" cy="640080"/>
          </a:xfrm>
          <a:prstGeom prst="ellipse">
            <a:avLst/>
          </a:prstGeom>
          <a:solidFill>
            <a:srgbClr val="FFD966"/>
          </a:solidFill>
          <a:ln>
            <a:solidFill>
              <a:srgbClr val="262344"/>
            </a:solidFill>
          </a:ln>
        </p:spPr>
        <p:style>
          <a:lnRef idx="0">
            <a:schemeClr val="lt1">
              <a:hueOff val="0"/>
              <a:satOff val="0"/>
              <a:lumOff val="0"/>
              <a:alphaOff val="0"/>
            </a:schemeClr>
          </a:lnRef>
          <a:fillRef idx="1">
            <a:schemeClr val="accent1">
              <a:tint val="50000"/>
              <a:hueOff val="0"/>
              <a:satOff val="0"/>
              <a:lumOff val="0"/>
              <a:alphaOff val="0"/>
            </a:schemeClr>
          </a:fillRef>
          <a:effectRef idx="3">
            <a:schemeClr val="accent1">
              <a:tint val="50000"/>
              <a:hueOff val="0"/>
              <a:satOff val="0"/>
              <a:lumOff val="0"/>
              <a:alphaOff val="0"/>
            </a:schemeClr>
          </a:effectRef>
          <a:fontRef idx="minor">
            <a:schemeClr val="lt1">
              <a:hueOff val="0"/>
              <a:satOff val="0"/>
              <a:lumOff val="0"/>
              <a:alphaOff val="0"/>
            </a:schemeClr>
          </a:fontRef>
        </p:style>
        <p:txBody>
          <a:bodyPr lIns="0" rIns="0" anchor="ctr"/>
          <a:lstStyle/>
          <a:p>
            <a:pPr algn="ctr" rtl="1"/>
            <a:r>
              <a:rPr lang="fa-IR" sz="2400" b="1" dirty="0">
                <a:solidFill>
                  <a:srgbClr val="262344"/>
                </a:solidFill>
                <a:latin typeface="Vazir Light FD" pitchFamily="2" charset="-78"/>
                <a:cs typeface="Vazir Light FD" pitchFamily="2" charset="-78"/>
              </a:rPr>
              <a:t>01</a:t>
            </a:r>
          </a:p>
        </p:txBody>
      </p:sp>
      <p:sp>
        <p:nvSpPr>
          <p:cNvPr id="10" name="Oval 9">
            <a:extLst>
              <a:ext uri="{FF2B5EF4-FFF2-40B4-BE49-F238E27FC236}">
                <a16:creationId xmlns:a16="http://schemas.microsoft.com/office/drawing/2014/main" id="{F8AF0955-99EE-4D50-BFB6-9C994CCBF8C8}"/>
              </a:ext>
            </a:extLst>
          </p:cNvPr>
          <p:cNvSpPr/>
          <p:nvPr/>
        </p:nvSpPr>
        <p:spPr>
          <a:xfrm>
            <a:off x="7055271" y="2130416"/>
            <a:ext cx="640080" cy="640080"/>
          </a:xfrm>
          <a:prstGeom prst="ellipse">
            <a:avLst/>
          </a:prstGeom>
          <a:solidFill>
            <a:srgbClr val="FFD966"/>
          </a:solidFill>
          <a:ln>
            <a:solidFill>
              <a:srgbClr val="262344"/>
            </a:solidFill>
          </a:ln>
        </p:spPr>
        <p:style>
          <a:lnRef idx="0">
            <a:schemeClr val="lt1">
              <a:hueOff val="0"/>
              <a:satOff val="0"/>
              <a:lumOff val="0"/>
              <a:alphaOff val="0"/>
            </a:schemeClr>
          </a:lnRef>
          <a:fillRef idx="1">
            <a:schemeClr val="accent1">
              <a:tint val="50000"/>
              <a:hueOff val="0"/>
              <a:satOff val="0"/>
              <a:lumOff val="0"/>
              <a:alphaOff val="0"/>
            </a:schemeClr>
          </a:fillRef>
          <a:effectRef idx="3">
            <a:schemeClr val="accent1">
              <a:tint val="50000"/>
              <a:hueOff val="0"/>
              <a:satOff val="0"/>
              <a:lumOff val="0"/>
              <a:alphaOff val="0"/>
            </a:schemeClr>
          </a:effectRef>
          <a:fontRef idx="minor">
            <a:schemeClr val="lt1">
              <a:hueOff val="0"/>
              <a:satOff val="0"/>
              <a:lumOff val="0"/>
              <a:alphaOff val="0"/>
            </a:schemeClr>
          </a:fontRef>
        </p:style>
        <p:txBody>
          <a:bodyPr lIns="0" rIns="0" anchor="ctr"/>
          <a:lstStyle/>
          <a:p>
            <a:pPr algn="ctr" rtl="1"/>
            <a:r>
              <a:rPr lang="fa-IR" sz="2400" b="1" dirty="0">
                <a:solidFill>
                  <a:srgbClr val="262344"/>
                </a:solidFill>
                <a:latin typeface="Vazir Light FD" pitchFamily="2" charset="-78"/>
                <a:cs typeface="Vazir Light FD" pitchFamily="2" charset="-78"/>
              </a:rPr>
              <a:t>02</a:t>
            </a:r>
          </a:p>
        </p:txBody>
      </p:sp>
      <p:sp>
        <p:nvSpPr>
          <p:cNvPr id="12" name="Oval 11">
            <a:extLst>
              <a:ext uri="{FF2B5EF4-FFF2-40B4-BE49-F238E27FC236}">
                <a16:creationId xmlns:a16="http://schemas.microsoft.com/office/drawing/2014/main" id="{1D72C62C-F2E5-485E-88C9-6166F6870353}"/>
              </a:ext>
            </a:extLst>
          </p:cNvPr>
          <p:cNvSpPr/>
          <p:nvPr/>
        </p:nvSpPr>
        <p:spPr>
          <a:xfrm>
            <a:off x="7055271" y="3124338"/>
            <a:ext cx="640080" cy="640080"/>
          </a:xfrm>
          <a:prstGeom prst="ellipse">
            <a:avLst/>
          </a:prstGeom>
          <a:solidFill>
            <a:srgbClr val="FFD966"/>
          </a:solidFill>
          <a:ln>
            <a:solidFill>
              <a:srgbClr val="262344"/>
            </a:solidFill>
          </a:ln>
        </p:spPr>
        <p:style>
          <a:lnRef idx="0">
            <a:schemeClr val="lt1">
              <a:hueOff val="0"/>
              <a:satOff val="0"/>
              <a:lumOff val="0"/>
              <a:alphaOff val="0"/>
            </a:schemeClr>
          </a:lnRef>
          <a:fillRef idx="1">
            <a:schemeClr val="accent1">
              <a:tint val="50000"/>
              <a:hueOff val="0"/>
              <a:satOff val="0"/>
              <a:lumOff val="0"/>
              <a:alphaOff val="0"/>
            </a:schemeClr>
          </a:fillRef>
          <a:effectRef idx="3">
            <a:schemeClr val="accent1">
              <a:tint val="50000"/>
              <a:hueOff val="0"/>
              <a:satOff val="0"/>
              <a:lumOff val="0"/>
              <a:alphaOff val="0"/>
            </a:schemeClr>
          </a:effectRef>
          <a:fontRef idx="minor">
            <a:schemeClr val="lt1">
              <a:hueOff val="0"/>
              <a:satOff val="0"/>
              <a:lumOff val="0"/>
              <a:alphaOff val="0"/>
            </a:schemeClr>
          </a:fontRef>
        </p:style>
        <p:txBody>
          <a:bodyPr lIns="0" rIns="0" anchor="ctr"/>
          <a:lstStyle/>
          <a:p>
            <a:pPr algn="ctr" rtl="1"/>
            <a:r>
              <a:rPr lang="fa-IR" sz="2400" b="1" dirty="0">
                <a:solidFill>
                  <a:srgbClr val="262344"/>
                </a:solidFill>
                <a:latin typeface="Vazir Light FD" pitchFamily="2" charset="-78"/>
                <a:cs typeface="Vazir Light FD" pitchFamily="2" charset="-78"/>
              </a:rPr>
              <a:t>03</a:t>
            </a:r>
          </a:p>
        </p:txBody>
      </p:sp>
      <p:sp>
        <p:nvSpPr>
          <p:cNvPr id="14" name="Oval 13">
            <a:extLst>
              <a:ext uri="{FF2B5EF4-FFF2-40B4-BE49-F238E27FC236}">
                <a16:creationId xmlns:a16="http://schemas.microsoft.com/office/drawing/2014/main" id="{5DDAACA3-B62B-4A1E-B521-F87F3EF3B2DB}"/>
              </a:ext>
            </a:extLst>
          </p:cNvPr>
          <p:cNvSpPr/>
          <p:nvPr/>
        </p:nvSpPr>
        <p:spPr>
          <a:xfrm>
            <a:off x="7055271" y="4118261"/>
            <a:ext cx="640080" cy="640080"/>
          </a:xfrm>
          <a:prstGeom prst="ellipse">
            <a:avLst/>
          </a:prstGeom>
          <a:solidFill>
            <a:srgbClr val="FFD966"/>
          </a:solidFill>
          <a:ln>
            <a:solidFill>
              <a:srgbClr val="262344"/>
            </a:solidFill>
          </a:ln>
        </p:spPr>
        <p:style>
          <a:lnRef idx="0">
            <a:schemeClr val="lt1">
              <a:hueOff val="0"/>
              <a:satOff val="0"/>
              <a:lumOff val="0"/>
              <a:alphaOff val="0"/>
            </a:schemeClr>
          </a:lnRef>
          <a:fillRef idx="1">
            <a:schemeClr val="accent1">
              <a:tint val="50000"/>
              <a:hueOff val="0"/>
              <a:satOff val="0"/>
              <a:lumOff val="0"/>
              <a:alphaOff val="0"/>
            </a:schemeClr>
          </a:fillRef>
          <a:effectRef idx="3">
            <a:schemeClr val="accent1">
              <a:tint val="50000"/>
              <a:hueOff val="0"/>
              <a:satOff val="0"/>
              <a:lumOff val="0"/>
              <a:alphaOff val="0"/>
            </a:schemeClr>
          </a:effectRef>
          <a:fontRef idx="minor">
            <a:schemeClr val="lt1">
              <a:hueOff val="0"/>
              <a:satOff val="0"/>
              <a:lumOff val="0"/>
              <a:alphaOff val="0"/>
            </a:schemeClr>
          </a:fontRef>
        </p:style>
        <p:txBody>
          <a:bodyPr lIns="0" rIns="0" anchor="ctr"/>
          <a:lstStyle/>
          <a:p>
            <a:pPr algn="ctr" rtl="1"/>
            <a:r>
              <a:rPr lang="fa-IR" sz="2400" b="1" dirty="0">
                <a:solidFill>
                  <a:srgbClr val="262344"/>
                </a:solidFill>
                <a:latin typeface="Vazir Light FD" pitchFamily="2" charset="-78"/>
                <a:cs typeface="Vazir Light FD" pitchFamily="2" charset="-78"/>
              </a:rPr>
              <a:t>04</a:t>
            </a:r>
          </a:p>
        </p:txBody>
      </p:sp>
      <p:sp>
        <p:nvSpPr>
          <p:cNvPr id="16" name="Oval 15">
            <a:extLst>
              <a:ext uri="{FF2B5EF4-FFF2-40B4-BE49-F238E27FC236}">
                <a16:creationId xmlns:a16="http://schemas.microsoft.com/office/drawing/2014/main" id="{102090FA-A7AB-4AAC-9FB4-145500439F82}"/>
              </a:ext>
            </a:extLst>
          </p:cNvPr>
          <p:cNvSpPr/>
          <p:nvPr/>
        </p:nvSpPr>
        <p:spPr>
          <a:xfrm>
            <a:off x="7055271" y="5112182"/>
            <a:ext cx="640080" cy="640080"/>
          </a:xfrm>
          <a:prstGeom prst="ellipse">
            <a:avLst/>
          </a:prstGeom>
          <a:solidFill>
            <a:srgbClr val="FFD966"/>
          </a:solidFill>
          <a:ln>
            <a:solidFill>
              <a:srgbClr val="262344"/>
            </a:solidFill>
          </a:ln>
        </p:spPr>
        <p:style>
          <a:lnRef idx="0">
            <a:schemeClr val="lt1">
              <a:hueOff val="0"/>
              <a:satOff val="0"/>
              <a:lumOff val="0"/>
              <a:alphaOff val="0"/>
            </a:schemeClr>
          </a:lnRef>
          <a:fillRef idx="1">
            <a:schemeClr val="accent1">
              <a:tint val="50000"/>
              <a:hueOff val="0"/>
              <a:satOff val="0"/>
              <a:lumOff val="0"/>
              <a:alphaOff val="0"/>
            </a:schemeClr>
          </a:fillRef>
          <a:effectRef idx="3">
            <a:schemeClr val="accent1">
              <a:tint val="50000"/>
              <a:hueOff val="0"/>
              <a:satOff val="0"/>
              <a:lumOff val="0"/>
              <a:alphaOff val="0"/>
            </a:schemeClr>
          </a:effectRef>
          <a:fontRef idx="minor">
            <a:schemeClr val="lt1">
              <a:hueOff val="0"/>
              <a:satOff val="0"/>
              <a:lumOff val="0"/>
              <a:alphaOff val="0"/>
            </a:schemeClr>
          </a:fontRef>
        </p:style>
        <p:txBody>
          <a:bodyPr lIns="0" rIns="0" anchor="ctr"/>
          <a:lstStyle/>
          <a:p>
            <a:pPr algn="ctr" rtl="1"/>
            <a:r>
              <a:rPr lang="fa-IR" sz="2400" b="1" dirty="0">
                <a:solidFill>
                  <a:srgbClr val="262344"/>
                </a:solidFill>
                <a:latin typeface="Vazir Light FD" pitchFamily="2" charset="-78"/>
                <a:cs typeface="Vazir Light FD" pitchFamily="2" charset="-78"/>
              </a:rPr>
              <a:t>05</a:t>
            </a:r>
          </a:p>
        </p:txBody>
      </p:sp>
      <p:sp>
        <p:nvSpPr>
          <p:cNvPr id="23" name="Title 1">
            <a:extLst>
              <a:ext uri="{FF2B5EF4-FFF2-40B4-BE49-F238E27FC236}">
                <a16:creationId xmlns:a16="http://schemas.microsoft.com/office/drawing/2014/main" id="{8E2E3265-0067-49BB-B185-6A88ADF643A9}"/>
              </a:ext>
            </a:extLst>
          </p:cNvPr>
          <p:cNvSpPr>
            <a:spLocks noGrp="1"/>
          </p:cNvSpPr>
          <p:nvPr>
            <p:ph type="ctrTitle"/>
          </p:nvPr>
        </p:nvSpPr>
        <p:spPr>
          <a:xfrm>
            <a:off x="806889" y="2606365"/>
            <a:ext cx="5058938" cy="774676"/>
          </a:xfrm>
        </p:spPr>
        <p:txBody>
          <a:bodyPr>
            <a:noAutofit/>
          </a:bodyPr>
          <a:lstStyle/>
          <a:p>
            <a:r>
              <a:rPr lang="fa-IR" sz="4400" dirty="0">
                <a:solidFill>
                  <a:srgbClr val="262344"/>
                </a:solidFill>
                <a:latin typeface="Estedad Black" panose="02000A03000000000000" pitchFamily="2" charset="-78"/>
                <a:cs typeface="Estedad Black" panose="02000A03000000000000" pitchFamily="2" charset="-78"/>
              </a:rPr>
              <a:t>فهرست مطالب</a:t>
            </a:r>
          </a:p>
        </p:txBody>
      </p:sp>
      <p:sp>
        <p:nvSpPr>
          <p:cNvPr id="37" name="Freeform: Shape 36">
            <a:extLst>
              <a:ext uri="{FF2B5EF4-FFF2-40B4-BE49-F238E27FC236}">
                <a16:creationId xmlns:a16="http://schemas.microsoft.com/office/drawing/2014/main" id="{EA363F89-BBF9-4131-9922-41EA9F734096}"/>
              </a:ext>
            </a:extLst>
          </p:cNvPr>
          <p:cNvSpPr/>
          <p:nvPr/>
        </p:nvSpPr>
        <p:spPr>
          <a:xfrm>
            <a:off x="8778474" y="6010082"/>
            <a:ext cx="1154091"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2400" b="1" dirty="0">
              <a:solidFill>
                <a:prstClr val="white"/>
              </a:solidFill>
              <a:latin typeface="Shabnam" panose="020B0603030804020204" pitchFamily="34" charset="-78"/>
              <a:cs typeface="Shabnam" panose="020B0603030804020204" pitchFamily="34" charset="-78"/>
            </a:endParaRPr>
          </a:p>
        </p:txBody>
      </p:sp>
      <p:sp>
        <p:nvSpPr>
          <p:cNvPr id="38" name="Freeform: Shape 37">
            <a:extLst>
              <a:ext uri="{FF2B5EF4-FFF2-40B4-BE49-F238E27FC236}">
                <a16:creationId xmlns:a16="http://schemas.microsoft.com/office/drawing/2014/main" id="{EBBA44A2-354B-4CA5-BA07-20E9E168A8A9}"/>
              </a:ext>
            </a:extLst>
          </p:cNvPr>
          <p:cNvSpPr/>
          <p:nvPr/>
        </p:nvSpPr>
        <p:spPr>
          <a:xfrm>
            <a:off x="8778474" y="35759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dirty="0">
              <a:solidFill>
                <a:prstClr val="white"/>
              </a:solidFill>
              <a:latin typeface="Shabnam" panose="020B0603030804020204" pitchFamily="34" charset="-78"/>
              <a:cs typeface="Shabnam" panose="020B0603030804020204" pitchFamily="34" charset="-78"/>
            </a:endParaRPr>
          </a:p>
        </p:txBody>
      </p:sp>
      <p:pic>
        <p:nvPicPr>
          <p:cNvPr id="21" name="Graphic 20" descr="Home">
            <a:extLst>
              <a:ext uri="{FF2B5EF4-FFF2-40B4-BE49-F238E27FC236}">
                <a16:creationId xmlns:a16="http://schemas.microsoft.com/office/drawing/2014/main" id="{445AD03F-DC12-4E8D-81B6-7B74D49A146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25155" y="382096"/>
            <a:ext cx="389195" cy="389195"/>
          </a:xfrm>
          <a:prstGeom prst="rect">
            <a:avLst/>
          </a:prstGeom>
        </p:spPr>
      </p:pic>
      <p:sp>
        <p:nvSpPr>
          <p:cNvPr id="39" name="Subtitle 2">
            <a:extLst>
              <a:ext uri="{FF2B5EF4-FFF2-40B4-BE49-F238E27FC236}">
                <a16:creationId xmlns:a16="http://schemas.microsoft.com/office/drawing/2014/main" id="{BE6B9C04-DB38-4FC5-933F-3F77469B36BE}"/>
              </a:ext>
            </a:extLst>
          </p:cNvPr>
          <p:cNvSpPr>
            <a:spLocks noGrp="1"/>
          </p:cNvSpPr>
          <p:nvPr>
            <p:ph type="subTitle" idx="1"/>
          </p:nvPr>
        </p:nvSpPr>
        <p:spPr>
          <a:xfrm>
            <a:off x="882423" y="3429000"/>
            <a:ext cx="4908777" cy="2823754"/>
          </a:xfrm>
        </p:spPr>
        <p:txBody>
          <a:bodyPr>
            <a:normAutofit fontScale="70000" lnSpcReduction="20000"/>
          </a:bodyPr>
          <a:lstStyle/>
          <a:p>
            <a:pPr rtl="1">
              <a:lnSpc>
                <a:spcPct val="170000"/>
              </a:lnSpc>
            </a:pPr>
            <a:r>
              <a:rPr lang="fa-IR" dirty="0">
                <a:effectLst/>
                <a:latin typeface="Shabnam" panose="020B0603030804020204" pitchFamily="34" charset="-78"/>
                <a:cs typeface="Shabnam" panose="020B0603030804020204" pitchFamily="34" charset="-78"/>
              </a:rPr>
              <a:t>در این گزارش، ابتدا در مقدمه به توضیح مسئله پرداخته و بعد در بخش پیشینه پژوهش، کارهای انجام شده در قالب ۴ دسته اصلی مرور می‌شوند. سپس به نقد این روش‌ها</a:t>
            </a:r>
            <a:r>
              <a:rPr lang="fa-IR" dirty="0">
                <a:latin typeface="Shabnam" panose="020B0603030804020204" pitchFamily="34" charset="-78"/>
                <a:cs typeface="Shabnam" panose="020B0603030804020204" pitchFamily="34" charset="-78"/>
              </a:rPr>
              <a:t> </a:t>
            </a:r>
            <a:r>
              <a:rPr lang="fa-IR" dirty="0">
                <a:effectLst/>
                <a:latin typeface="Shabnam" panose="020B0603030804020204" pitchFamily="34" charset="-78"/>
                <a:cs typeface="Shabnam" panose="020B0603030804020204" pitchFamily="34" charset="-78"/>
              </a:rPr>
              <a:t>و اهداف پژوهش پرداخته می‌شود تا در نهایت پس از ارائه روش و زمان‌بندی پژوهش درباره‌ی این ایده، جمع‌بندی و لیست مراجع ارائه می‌گردد.</a:t>
            </a:r>
          </a:p>
        </p:txBody>
      </p:sp>
      <p:sp>
        <p:nvSpPr>
          <p:cNvPr id="7" name="TextBox 6">
            <a:extLst>
              <a:ext uri="{FF2B5EF4-FFF2-40B4-BE49-F238E27FC236}">
                <a16:creationId xmlns:a16="http://schemas.microsoft.com/office/drawing/2014/main" id="{DC0E1A5B-491C-25E3-D34D-8E4AAB31A452}"/>
              </a:ext>
            </a:extLst>
          </p:cNvPr>
          <p:cNvSpPr txBox="1"/>
          <p:nvPr/>
        </p:nvSpPr>
        <p:spPr>
          <a:xfrm>
            <a:off x="8884323" y="6095470"/>
            <a:ext cx="976710" cy="433965"/>
          </a:xfrm>
          <a:prstGeom prst="rect">
            <a:avLst/>
          </a:prstGeom>
          <a:noFill/>
        </p:spPr>
        <p:txBody>
          <a:bodyPr wrap="square">
            <a:spAutoFit/>
          </a:bodyPr>
          <a:lstStyle/>
          <a:p>
            <a:pPr marL="0" lvl="0" indent="0" algn="ctr" defTabSz="1466850">
              <a:lnSpc>
                <a:spcPct val="90000"/>
              </a:lnSpc>
              <a:spcBef>
                <a:spcPct val="0"/>
              </a:spcBef>
              <a:spcAft>
                <a:spcPct val="35000"/>
              </a:spcAft>
              <a:buNone/>
            </a:pPr>
            <a:r>
              <a:rPr lang="fa-IR" sz="2400" b="1" dirty="0">
                <a:solidFill>
                  <a:schemeClr val="bg1"/>
                </a:solidFill>
                <a:latin typeface="Vazir Light FD" panose="020B0604020202020204" charset="-78"/>
                <a:cs typeface="Vazir Light FD" panose="020B0604020202020204" charset="-78"/>
              </a:rPr>
              <a:t>2/23</a:t>
            </a:r>
            <a:endParaRPr lang="fa-IR" sz="2400" b="1" kern="1200" dirty="0">
              <a:solidFill>
                <a:schemeClr val="bg1"/>
              </a:solidFill>
              <a:latin typeface="Vazir Light FD" panose="020B0604020202020204" charset="-78"/>
              <a:cs typeface="Vazir Light FD" panose="020B0604020202020204" charset="-78"/>
            </a:endParaRPr>
          </a:p>
        </p:txBody>
      </p:sp>
      <p:grpSp>
        <p:nvGrpSpPr>
          <p:cNvPr id="18" name="Group 17">
            <a:extLst>
              <a:ext uri="{FF2B5EF4-FFF2-40B4-BE49-F238E27FC236}">
                <a16:creationId xmlns:a16="http://schemas.microsoft.com/office/drawing/2014/main" id="{98B6EBB1-1207-D327-7B3E-B31868ECE6D2}"/>
              </a:ext>
            </a:extLst>
          </p:cNvPr>
          <p:cNvGrpSpPr/>
          <p:nvPr/>
        </p:nvGrpSpPr>
        <p:grpSpPr>
          <a:xfrm>
            <a:off x="625145" y="428945"/>
            <a:ext cx="1438785" cy="1701470"/>
            <a:chOff x="625145" y="428945"/>
            <a:chExt cx="1438785" cy="1701470"/>
          </a:xfrm>
        </p:grpSpPr>
        <p:pic>
          <p:nvPicPr>
            <p:cNvPr id="3" name="Picture 4">
              <a:extLst>
                <a:ext uri="{FF2B5EF4-FFF2-40B4-BE49-F238E27FC236}">
                  <a16:creationId xmlns:a16="http://schemas.microsoft.com/office/drawing/2014/main" id="{8EF26FAF-88DA-3FDD-8804-0C37D5C6B15E}"/>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6" name="Freeform: Shape 5">
              <a:extLst>
                <a:ext uri="{FF2B5EF4-FFF2-40B4-BE49-F238E27FC236}">
                  <a16:creationId xmlns:a16="http://schemas.microsoft.com/office/drawing/2014/main" id="{6F317478-BCCA-5A8B-6B5C-02F70D0041FD}"/>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دانشگاه اصفهان</a:t>
              </a:r>
            </a:p>
          </p:txBody>
        </p:sp>
        <p:sp>
          <p:nvSpPr>
            <p:cNvPr id="9" name="Freeform: Shape 8">
              <a:extLst>
                <a:ext uri="{FF2B5EF4-FFF2-40B4-BE49-F238E27FC236}">
                  <a16:creationId xmlns:a16="http://schemas.microsoft.com/office/drawing/2014/main" id="{A7013BE1-9948-A2A1-4BD8-5DA39536F80B}"/>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دانشکده مهندسی کامپیوتر</a:t>
              </a:r>
            </a:p>
          </p:txBody>
        </p:sp>
        <p:sp>
          <p:nvSpPr>
            <p:cNvPr id="11" name="Freeform: Shape 10">
              <a:extLst>
                <a:ext uri="{FF2B5EF4-FFF2-40B4-BE49-F238E27FC236}">
                  <a16:creationId xmlns:a16="http://schemas.microsoft.com/office/drawing/2014/main" id="{8654C653-FC7F-CBC5-F678-59E3421904E8}"/>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گروه هوش مصنوعی و رباتیک</a:t>
              </a:r>
            </a:p>
          </p:txBody>
        </p:sp>
      </p:grpSp>
      <p:sp>
        <p:nvSpPr>
          <p:cNvPr id="17" name="TextBox 16">
            <a:extLst>
              <a:ext uri="{FF2B5EF4-FFF2-40B4-BE49-F238E27FC236}">
                <a16:creationId xmlns:a16="http://schemas.microsoft.com/office/drawing/2014/main" id="{DCC310BB-29DD-8F87-CDD7-88B2AB270E95}"/>
              </a:ext>
            </a:extLst>
          </p:cNvPr>
          <p:cNvSpPr txBox="1"/>
          <p:nvPr/>
        </p:nvSpPr>
        <p:spPr>
          <a:xfrm>
            <a:off x="2838010" y="464254"/>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r"/>
            <a:r>
              <a:rPr lang="fa-IR" sz="1200" b="1" dirty="0">
                <a:latin typeface="Vazir Light FD" panose="020B0604020202020204" charset="-78"/>
                <a:cs typeface="Vazir Light FD" panose="020B0604020202020204" charset="-78"/>
              </a:rPr>
              <a:t>محمد امین کیانی، ارائه درس سمینار و روش پژوهش</a:t>
            </a:r>
            <a:endParaRPr lang="en-US" sz="1200" b="1" dirty="0">
              <a:latin typeface="Vazir Light FD" panose="020B0604020202020204" charset="-78"/>
              <a:cs typeface="Vazir Light FD" panose="020B0604020202020204" charset="-78"/>
            </a:endParaRPr>
          </a:p>
        </p:txBody>
      </p:sp>
    </p:spTree>
    <p:extLst>
      <p:ext uri="{BB962C8B-B14F-4D97-AF65-F5344CB8AC3E}">
        <p14:creationId xmlns:p14="http://schemas.microsoft.com/office/powerpoint/2010/main" val="38319321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9F2FE93-2B41-43B8-A4BB-8CC1767501DD}"/>
              </a:ext>
            </a:extLst>
          </p:cNvPr>
          <p:cNvSpPr/>
          <p:nvPr/>
        </p:nvSpPr>
        <p:spPr>
          <a:xfrm>
            <a:off x="1291765" y="1280473"/>
            <a:ext cx="9608457" cy="4297054"/>
          </a:xfrm>
          <a:prstGeom prst="roundRect">
            <a:avLst>
              <a:gd name="adj" fmla="val 1309"/>
            </a:avLst>
          </a:prstGeom>
          <a:solidFill>
            <a:srgbClr val="262344"/>
          </a:solidFill>
          <a:ln>
            <a:solidFill>
              <a:srgbClr val="262344">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3" name="Title 1">
            <a:extLst>
              <a:ext uri="{FF2B5EF4-FFF2-40B4-BE49-F238E27FC236}">
                <a16:creationId xmlns:a16="http://schemas.microsoft.com/office/drawing/2014/main" id="{8E2E3265-0067-49BB-B185-6A88ADF643A9}"/>
              </a:ext>
            </a:extLst>
          </p:cNvPr>
          <p:cNvSpPr>
            <a:spLocks noGrp="1"/>
          </p:cNvSpPr>
          <p:nvPr>
            <p:ph type="ctrTitle"/>
          </p:nvPr>
        </p:nvSpPr>
        <p:spPr>
          <a:xfrm>
            <a:off x="2597297" y="2317953"/>
            <a:ext cx="6690269" cy="1201095"/>
          </a:xfrm>
        </p:spPr>
        <p:txBody>
          <a:bodyPr>
            <a:noAutofit/>
          </a:bodyPr>
          <a:lstStyle/>
          <a:p>
            <a:r>
              <a:rPr lang="fa-IR" sz="6600" dirty="0">
                <a:solidFill>
                  <a:schemeClr val="bg1"/>
                </a:solidFill>
                <a:latin typeface="Estedad Black" panose="02000A03000000000000" pitchFamily="2" charset="-78"/>
                <a:cs typeface="Estedad Black" panose="02000A03000000000000" pitchFamily="2" charset="-78"/>
              </a:rPr>
              <a:t>مقدمه</a:t>
            </a:r>
          </a:p>
        </p:txBody>
      </p:sp>
      <p:sp>
        <p:nvSpPr>
          <p:cNvPr id="38" name="Freeform: Shape 37">
            <a:extLst>
              <a:ext uri="{FF2B5EF4-FFF2-40B4-BE49-F238E27FC236}">
                <a16:creationId xmlns:a16="http://schemas.microsoft.com/office/drawing/2014/main" id="{EBBA44A2-354B-4CA5-BA07-20E9E168A8A9}"/>
              </a:ext>
            </a:extLst>
          </p:cNvPr>
          <p:cNvSpPr/>
          <p:nvPr/>
        </p:nvSpPr>
        <p:spPr>
          <a:xfrm>
            <a:off x="5554715" y="1035310"/>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1440" tIns="91440" rIns="91440" bIns="0" numCol="1" spcCol="1270" anchor="ctr" anchorCtr="0">
            <a:noAutofit/>
          </a:bodyPr>
          <a:lstStyle/>
          <a:p>
            <a:pPr marL="0" lvl="0" indent="0" algn="ctr" defTabSz="1466850">
              <a:lnSpc>
                <a:spcPct val="90000"/>
              </a:lnSpc>
              <a:spcBef>
                <a:spcPct val="0"/>
              </a:spcBef>
              <a:spcAft>
                <a:spcPct val="35000"/>
              </a:spcAft>
              <a:buNone/>
            </a:pPr>
            <a:endParaRPr lang="fa-IR" sz="2000" kern="1200" dirty="0">
              <a:cs typeface="B Titr" panose="00000700000000000000" pitchFamily="2" charset="-78"/>
            </a:endParaRPr>
          </a:p>
        </p:txBody>
      </p:sp>
      <p:pic>
        <p:nvPicPr>
          <p:cNvPr id="21" name="Graphic 20" descr="Home">
            <a:extLst>
              <a:ext uri="{FF2B5EF4-FFF2-40B4-BE49-F238E27FC236}">
                <a16:creationId xmlns:a16="http://schemas.microsoft.com/office/drawing/2014/main" id="{445AD03F-DC12-4E8D-81B6-7B74D49A14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1400" y="1048873"/>
            <a:ext cx="389195" cy="389195"/>
          </a:xfrm>
          <a:prstGeom prst="rect">
            <a:avLst/>
          </a:prstGeom>
        </p:spPr>
      </p:pic>
      <p:sp>
        <p:nvSpPr>
          <p:cNvPr id="29" name="!!Freeform: Shape 20">
            <a:hlinkClick r:id="rId4" action="ppaction://hlinksldjump"/>
            <a:extLst>
              <a:ext uri="{FF2B5EF4-FFF2-40B4-BE49-F238E27FC236}">
                <a16:creationId xmlns:a16="http://schemas.microsoft.com/office/drawing/2014/main" id="{FF3AFF16-998E-4019-8AB5-D18BC8C43CB0}"/>
              </a:ext>
            </a:extLst>
          </p:cNvPr>
          <p:cNvSpPr/>
          <p:nvPr/>
        </p:nvSpPr>
        <p:spPr>
          <a:xfrm flipH="1">
            <a:off x="12228020" y="1348992"/>
            <a:ext cx="2127509" cy="57939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FFD966"/>
          </a:solidFill>
          <a:ln w="12700" cap="flat" cmpd="sng" algn="ctr">
            <a:noFill/>
            <a:prstDash val="dash"/>
            <a:miter lim="800000"/>
          </a:ln>
          <a:effectLst/>
        </p:spPr>
        <p:txBody>
          <a:bodyPr rtlCol="0" anchor="ctr"/>
          <a:lstStyle/>
          <a:p>
            <a:pPr algn="ctr" rtl="1"/>
            <a:r>
              <a:rPr lang="fa-IR" sz="2200" b="1" kern="0" dirty="0">
                <a:solidFill>
                  <a:prstClr val="black">
                    <a:lumMod val="85000"/>
                    <a:lumOff val="15000"/>
                  </a:prstClr>
                </a:solidFill>
                <a:latin typeface="Shabnam" panose="020B0603030804020204" pitchFamily="34" charset="-78"/>
                <a:cs typeface="Shabnam" panose="020B0603030804020204" pitchFamily="34" charset="-78"/>
              </a:rPr>
              <a:t>فصل اول</a:t>
            </a:r>
          </a:p>
        </p:txBody>
      </p:sp>
      <p:sp>
        <p:nvSpPr>
          <p:cNvPr id="30" name="Freeform: Shape 29">
            <a:hlinkClick r:id="rId5" action="ppaction://hlinksldjump"/>
            <a:extLst>
              <a:ext uri="{FF2B5EF4-FFF2-40B4-BE49-F238E27FC236}">
                <a16:creationId xmlns:a16="http://schemas.microsoft.com/office/drawing/2014/main" id="{5E169015-33E8-4D36-9AE6-2B6696A95EB9}"/>
              </a:ext>
            </a:extLst>
          </p:cNvPr>
          <p:cNvSpPr/>
          <p:nvPr/>
        </p:nvSpPr>
        <p:spPr>
          <a:xfrm flipH="1">
            <a:off x="12228020" y="2252344"/>
            <a:ext cx="2127509" cy="57939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دوم</a:t>
            </a:r>
          </a:p>
        </p:txBody>
      </p:sp>
      <p:sp>
        <p:nvSpPr>
          <p:cNvPr id="36" name="!!Freeform: Shape 32">
            <a:hlinkClick r:id="rId5" action="ppaction://hlinksldjump"/>
            <a:extLst>
              <a:ext uri="{FF2B5EF4-FFF2-40B4-BE49-F238E27FC236}">
                <a16:creationId xmlns:a16="http://schemas.microsoft.com/office/drawing/2014/main" id="{7E06BC56-4CDB-4893-8542-BABB3D350A0C}"/>
              </a:ext>
            </a:extLst>
          </p:cNvPr>
          <p:cNvSpPr/>
          <p:nvPr/>
        </p:nvSpPr>
        <p:spPr>
          <a:xfrm flipH="1">
            <a:off x="12228020" y="3155696"/>
            <a:ext cx="2127510" cy="57939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سوم</a:t>
            </a:r>
          </a:p>
        </p:txBody>
      </p:sp>
      <p:sp>
        <p:nvSpPr>
          <p:cNvPr id="40" name="Freeform: Shape 39">
            <a:hlinkClick r:id="rId6" action="ppaction://hlinksldjump"/>
            <a:extLst>
              <a:ext uri="{FF2B5EF4-FFF2-40B4-BE49-F238E27FC236}">
                <a16:creationId xmlns:a16="http://schemas.microsoft.com/office/drawing/2014/main" id="{AB6D9056-2C7E-4A84-9224-CA946D9C7395}"/>
              </a:ext>
            </a:extLst>
          </p:cNvPr>
          <p:cNvSpPr/>
          <p:nvPr/>
        </p:nvSpPr>
        <p:spPr>
          <a:xfrm flipH="1">
            <a:off x="12228020" y="4059048"/>
            <a:ext cx="2127509" cy="57939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چهارم</a:t>
            </a:r>
          </a:p>
        </p:txBody>
      </p:sp>
      <p:sp>
        <p:nvSpPr>
          <p:cNvPr id="41" name="!!Freeform: Shape 34">
            <a:hlinkClick r:id="rId7" action="ppaction://hlinksldjump"/>
            <a:extLst>
              <a:ext uri="{FF2B5EF4-FFF2-40B4-BE49-F238E27FC236}">
                <a16:creationId xmlns:a16="http://schemas.microsoft.com/office/drawing/2014/main" id="{04703027-9E90-45AC-8F53-1570CFC00486}"/>
              </a:ext>
            </a:extLst>
          </p:cNvPr>
          <p:cNvSpPr/>
          <p:nvPr/>
        </p:nvSpPr>
        <p:spPr>
          <a:xfrm flipH="1">
            <a:off x="12205754" y="4962400"/>
            <a:ext cx="2127509" cy="57939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پنجم</a:t>
            </a:r>
          </a:p>
        </p:txBody>
      </p:sp>
      <p:sp>
        <p:nvSpPr>
          <p:cNvPr id="39" name="Subtitle 2">
            <a:extLst>
              <a:ext uri="{FF2B5EF4-FFF2-40B4-BE49-F238E27FC236}">
                <a16:creationId xmlns:a16="http://schemas.microsoft.com/office/drawing/2014/main" id="{BE6B9C04-DB38-4FC5-933F-3F77469B36BE}"/>
              </a:ext>
            </a:extLst>
          </p:cNvPr>
          <p:cNvSpPr>
            <a:spLocks noGrp="1"/>
          </p:cNvSpPr>
          <p:nvPr>
            <p:ph type="subTitle" idx="1"/>
          </p:nvPr>
        </p:nvSpPr>
        <p:spPr>
          <a:xfrm>
            <a:off x="2515234" y="3429001"/>
            <a:ext cx="6772332" cy="1536306"/>
          </a:xfrm>
        </p:spPr>
        <p:txBody>
          <a:bodyPr>
            <a:normAutofit fontScale="85000" lnSpcReduction="10000"/>
          </a:bodyPr>
          <a:lstStyle/>
          <a:p>
            <a:pPr rtl="1">
              <a:lnSpc>
                <a:spcPct val="170000"/>
              </a:lnSpc>
            </a:pPr>
            <a:r>
              <a:rPr lang="fa-IR" sz="1400" dirty="0">
                <a:solidFill>
                  <a:schemeClr val="bg1"/>
                </a:solidFill>
                <a:effectLst/>
                <a:latin typeface="Shabnam" panose="020B0603030804020204" pitchFamily="34" charset="-78"/>
                <a:cs typeface="Shabnam" panose="020B0603030804020204" pitchFamily="34" charset="-78"/>
              </a:rPr>
              <a:t>موسیقی یکی از قدرتمندترین رسانه‌ها برای انتقال و تنظیم احساسات انسانی است.  مسأله اصلی، فقدان سیستم هوشمندی است که موسیقی پیچیده "راک" را بر اساس "مسیر احساسی متغیر با زمان" و منطبق بر "سلیقه کاربر" تولید کند.  تولیدات فعلی عمدتاً تصادفی یا مبتنی بر یک احساس ثابت هستند و جریان سیال احساسات را نادیده می‌گیرند.  این پژوهش در تقاطع سه حوزه مهم و در لبه تکنولوژی قرار دارد.  این حوزه‌ها شامل </a:t>
            </a:r>
            <a:r>
              <a:rPr lang="fa-IR" sz="1400" dirty="0">
                <a:solidFill>
                  <a:srgbClr val="FFD966"/>
                </a:solidFill>
                <a:effectLst/>
                <a:latin typeface="Shabnam" panose="020B0603030804020204" pitchFamily="34" charset="-78"/>
                <a:cs typeface="Shabnam" panose="020B0603030804020204" pitchFamily="34" charset="-78"/>
              </a:rPr>
              <a:t>هوش مصنوعی مولد</a:t>
            </a:r>
            <a:r>
              <a:rPr lang="fa-IR" sz="1400" dirty="0">
                <a:solidFill>
                  <a:schemeClr val="bg1"/>
                </a:solidFill>
                <a:effectLst/>
                <a:latin typeface="Shabnam" panose="020B0603030804020204" pitchFamily="34" charset="-78"/>
                <a:cs typeface="Shabnam" panose="020B0603030804020204" pitchFamily="34" charset="-78"/>
              </a:rPr>
              <a:t>،</a:t>
            </a:r>
            <a:r>
              <a:rPr lang="fa-IR" sz="1400" dirty="0">
                <a:solidFill>
                  <a:srgbClr val="FFD966"/>
                </a:solidFill>
                <a:effectLst/>
                <a:latin typeface="Shabnam" panose="020B0603030804020204" pitchFamily="34" charset="-78"/>
                <a:cs typeface="Shabnam" panose="020B0603030804020204" pitchFamily="34" charset="-78"/>
              </a:rPr>
              <a:t> محاسبات عاطفی </a:t>
            </a:r>
            <a:r>
              <a:rPr lang="fa-IR" sz="1400" dirty="0">
                <a:solidFill>
                  <a:schemeClr val="bg1"/>
                </a:solidFill>
                <a:effectLst/>
                <a:latin typeface="Shabnam" panose="020B0603030804020204" pitchFamily="34" charset="-78"/>
                <a:cs typeface="Shabnam" panose="020B0603030804020204" pitchFamily="34" charset="-78"/>
              </a:rPr>
              <a:t>و</a:t>
            </a:r>
            <a:r>
              <a:rPr lang="fa-IR" sz="1400" dirty="0">
                <a:solidFill>
                  <a:srgbClr val="FFD966"/>
                </a:solidFill>
                <a:effectLst/>
                <a:latin typeface="Shabnam" panose="020B0603030804020204" pitchFamily="34" charset="-78"/>
                <a:cs typeface="Shabnam" panose="020B0603030804020204" pitchFamily="34" charset="-78"/>
              </a:rPr>
              <a:t> هوش مصنوعی توضیح‌پذیر </a:t>
            </a:r>
            <a:r>
              <a:rPr lang="fa-IR" sz="1400" dirty="0">
                <a:solidFill>
                  <a:schemeClr val="bg1"/>
                </a:solidFill>
                <a:effectLst/>
                <a:latin typeface="Shabnam" panose="020B0603030804020204" pitchFamily="34" charset="-78"/>
                <a:cs typeface="Shabnam" panose="020B0603030804020204" pitchFamily="34" charset="-78"/>
              </a:rPr>
              <a:t>است. </a:t>
            </a:r>
          </a:p>
        </p:txBody>
      </p:sp>
      <p:sp>
        <p:nvSpPr>
          <p:cNvPr id="18" name="Arrow: Chevron 17">
            <a:hlinkClick r:id="rId4" action="ppaction://hlinksldjump"/>
            <a:extLst>
              <a:ext uri="{FF2B5EF4-FFF2-40B4-BE49-F238E27FC236}">
                <a16:creationId xmlns:a16="http://schemas.microsoft.com/office/drawing/2014/main" id="{41A475B3-8E5C-4641-BAFC-7F8BC4ECF8A8}"/>
              </a:ext>
            </a:extLst>
          </p:cNvPr>
          <p:cNvSpPr/>
          <p:nvPr/>
        </p:nvSpPr>
        <p:spPr>
          <a:xfrm>
            <a:off x="6595552" y="1035310"/>
            <a:ext cx="346677" cy="490325"/>
          </a:xfrm>
          <a:prstGeom prst="chevron">
            <a:avLst>
              <a:gd name="adj" fmla="val 35959"/>
            </a:avLst>
          </a:pr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0" tIns="121921" rIns="182880" bIns="121920" numCol="1" spcCol="1270" anchor="ctr" anchorCtr="0">
            <a:noAutofit/>
          </a:bodyPr>
          <a:lstStyle/>
          <a:p>
            <a:pPr algn="ctr" defTabSz="1422400" rtl="1">
              <a:lnSpc>
                <a:spcPct val="90000"/>
              </a:lnSpc>
              <a:spcBef>
                <a:spcPct val="0"/>
              </a:spcBef>
              <a:spcAft>
                <a:spcPct val="35000"/>
              </a:spcAft>
            </a:pPr>
            <a:endParaRPr lang="fa-IR" sz="2400" dirty="0">
              <a:latin typeface="Estedad Black" panose="02000A03000000000000" pitchFamily="2" charset="-78"/>
              <a:cs typeface="Estedad Black" panose="02000A03000000000000" pitchFamily="2" charset="-78"/>
            </a:endParaRPr>
          </a:p>
        </p:txBody>
      </p:sp>
      <p:sp>
        <p:nvSpPr>
          <p:cNvPr id="19" name="Arrow: Chevron 18">
            <a:hlinkClick r:id="rId4" action="ppaction://hlinksldjump"/>
            <a:extLst>
              <a:ext uri="{FF2B5EF4-FFF2-40B4-BE49-F238E27FC236}">
                <a16:creationId xmlns:a16="http://schemas.microsoft.com/office/drawing/2014/main" id="{CE860113-49CB-4A22-8158-531621CFB468}"/>
              </a:ext>
            </a:extLst>
          </p:cNvPr>
          <p:cNvSpPr/>
          <p:nvPr/>
        </p:nvSpPr>
        <p:spPr>
          <a:xfrm flipH="1">
            <a:off x="5249766" y="1035310"/>
            <a:ext cx="346677" cy="490325"/>
          </a:xfrm>
          <a:prstGeom prst="chevron">
            <a:avLst>
              <a:gd name="adj" fmla="val 35959"/>
            </a:avLst>
          </a:pr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0" tIns="121921" rIns="182880" bIns="121920" numCol="1" spcCol="1270" anchor="ctr" anchorCtr="0">
            <a:noAutofit/>
          </a:bodyPr>
          <a:lstStyle/>
          <a:p>
            <a:pPr algn="ctr" defTabSz="1422400" rtl="1">
              <a:lnSpc>
                <a:spcPct val="90000"/>
              </a:lnSpc>
              <a:spcBef>
                <a:spcPct val="0"/>
              </a:spcBef>
              <a:spcAft>
                <a:spcPct val="35000"/>
              </a:spcAft>
            </a:pPr>
            <a:endParaRPr lang="fa-IR" sz="2400" dirty="0">
              <a:latin typeface="Estedad Black" panose="02000A03000000000000" pitchFamily="2" charset="-78"/>
              <a:cs typeface="Estedad Black" panose="02000A03000000000000" pitchFamily="2" charset="-78"/>
            </a:endParaRPr>
          </a:p>
        </p:txBody>
      </p:sp>
      <p:sp>
        <p:nvSpPr>
          <p:cNvPr id="28" name="Freeform: Shape 27">
            <a:extLst>
              <a:ext uri="{FF2B5EF4-FFF2-40B4-BE49-F238E27FC236}">
                <a16:creationId xmlns:a16="http://schemas.microsoft.com/office/drawing/2014/main" id="{DDFE6EF0-0437-48F0-A5BB-EB56C47D268F}"/>
              </a:ext>
            </a:extLst>
          </p:cNvPr>
          <p:cNvSpPr/>
          <p:nvPr/>
        </p:nvSpPr>
        <p:spPr>
          <a:xfrm>
            <a:off x="5554818" y="5337033"/>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1440" tIns="91440" rIns="91440" bIns="0" numCol="1" spcCol="1270" anchor="ctr" anchorCtr="0">
            <a:noAutofit/>
          </a:bodyPr>
          <a:lstStyle/>
          <a:p>
            <a:pPr marL="0" lvl="0" indent="0" algn="ctr" defTabSz="1466850">
              <a:lnSpc>
                <a:spcPct val="90000"/>
              </a:lnSpc>
              <a:spcBef>
                <a:spcPct val="0"/>
              </a:spcBef>
              <a:spcAft>
                <a:spcPct val="35000"/>
              </a:spcAft>
              <a:buNone/>
            </a:pPr>
            <a:endParaRPr lang="fa-IR" sz="2000" kern="1200" dirty="0">
              <a:latin typeface="Estedad Black" panose="02000A03000000000000" pitchFamily="2" charset="-78"/>
              <a:cs typeface="Estedad Black" panose="02000A03000000000000" pitchFamily="2" charset="-78"/>
            </a:endParaRPr>
          </a:p>
        </p:txBody>
      </p:sp>
      <p:sp>
        <p:nvSpPr>
          <p:cNvPr id="7" name="TextBox 6">
            <a:extLst>
              <a:ext uri="{FF2B5EF4-FFF2-40B4-BE49-F238E27FC236}">
                <a16:creationId xmlns:a16="http://schemas.microsoft.com/office/drawing/2014/main" id="{61E9C925-628A-B7FE-8B77-5494D21C5CAF}"/>
              </a:ext>
            </a:extLst>
          </p:cNvPr>
          <p:cNvSpPr txBox="1"/>
          <p:nvPr/>
        </p:nvSpPr>
        <p:spPr>
          <a:xfrm>
            <a:off x="5742961" y="5419805"/>
            <a:ext cx="706272" cy="348557"/>
          </a:xfrm>
          <a:prstGeom prst="rect">
            <a:avLst/>
          </a:prstGeom>
          <a:noFill/>
        </p:spPr>
        <p:txBody>
          <a:bodyPr wrap="square">
            <a:spAutoFit/>
          </a:bodyPr>
          <a:lstStyle/>
          <a:p>
            <a:pPr marL="0" lvl="0" indent="0" algn="ctr" defTabSz="1466850">
              <a:lnSpc>
                <a:spcPct val="90000"/>
              </a:lnSpc>
              <a:spcBef>
                <a:spcPct val="0"/>
              </a:spcBef>
              <a:spcAft>
                <a:spcPct val="35000"/>
              </a:spcAft>
              <a:buNone/>
            </a:pPr>
            <a:r>
              <a:rPr lang="fa-IR" b="1" kern="1200" dirty="0">
                <a:solidFill>
                  <a:srgbClr val="262344"/>
                </a:solidFill>
                <a:latin typeface="Vazir Light FD" panose="020B0604020202020204" charset="-78"/>
                <a:cs typeface="Vazir Light FD" panose="020B0604020202020204" charset="-78"/>
              </a:rPr>
              <a:t>3/23</a:t>
            </a:r>
            <a:endParaRPr lang="fa-IR" sz="2000" b="1" kern="1200" dirty="0">
              <a:solidFill>
                <a:srgbClr val="262344"/>
              </a:solidFill>
              <a:latin typeface="Vazir Light FD" panose="020B0604020202020204" charset="-78"/>
              <a:cs typeface="Vazir Light FD" panose="020B0604020202020204" charset="-78"/>
            </a:endParaRPr>
          </a:p>
        </p:txBody>
      </p:sp>
      <p:grpSp>
        <p:nvGrpSpPr>
          <p:cNvPr id="2" name="Group 1">
            <a:extLst>
              <a:ext uri="{FF2B5EF4-FFF2-40B4-BE49-F238E27FC236}">
                <a16:creationId xmlns:a16="http://schemas.microsoft.com/office/drawing/2014/main" id="{94856518-EFA9-BC49-CC71-F33A50B9C2B0}"/>
              </a:ext>
            </a:extLst>
          </p:cNvPr>
          <p:cNvGrpSpPr/>
          <p:nvPr/>
        </p:nvGrpSpPr>
        <p:grpSpPr>
          <a:xfrm>
            <a:off x="1361428" y="1348790"/>
            <a:ext cx="1390481" cy="1646959"/>
            <a:chOff x="625145" y="428945"/>
            <a:chExt cx="1438785" cy="1701470"/>
          </a:xfrm>
        </p:grpSpPr>
        <p:pic>
          <p:nvPicPr>
            <p:cNvPr id="3" name="Picture 4">
              <a:extLst>
                <a:ext uri="{FF2B5EF4-FFF2-40B4-BE49-F238E27FC236}">
                  <a16:creationId xmlns:a16="http://schemas.microsoft.com/office/drawing/2014/main" id="{0E3AC5A6-CA82-013E-6C5C-34F87E4DD555}"/>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Shape 3">
              <a:extLst>
                <a:ext uri="{FF2B5EF4-FFF2-40B4-BE49-F238E27FC236}">
                  <a16:creationId xmlns:a16="http://schemas.microsoft.com/office/drawing/2014/main" id="{F181D92B-70DC-5B93-A7FD-7FE1DD76FE92}"/>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دانشگاه اصفهان</a:t>
              </a:r>
            </a:p>
          </p:txBody>
        </p:sp>
        <p:sp>
          <p:nvSpPr>
            <p:cNvPr id="5" name="Freeform: Shape 4">
              <a:extLst>
                <a:ext uri="{FF2B5EF4-FFF2-40B4-BE49-F238E27FC236}">
                  <a16:creationId xmlns:a16="http://schemas.microsoft.com/office/drawing/2014/main" id="{0BDC9F0C-CDA1-7834-871C-EDFEA01812E6}"/>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دانشکده مهندسی کامپیوتر</a:t>
              </a:r>
            </a:p>
          </p:txBody>
        </p:sp>
        <p:sp>
          <p:nvSpPr>
            <p:cNvPr id="6" name="Freeform: Shape 5">
              <a:extLst>
                <a:ext uri="{FF2B5EF4-FFF2-40B4-BE49-F238E27FC236}">
                  <a16:creationId xmlns:a16="http://schemas.microsoft.com/office/drawing/2014/main" id="{AC2DEE14-27D6-53B3-1FEB-B811E70B665F}"/>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گروه هوش مصنوعی و رباتیک</a:t>
              </a:r>
            </a:p>
          </p:txBody>
        </p:sp>
      </p:grpSp>
      <p:sp>
        <p:nvSpPr>
          <p:cNvPr id="8" name="TextBox 7">
            <a:extLst>
              <a:ext uri="{FF2B5EF4-FFF2-40B4-BE49-F238E27FC236}">
                <a16:creationId xmlns:a16="http://schemas.microsoft.com/office/drawing/2014/main" id="{8F8B9D13-7685-FFC7-CF57-5364A7E3C47E}"/>
              </a:ext>
            </a:extLst>
          </p:cNvPr>
          <p:cNvSpPr txBox="1"/>
          <p:nvPr/>
        </p:nvSpPr>
        <p:spPr>
          <a:xfrm>
            <a:off x="1361428" y="5210469"/>
            <a:ext cx="3238519" cy="276999"/>
          </a:xfrm>
          <a:prstGeom prst="rect">
            <a:avLst/>
          </a:prstGeom>
          <a:solidFill>
            <a:srgbClr val="FFD966"/>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r"/>
            <a:r>
              <a:rPr lang="fa-IR" sz="1200" b="1" dirty="0">
                <a:latin typeface="Vazir Light FD" panose="020B0604020202020204" charset="-78"/>
                <a:cs typeface="Vazir Light FD" panose="020B0604020202020204" charset="-78"/>
              </a:rPr>
              <a:t>محمد امین کیانی، ارائه درس سمینار و روش پژوهش</a:t>
            </a:r>
            <a:endParaRPr lang="en-US" sz="1200" b="1" dirty="0">
              <a:latin typeface="Vazir Light FD" panose="020B0604020202020204" charset="-78"/>
              <a:cs typeface="Vazir Light FD" panose="020B0604020202020204" charset="-78"/>
            </a:endParaRPr>
          </a:p>
        </p:txBody>
      </p:sp>
    </p:spTree>
    <p:extLst>
      <p:ext uri="{BB962C8B-B14F-4D97-AF65-F5344CB8AC3E}">
        <p14:creationId xmlns:p14="http://schemas.microsoft.com/office/powerpoint/2010/main" val="37257663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9F2FE93-2B41-43B8-A4BB-8CC1767501DD}"/>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8" name="!!Freeform: Shape 20">
            <a:hlinkClick r:id="rId2" action="ppaction://hlinksldjump"/>
            <a:extLst>
              <a:ext uri="{FF2B5EF4-FFF2-40B4-BE49-F238E27FC236}">
                <a16:creationId xmlns:a16="http://schemas.microsoft.com/office/drawing/2014/main" id="{0D5DBB3B-CB48-4BC6-B242-8CAFEBB0290C}"/>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FFD966"/>
          </a:solidFill>
          <a:ln w="12700" cap="flat" cmpd="sng" algn="ctr">
            <a:noFill/>
            <a:prstDash val="dash"/>
            <a:miter lim="800000"/>
          </a:ln>
          <a:effectLst/>
        </p:spPr>
        <p:txBody>
          <a:bodyPr rtlCol="0" anchor="ctr"/>
          <a:lstStyle/>
          <a:p>
            <a:pPr algn="ctr" rtl="1"/>
            <a:r>
              <a:rPr lang="fa-IR" sz="2200" b="1" kern="0" dirty="0">
                <a:solidFill>
                  <a:prstClr val="black">
                    <a:lumMod val="85000"/>
                    <a:lumOff val="15000"/>
                  </a:prstClr>
                </a:solidFill>
                <a:latin typeface="Shabnam" panose="020B0603030804020204" pitchFamily="34" charset="-78"/>
                <a:cs typeface="Shabnam" panose="020B0603030804020204" pitchFamily="34" charset="-78"/>
              </a:rPr>
              <a:t>مقدمه</a:t>
            </a:r>
          </a:p>
        </p:txBody>
      </p:sp>
      <p:sp>
        <p:nvSpPr>
          <p:cNvPr id="49" name="Freeform: Shape 48">
            <a:hlinkClick r:id="rId3" action="ppaction://hlinksldjump"/>
            <a:extLst>
              <a:ext uri="{FF2B5EF4-FFF2-40B4-BE49-F238E27FC236}">
                <a16:creationId xmlns:a16="http://schemas.microsoft.com/office/drawing/2014/main" id="{77D69F18-4B5C-40D6-8116-250D04FED27C}"/>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پیشینه</a:t>
            </a:r>
          </a:p>
        </p:txBody>
      </p:sp>
      <p:sp>
        <p:nvSpPr>
          <p:cNvPr id="50" name="!!Freeform: Shape 32">
            <a:hlinkClick r:id="rId3" action="ppaction://hlinksldjump"/>
            <a:extLst>
              <a:ext uri="{FF2B5EF4-FFF2-40B4-BE49-F238E27FC236}">
                <a16:creationId xmlns:a16="http://schemas.microsoft.com/office/drawing/2014/main" id="{75FA1A5F-92D2-461A-A986-FB3376117D7B}"/>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اهداف پژوهش</a:t>
            </a:r>
          </a:p>
        </p:txBody>
      </p:sp>
      <p:sp>
        <p:nvSpPr>
          <p:cNvPr id="51" name="Freeform: Shape 50">
            <a:hlinkClick r:id="rId4" action="ppaction://hlinksldjump"/>
            <a:extLst>
              <a:ext uri="{FF2B5EF4-FFF2-40B4-BE49-F238E27FC236}">
                <a16:creationId xmlns:a16="http://schemas.microsoft.com/office/drawing/2014/main" id="{B9830256-9CC9-4B27-AC6A-ED612AFBC1ED}"/>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روش پژوهش</a:t>
            </a:r>
          </a:p>
        </p:txBody>
      </p:sp>
      <p:sp>
        <p:nvSpPr>
          <p:cNvPr id="52" name="!!Freeform: Shape 34">
            <a:hlinkClick r:id="" action="ppaction://noaction"/>
            <a:extLst>
              <a:ext uri="{FF2B5EF4-FFF2-40B4-BE49-F238E27FC236}">
                <a16:creationId xmlns:a16="http://schemas.microsoft.com/office/drawing/2014/main" id="{837A91C8-1B0B-4D45-8687-D24DC1EB7D28}"/>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مراجع</a:t>
            </a:r>
          </a:p>
        </p:txBody>
      </p:sp>
      <p:sp>
        <p:nvSpPr>
          <p:cNvPr id="2" name="Freeform: Shape 1">
            <a:extLst>
              <a:ext uri="{FF2B5EF4-FFF2-40B4-BE49-F238E27FC236}">
                <a16:creationId xmlns:a16="http://schemas.microsoft.com/office/drawing/2014/main" id="{63683828-7D17-A2ED-77F8-38088A584FED}"/>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dirty="0">
              <a:solidFill>
                <a:prstClr val="white"/>
              </a:solidFill>
              <a:cs typeface="Arial"/>
            </a:endParaRPr>
          </a:p>
        </p:txBody>
      </p:sp>
      <p:sp>
        <p:nvSpPr>
          <p:cNvPr id="3" name="Freeform: Shape 2">
            <a:extLst>
              <a:ext uri="{FF2B5EF4-FFF2-40B4-BE49-F238E27FC236}">
                <a16:creationId xmlns:a16="http://schemas.microsoft.com/office/drawing/2014/main" id="{EE50F63E-B1AA-07CD-8F6C-C39ABE5850DB}"/>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dirty="0">
              <a:solidFill>
                <a:prstClr val="white"/>
              </a:solidFill>
              <a:cs typeface="Arial"/>
            </a:endParaRPr>
          </a:p>
        </p:txBody>
      </p:sp>
      <p:pic>
        <p:nvPicPr>
          <p:cNvPr id="4" name="Graphic 3" descr="Home">
            <a:extLst>
              <a:ext uri="{FF2B5EF4-FFF2-40B4-BE49-F238E27FC236}">
                <a16:creationId xmlns:a16="http://schemas.microsoft.com/office/drawing/2014/main" id="{8A3786AC-F4BE-B4BD-A1C8-5442AE7CAEF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68231082-5B2E-40E5-A7AC-A5E0C8B07B57}"/>
              </a:ext>
            </a:extLst>
          </p:cNvPr>
          <p:cNvSpPr txBox="1"/>
          <p:nvPr/>
        </p:nvSpPr>
        <p:spPr>
          <a:xfrm>
            <a:off x="11498811" y="6112895"/>
            <a:ext cx="806054" cy="348557"/>
          </a:xfrm>
          <a:prstGeom prst="rect">
            <a:avLst/>
          </a:prstGeom>
          <a:noFill/>
        </p:spPr>
        <p:txBody>
          <a:bodyPr wrap="square">
            <a:spAutoFit/>
          </a:bodyPr>
          <a:lstStyle/>
          <a:p>
            <a:pPr marL="0" lvl="0" indent="0" algn="ctr" defTabSz="1466850">
              <a:lnSpc>
                <a:spcPct val="90000"/>
              </a:lnSpc>
              <a:spcBef>
                <a:spcPct val="0"/>
              </a:spcBef>
              <a:spcAft>
                <a:spcPct val="35000"/>
              </a:spcAft>
              <a:buNone/>
            </a:pPr>
            <a:r>
              <a:rPr lang="fa-IR" b="1" kern="1200" dirty="0">
                <a:solidFill>
                  <a:schemeClr val="bg1"/>
                </a:solidFill>
                <a:latin typeface="Vazir Light FD" panose="020B0604020202020204" charset="-78"/>
                <a:cs typeface="Vazir Light FD" panose="020B0604020202020204" charset="-78"/>
              </a:rPr>
              <a:t>4/23</a:t>
            </a:r>
            <a:endParaRPr lang="fa-IR" sz="2000" b="1" kern="1200" dirty="0">
              <a:solidFill>
                <a:schemeClr val="bg1"/>
              </a:solidFill>
              <a:latin typeface="Vazir Light FD" panose="020B0604020202020204" charset="-78"/>
              <a:cs typeface="Vazir Light FD" panose="020B0604020202020204" charset="-78"/>
            </a:endParaRPr>
          </a:p>
        </p:txBody>
      </p:sp>
      <p:grpSp>
        <p:nvGrpSpPr>
          <p:cNvPr id="8" name="Group 7">
            <a:extLst>
              <a:ext uri="{FF2B5EF4-FFF2-40B4-BE49-F238E27FC236}">
                <a16:creationId xmlns:a16="http://schemas.microsoft.com/office/drawing/2014/main" id="{84C63B73-8C54-7646-9E85-6918D401166F}"/>
              </a:ext>
            </a:extLst>
          </p:cNvPr>
          <p:cNvGrpSpPr/>
          <p:nvPr/>
        </p:nvGrpSpPr>
        <p:grpSpPr>
          <a:xfrm>
            <a:off x="394775" y="415751"/>
            <a:ext cx="1477568" cy="1571887"/>
            <a:chOff x="625145" y="428945"/>
            <a:chExt cx="1438785" cy="1701470"/>
          </a:xfrm>
        </p:grpSpPr>
        <p:pic>
          <p:nvPicPr>
            <p:cNvPr id="9" name="Picture 4">
              <a:extLst>
                <a:ext uri="{FF2B5EF4-FFF2-40B4-BE49-F238E27FC236}">
                  <a16:creationId xmlns:a16="http://schemas.microsoft.com/office/drawing/2014/main" id="{8F528261-CF42-4624-B334-B27BF26D8FDA}"/>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Shape 11">
              <a:extLst>
                <a:ext uri="{FF2B5EF4-FFF2-40B4-BE49-F238E27FC236}">
                  <a16:creationId xmlns:a16="http://schemas.microsoft.com/office/drawing/2014/main" id="{7DF3956E-902A-8829-A193-DB1ED3D8A4D1}"/>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دانشگاه اصفهان</a:t>
              </a:r>
            </a:p>
          </p:txBody>
        </p:sp>
        <p:sp>
          <p:nvSpPr>
            <p:cNvPr id="13" name="Freeform: Shape 12">
              <a:extLst>
                <a:ext uri="{FF2B5EF4-FFF2-40B4-BE49-F238E27FC236}">
                  <a16:creationId xmlns:a16="http://schemas.microsoft.com/office/drawing/2014/main" id="{3CB082D6-6141-3444-971F-044E2230AFF2}"/>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دانشکده مهندسی کامپیوتر</a:t>
              </a:r>
            </a:p>
          </p:txBody>
        </p:sp>
        <p:sp>
          <p:nvSpPr>
            <p:cNvPr id="14" name="Freeform: Shape 13">
              <a:extLst>
                <a:ext uri="{FF2B5EF4-FFF2-40B4-BE49-F238E27FC236}">
                  <a16:creationId xmlns:a16="http://schemas.microsoft.com/office/drawing/2014/main" id="{45594292-BD3B-2A00-3792-5A28ACDC4175}"/>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گروه هوش مصنوعی و رباتیک</a:t>
              </a:r>
            </a:p>
          </p:txBody>
        </p:sp>
      </p:grpSp>
      <p:sp>
        <p:nvSpPr>
          <p:cNvPr id="15" name="TextBox 14">
            <a:extLst>
              <a:ext uri="{FF2B5EF4-FFF2-40B4-BE49-F238E27FC236}">
                <a16:creationId xmlns:a16="http://schemas.microsoft.com/office/drawing/2014/main" id="{5422712D-2FEB-CF0B-9655-AEC9085BB825}"/>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r"/>
            <a:r>
              <a:rPr lang="fa-IR" sz="1200" b="1" dirty="0">
                <a:latin typeface="Vazir Light FD" panose="020B0604020202020204" charset="-78"/>
                <a:cs typeface="Vazir Light FD" panose="020B0604020202020204" charset="-78"/>
              </a:rPr>
              <a:t>محمد امین کیانی، ارائه درس سمینار و روش پژوهش</a:t>
            </a:r>
            <a:endParaRPr lang="en-US" sz="1200" b="1" dirty="0">
              <a:latin typeface="Vazir Light FD" panose="020B0604020202020204" charset="-78"/>
              <a:cs typeface="Vazir Light FD" panose="020B0604020202020204" charset="-78"/>
            </a:endParaRPr>
          </a:p>
        </p:txBody>
      </p:sp>
      <p:pic>
        <p:nvPicPr>
          <p:cNvPr id="24" name="Picture 23">
            <a:extLst>
              <a:ext uri="{FF2B5EF4-FFF2-40B4-BE49-F238E27FC236}">
                <a16:creationId xmlns:a16="http://schemas.microsoft.com/office/drawing/2014/main" id="{510C0B9E-CD0B-6649-6813-34D7582D0F94}"/>
              </a:ext>
            </a:extLst>
          </p:cNvPr>
          <p:cNvPicPr>
            <a:picLocks noChangeAspect="1"/>
          </p:cNvPicPr>
          <p:nvPr/>
        </p:nvPicPr>
        <p:blipFill>
          <a:blip r:embed="rId9"/>
          <a:stretch>
            <a:fillRect/>
          </a:stretch>
        </p:blipFill>
        <p:spPr>
          <a:xfrm>
            <a:off x="2325189" y="722173"/>
            <a:ext cx="7097359" cy="5380236"/>
          </a:xfrm>
          <a:prstGeom prst="rect">
            <a:avLst/>
          </a:prstGeom>
        </p:spPr>
      </p:pic>
    </p:spTree>
    <p:extLst>
      <p:ext uri="{BB962C8B-B14F-4D97-AF65-F5344CB8AC3E}">
        <p14:creationId xmlns:p14="http://schemas.microsoft.com/office/powerpoint/2010/main" val="36462533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a:extLst>
            <a:ext uri="{FF2B5EF4-FFF2-40B4-BE49-F238E27FC236}">
              <a16:creationId xmlns:a16="http://schemas.microsoft.com/office/drawing/2014/main" id="{F6CC198D-5A7E-4326-B928-D2DDBE750130}"/>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B6908C14-F7EE-5D94-37D3-8C569C9637E8}"/>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sp>
        <p:nvSpPr>
          <p:cNvPr id="48" name="!!Freeform: Shape 20">
            <a:hlinkClick r:id="rId2" action="ppaction://hlinksldjump"/>
            <a:extLst>
              <a:ext uri="{FF2B5EF4-FFF2-40B4-BE49-F238E27FC236}">
                <a16:creationId xmlns:a16="http://schemas.microsoft.com/office/drawing/2014/main" id="{5DF34675-A447-18F2-75A5-00D0885CF7D5}"/>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FFD966"/>
          </a:solidFill>
          <a:ln w="12700" cap="flat" cmpd="sng" algn="ctr">
            <a:noFill/>
            <a:prstDash val="dash"/>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2200" b="1" i="0" u="none" strike="noStrike" kern="0" cap="none" spc="0" normalizeH="0" baseline="0" noProof="0" dirty="0">
                <a:ln>
                  <a:noFill/>
                </a:ln>
                <a:solidFill>
                  <a:prstClr val="black">
                    <a:lumMod val="85000"/>
                    <a:lumOff val="15000"/>
                  </a:prstClr>
                </a:solidFill>
                <a:effectLst/>
                <a:uLnTx/>
                <a:uFillTx/>
                <a:latin typeface="Shabnam" panose="020B0603030804020204" pitchFamily="34" charset="-78"/>
                <a:ea typeface="+mn-ea"/>
                <a:cs typeface="Shabnam" panose="020B0603030804020204" pitchFamily="34" charset="-78"/>
              </a:rPr>
              <a:t>مقدمه</a:t>
            </a:r>
          </a:p>
        </p:txBody>
      </p:sp>
      <p:sp>
        <p:nvSpPr>
          <p:cNvPr id="49" name="Freeform: Shape 48">
            <a:hlinkClick r:id="rId3" action="ppaction://hlinksldjump"/>
            <a:extLst>
              <a:ext uri="{FF2B5EF4-FFF2-40B4-BE49-F238E27FC236}">
                <a16:creationId xmlns:a16="http://schemas.microsoft.com/office/drawing/2014/main" id="{1E125862-8E23-0DA0-E858-EEAA5B350531}"/>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پیشینه</a:t>
            </a:r>
          </a:p>
        </p:txBody>
      </p:sp>
      <p:sp>
        <p:nvSpPr>
          <p:cNvPr id="50" name="!!Freeform: Shape 32">
            <a:hlinkClick r:id="rId3" action="ppaction://hlinksldjump"/>
            <a:extLst>
              <a:ext uri="{FF2B5EF4-FFF2-40B4-BE49-F238E27FC236}">
                <a16:creationId xmlns:a16="http://schemas.microsoft.com/office/drawing/2014/main" id="{0307DF63-0CF5-D6F8-CE53-6298063C97E8}"/>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اهداف پژوهش</a:t>
            </a:r>
          </a:p>
        </p:txBody>
      </p:sp>
      <p:sp>
        <p:nvSpPr>
          <p:cNvPr id="51" name="Freeform: Shape 50">
            <a:hlinkClick r:id="rId4" action="ppaction://hlinksldjump"/>
            <a:extLst>
              <a:ext uri="{FF2B5EF4-FFF2-40B4-BE49-F238E27FC236}">
                <a16:creationId xmlns:a16="http://schemas.microsoft.com/office/drawing/2014/main" id="{959F2F7A-FB5E-17AF-59F6-CE9384F234D6}"/>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روش پژوهش</a:t>
            </a:r>
          </a:p>
        </p:txBody>
      </p:sp>
      <p:sp>
        <p:nvSpPr>
          <p:cNvPr id="52" name="!!Freeform: Shape 34">
            <a:hlinkClick r:id="" action="ppaction://noaction"/>
            <a:extLst>
              <a:ext uri="{FF2B5EF4-FFF2-40B4-BE49-F238E27FC236}">
                <a16:creationId xmlns:a16="http://schemas.microsoft.com/office/drawing/2014/main" id="{4FBDBD38-35F8-10CD-7116-4EFD2431C731}"/>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مراجع</a:t>
            </a:r>
          </a:p>
        </p:txBody>
      </p:sp>
      <p:sp>
        <p:nvSpPr>
          <p:cNvPr id="2" name="Freeform: Shape 1">
            <a:extLst>
              <a:ext uri="{FF2B5EF4-FFF2-40B4-BE49-F238E27FC236}">
                <a16:creationId xmlns:a16="http://schemas.microsoft.com/office/drawing/2014/main" id="{C3A02658-43C6-5122-1239-AE26F5789CA5}"/>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sp>
        <p:nvSpPr>
          <p:cNvPr id="3" name="Freeform: Shape 2">
            <a:extLst>
              <a:ext uri="{FF2B5EF4-FFF2-40B4-BE49-F238E27FC236}">
                <a16:creationId xmlns:a16="http://schemas.microsoft.com/office/drawing/2014/main" id="{39FA5D5E-CA99-3088-F940-34610324A87C}"/>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pic>
        <p:nvPicPr>
          <p:cNvPr id="4" name="Graphic 3" descr="Home">
            <a:extLst>
              <a:ext uri="{FF2B5EF4-FFF2-40B4-BE49-F238E27FC236}">
                <a16:creationId xmlns:a16="http://schemas.microsoft.com/office/drawing/2014/main" id="{C39A3452-E48C-F7C4-5154-39BDABA445C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EF3873C0-0438-7D19-CF96-F61AC13FF12F}"/>
              </a:ext>
            </a:extLst>
          </p:cNvPr>
          <p:cNvSpPr txBox="1"/>
          <p:nvPr/>
        </p:nvSpPr>
        <p:spPr>
          <a:xfrm>
            <a:off x="11498811" y="6112895"/>
            <a:ext cx="806054" cy="348557"/>
          </a:xfrm>
          <a:prstGeom prst="rect">
            <a:avLst/>
          </a:prstGeom>
          <a:noFill/>
        </p:spPr>
        <p:txBody>
          <a:bodyPr wrap="square">
            <a:spAutoFit/>
          </a:bodyPr>
          <a:lstStyle/>
          <a:p>
            <a:pPr marL="0" marR="0" lvl="0" indent="0" algn="ctr" defTabSz="1466850" rtl="0" eaLnBrk="1" fontAlgn="auto" latinLnBrk="0" hangingPunct="1">
              <a:lnSpc>
                <a:spcPct val="90000"/>
              </a:lnSpc>
              <a:spcBef>
                <a:spcPct val="0"/>
              </a:spcBef>
              <a:spcAft>
                <a:spcPct val="35000"/>
              </a:spcAft>
              <a:buClrTx/>
              <a:buSzTx/>
              <a:buFontTx/>
              <a:buNone/>
              <a:tabLst/>
              <a:defRPr/>
            </a:pPr>
            <a:r>
              <a:rPr kumimoji="0" lang="fa-IR"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rPr>
              <a:t>5/23</a:t>
            </a:r>
            <a:endParaRPr kumimoji="0" lang="fa-IR" sz="2000"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endParaRPr>
          </a:p>
        </p:txBody>
      </p:sp>
      <p:sp>
        <p:nvSpPr>
          <p:cNvPr id="10" name="Title 1">
            <a:extLst>
              <a:ext uri="{FF2B5EF4-FFF2-40B4-BE49-F238E27FC236}">
                <a16:creationId xmlns:a16="http://schemas.microsoft.com/office/drawing/2014/main" id="{E7BC4467-A991-39EF-AEF9-17CFC45C911A}"/>
              </a:ext>
            </a:extLst>
          </p:cNvPr>
          <p:cNvSpPr>
            <a:spLocks noGrp="1"/>
          </p:cNvSpPr>
          <p:nvPr>
            <p:ph type="ctrTitle"/>
          </p:nvPr>
        </p:nvSpPr>
        <p:spPr>
          <a:xfrm>
            <a:off x="676876" y="974936"/>
            <a:ext cx="8839082" cy="774676"/>
          </a:xfrm>
        </p:spPr>
        <p:txBody>
          <a:bodyPr>
            <a:noAutofit/>
          </a:bodyPr>
          <a:lstStyle/>
          <a:p>
            <a:pPr algn="r"/>
            <a:r>
              <a:rPr lang="fa-IR" sz="4800" b="1" dirty="0">
                <a:solidFill>
                  <a:srgbClr val="262344"/>
                </a:solidFill>
                <a:latin typeface="Estedad Black" panose="02000A03000000000000" pitchFamily="2" charset="-78"/>
                <a:cs typeface="Estedad Black" panose="02000A03000000000000" pitchFamily="2" charset="-78"/>
              </a:rPr>
              <a:t>کاربردها و چالش‌ها</a:t>
            </a:r>
          </a:p>
        </p:txBody>
      </p:sp>
      <p:sp>
        <p:nvSpPr>
          <p:cNvPr id="11" name="Subtitle 2">
            <a:extLst>
              <a:ext uri="{FF2B5EF4-FFF2-40B4-BE49-F238E27FC236}">
                <a16:creationId xmlns:a16="http://schemas.microsoft.com/office/drawing/2014/main" id="{0CA7C392-8E08-48D8-C23E-5BA24E542245}"/>
              </a:ext>
            </a:extLst>
          </p:cNvPr>
          <p:cNvSpPr>
            <a:spLocks noGrp="1"/>
          </p:cNvSpPr>
          <p:nvPr>
            <p:ph type="subTitle" idx="1"/>
          </p:nvPr>
        </p:nvSpPr>
        <p:spPr>
          <a:xfrm>
            <a:off x="404805" y="1723470"/>
            <a:ext cx="9279126" cy="4286612"/>
          </a:xfrm>
        </p:spPr>
        <p:txBody>
          <a:bodyPr>
            <a:noAutofit/>
          </a:bodyPr>
          <a:lstStyle/>
          <a:p>
            <a:pPr algn="just" rtl="1">
              <a:lnSpc>
                <a:spcPct val="170000"/>
              </a:lnSpc>
            </a:pPr>
            <a:r>
              <a:rPr lang="fa-IR" sz="1400" dirty="0">
                <a:solidFill>
                  <a:srgbClr val="000000"/>
                </a:solidFill>
                <a:effectLst/>
                <a:latin typeface="Shabnam" panose="020B0603030804020204" pitchFamily="34" charset="-78"/>
                <a:cs typeface="Shabnam" panose="020B0603030804020204" pitchFamily="34" charset="-78"/>
              </a:rPr>
              <a:t>کاربردها: </a:t>
            </a:r>
          </a:p>
          <a:p>
            <a:pPr marL="342900" indent="-342900" algn="just" rtl="1">
              <a:lnSpc>
                <a:spcPct val="170000"/>
              </a:lnSpc>
              <a:buFontTx/>
              <a:buChar char="-"/>
            </a:pPr>
            <a:r>
              <a:rPr lang="fa-IR" sz="1400" dirty="0">
                <a:solidFill>
                  <a:srgbClr val="000000"/>
                </a:solidFill>
                <a:effectLst/>
                <a:latin typeface="Shabnam" panose="020B0603030804020204" pitchFamily="34" charset="-78"/>
                <a:cs typeface="Shabnam" panose="020B0603030804020204" pitchFamily="34" charset="-78"/>
              </a:rPr>
              <a:t>سلامت روان و تولید موسیقی شخصی‌سازی‌شده برای کاهش اضطراب و موسیقی‌درمانی.</a:t>
            </a:r>
          </a:p>
          <a:p>
            <a:pPr marL="342900" indent="-342900" algn="just" rtl="1">
              <a:lnSpc>
                <a:spcPct val="170000"/>
              </a:lnSpc>
              <a:buFontTx/>
              <a:buChar char="-"/>
            </a:pPr>
            <a:r>
              <a:rPr lang="fa-IR" sz="1400" dirty="0">
                <a:solidFill>
                  <a:srgbClr val="000000"/>
                </a:solidFill>
                <a:effectLst/>
                <a:latin typeface="Shabnam" panose="020B0603030804020204" pitchFamily="34" charset="-78"/>
                <a:cs typeface="Shabnam" panose="020B0603030804020204" pitchFamily="34" charset="-78"/>
              </a:rPr>
              <a:t>صنعت بازی‌های ویدیویی برای ساخت موسیقی متن تعاملی و بی‌درنگ.</a:t>
            </a:r>
          </a:p>
          <a:p>
            <a:pPr marL="342900" indent="-342900" algn="just" rtl="1">
              <a:lnSpc>
                <a:spcPct val="170000"/>
              </a:lnSpc>
              <a:buFontTx/>
              <a:buChar char="-"/>
            </a:pPr>
            <a:r>
              <a:rPr lang="fa-IR" sz="1400" dirty="0">
                <a:solidFill>
                  <a:srgbClr val="000000"/>
                </a:solidFill>
                <a:effectLst/>
                <a:latin typeface="Shabnam" panose="020B0603030804020204" pitchFamily="34" charset="-78"/>
                <a:cs typeface="Shabnam" panose="020B0603030804020204" pitchFamily="34" charset="-78"/>
              </a:rPr>
              <a:t>دستیاری آهنگسازان فیلم برای خودکارسازی و بهبود کیفیت ادراکی موسیقی متن.</a:t>
            </a:r>
          </a:p>
          <a:p>
            <a:pPr algn="just" rtl="1">
              <a:lnSpc>
                <a:spcPct val="170000"/>
              </a:lnSpc>
            </a:pPr>
            <a:r>
              <a:rPr lang="fa-IR" sz="1400" dirty="0">
                <a:solidFill>
                  <a:srgbClr val="000000"/>
                </a:solidFill>
                <a:effectLst/>
                <a:latin typeface="Shabnam" panose="020B0603030804020204" pitchFamily="34" charset="-78"/>
                <a:cs typeface="Shabnam" panose="020B0603030804020204" pitchFamily="34" charset="-78"/>
              </a:rPr>
              <a:t>چالش‌ها:</a:t>
            </a:r>
          </a:p>
          <a:p>
            <a:pPr marL="342900" indent="-342900" algn="just" rtl="1">
              <a:lnSpc>
                <a:spcPct val="170000"/>
              </a:lnSpc>
              <a:buFontTx/>
              <a:buChar char="-"/>
            </a:pPr>
            <a:r>
              <a:rPr lang="fa-IR" sz="1400" dirty="0">
                <a:solidFill>
                  <a:srgbClr val="000000"/>
                </a:solidFill>
                <a:effectLst/>
                <a:latin typeface="Shabnam" panose="020B0603030804020204" pitchFamily="34" charset="-78"/>
                <a:cs typeface="Shabnam" panose="020B0603030804020204" pitchFamily="34" charset="-78"/>
              </a:rPr>
              <a:t>مدل‌سازی احساسات ترکیبی و پیوسته در طول زمان بسیار پیچیده است.</a:t>
            </a:r>
          </a:p>
          <a:p>
            <a:pPr marL="342900" indent="-342900" algn="just" rtl="1">
              <a:lnSpc>
                <a:spcPct val="170000"/>
              </a:lnSpc>
              <a:buFontTx/>
              <a:buChar char="-"/>
            </a:pPr>
            <a:r>
              <a:rPr lang="fa-IR" sz="1400" dirty="0">
                <a:solidFill>
                  <a:srgbClr val="000000"/>
                </a:solidFill>
                <a:effectLst/>
                <a:latin typeface="Shabnam" panose="020B0603030804020204" pitchFamily="34" charset="-78"/>
                <a:cs typeface="Shabnam" panose="020B0603030804020204" pitchFamily="34" charset="-78"/>
              </a:rPr>
              <a:t>کمبود مجموعه داده‌های حاشیه‌نویسی‌شده برای سبک موسیقی راک وجود دارد.</a:t>
            </a:r>
          </a:p>
          <a:p>
            <a:pPr marL="342900" indent="-342900" algn="just" rtl="1">
              <a:lnSpc>
                <a:spcPct val="170000"/>
              </a:lnSpc>
              <a:buFontTx/>
              <a:buChar char="-"/>
            </a:pPr>
            <a:r>
              <a:rPr lang="fa-IR" sz="1400" dirty="0">
                <a:solidFill>
                  <a:srgbClr val="000000"/>
                </a:solidFill>
                <a:effectLst/>
                <a:latin typeface="Shabnam" panose="020B0603030804020204" pitchFamily="34" charset="-78"/>
                <a:cs typeface="Shabnam" panose="020B0603030804020204" pitchFamily="34" charset="-78"/>
              </a:rPr>
              <a:t>محدودیت‌های پردازشی بالایی در مدل‌های تولید سیگنال صوتی خام وجود دارد. </a:t>
            </a:r>
          </a:p>
          <a:p>
            <a:pPr marL="342900" indent="-342900" algn="just" rtl="1">
              <a:lnSpc>
                <a:spcPct val="170000"/>
              </a:lnSpc>
              <a:buFontTx/>
              <a:buChar char="-"/>
            </a:pPr>
            <a:r>
              <a:rPr lang="fa-IR" sz="1400" dirty="0">
                <a:solidFill>
                  <a:srgbClr val="000000"/>
                </a:solidFill>
                <a:effectLst/>
                <a:latin typeface="Shabnam" panose="020B0603030804020204" pitchFamily="34" charset="-78"/>
                <a:cs typeface="Shabnam" panose="020B0603030804020204" pitchFamily="34" charset="-78"/>
              </a:rPr>
              <a:t>ماهیت جعبه‌سیاه شبکه‌های عصبی مانع از درک منطق تولید قطعه توسط کاربر می‌شود. </a:t>
            </a:r>
          </a:p>
        </p:txBody>
      </p:sp>
      <p:grpSp>
        <p:nvGrpSpPr>
          <p:cNvPr id="8" name="Group 7">
            <a:extLst>
              <a:ext uri="{FF2B5EF4-FFF2-40B4-BE49-F238E27FC236}">
                <a16:creationId xmlns:a16="http://schemas.microsoft.com/office/drawing/2014/main" id="{86ECD4A1-BB0B-9B79-4B3D-B8B6C601600A}"/>
              </a:ext>
            </a:extLst>
          </p:cNvPr>
          <p:cNvGrpSpPr/>
          <p:nvPr/>
        </p:nvGrpSpPr>
        <p:grpSpPr>
          <a:xfrm>
            <a:off x="394775" y="415751"/>
            <a:ext cx="1477568" cy="1571887"/>
            <a:chOff x="625145" y="428945"/>
            <a:chExt cx="1438785" cy="1701470"/>
          </a:xfrm>
        </p:grpSpPr>
        <p:pic>
          <p:nvPicPr>
            <p:cNvPr id="9" name="Picture 4">
              <a:extLst>
                <a:ext uri="{FF2B5EF4-FFF2-40B4-BE49-F238E27FC236}">
                  <a16:creationId xmlns:a16="http://schemas.microsoft.com/office/drawing/2014/main" id="{B2D214BD-9A40-323B-A890-A7955607DBF0}"/>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Shape 11">
              <a:extLst>
                <a:ext uri="{FF2B5EF4-FFF2-40B4-BE49-F238E27FC236}">
                  <a16:creationId xmlns:a16="http://schemas.microsoft.com/office/drawing/2014/main" id="{93F5C6E9-E780-A100-03C9-0365D176A752}"/>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دانشگاه اصفهان</a:t>
              </a:r>
            </a:p>
          </p:txBody>
        </p:sp>
        <p:sp>
          <p:nvSpPr>
            <p:cNvPr id="13" name="Freeform: Shape 12">
              <a:extLst>
                <a:ext uri="{FF2B5EF4-FFF2-40B4-BE49-F238E27FC236}">
                  <a16:creationId xmlns:a16="http://schemas.microsoft.com/office/drawing/2014/main" id="{9479D65C-E09A-F499-5DFE-C9FACFD67CC1}"/>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دانشکده مهندسی کامپیوتر</a:t>
              </a:r>
            </a:p>
          </p:txBody>
        </p:sp>
        <p:sp>
          <p:nvSpPr>
            <p:cNvPr id="14" name="Freeform: Shape 13">
              <a:extLst>
                <a:ext uri="{FF2B5EF4-FFF2-40B4-BE49-F238E27FC236}">
                  <a16:creationId xmlns:a16="http://schemas.microsoft.com/office/drawing/2014/main" id="{21BA93D5-BB64-3A6C-8E44-F58536059289}"/>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گروه هوش مصنوعی و رباتیک</a:t>
              </a:r>
            </a:p>
          </p:txBody>
        </p:sp>
      </p:grpSp>
      <p:sp>
        <p:nvSpPr>
          <p:cNvPr id="15" name="TextBox 14">
            <a:extLst>
              <a:ext uri="{FF2B5EF4-FFF2-40B4-BE49-F238E27FC236}">
                <a16:creationId xmlns:a16="http://schemas.microsoft.com/office/drawing/2014/main" id="{7FC010D7-7ACA-98F1-2009-B707BC5BD830}"/>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rPr>
              <a:t>محمد امین کیانی، ارائه درس سمینار و روش پژوهش</a:t>
            </a:r>
            <a:endParaRPr kumimoji="0" lang="en-US"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endParaRPr>
          </a:p>
        </p:txBody>
      </p:sp>
      <p:sp>
        <p:nvSpPr>
          <p:cNvPr id="6" name="Freeform: Shape 17">
            <a:extLst>
              <a:ext uri="{FF2B5EF4-FFF2-40B4-BE49-F238E27FC236}">
                <a16:creationId xmlns:a16="http://schemas.microsoft.com/office/drawing/2014/main" id="{70B55ACC-A249-9480-6B81-C916FF545E4F}"/>
              </a:ext>
            </a:extLst>
          </p:cNvPr>
          <p:cNvSpPr>
            <a:spLocks/>
          </p:cNvSpPr>
          <p:nvPr/>
        </p:nvSpPr>
        <p:spPr bwMode="auto">
          <a:xfrm>
            <a:off x="2049581" y="405081"/>
            <a:ext cx="928687" cy="5670744"/>
          </a:xfrm>
          <a:custGeom>
            <a:avLst/>
            <a:gdLst>
              <a:gd name="T0" fmla="*/ 945305 w 975742"/>
              <a:gd name="T1" fmla="*/ 5193173 h 5982997"/>
              <a:gd name="T2" fmla="*/ 975742 w 975742"/>
              <a:gd name="T3" fmla="*/ 4934767 h 5982997"/>
              <a:gd name="T4" fmla="*/ 927017 w 975742"/>
              <a:gd name="T5" fmla="*/ 5193173 h 5982997"/>
              <a:gd name="T6" fmla="*/ 975742 w 975742"/>
              <a:gd name="T7" fmla="*/ 4879134 h 5982997"/>
              <a:gd name="T8" fmla="*/ 945305 w 975742"/>
              <a:gd name="T9" fmla="*/ 4912860 h 5982997"/>
              <a:gd name="T10" fmla="*/ 975742 w 975742"/>
              <a:gd name="T11" fmla="*/ 4879134 h 5982997"/>
              <a:gd name="T12" fmla="*/ 927017 w 975742"/>
              <a:gd name="T13" fmla="*/ 4909168 h 5982997"/>
              <a:gd name="T14" fmla="*/ 874658 w 975742"/>
              <a:gd name="T15" fmla="*/ 4286933 h 5982997"/>
              <a:gd name="T16" fmla="*/ 668239 w 975742"/>
              <a:gd name="T17" fmla="*/ 4592765 h 5982997"/>
              <a:gd name="T18" fmla="*/ 874658 w 975742"/>
              <a:gd name="T19" fmla="*/ 4898597 h 5982997"/>
              <a:gd name="T20" fmla="*/ 832553 w 975742"/>
              <a:gd name="T21" fmla="*/ 4295434 h 5982997"/>
              <a:gd name="T22" fmla="*/ 927017 w 975742"/>
              <a:gd name="T23" fmla="*/ 4309133 h 5982997"/>
              <a:gd name="T24" fmla="*/ 927017 w 975742"/>
              <a:gd name="T25" fmla="*/ 4276362 h 5982997"/>
              <a:gd name="T26" fmla="*/ 975742 w 975742"/>
              <a:gd name="T27" fmla="*/ 4306396 h 5982997"/>
              <a:gd name="T28" fmla="*/ 945305 w 975742"/>
              <a:gd name="T29" fmla="*/ 4272670 h 5982997"/>
              <a:gd name="T30" fmla="*/ 841551 w 975742"/>
              <a:gd name="T31" fmla="*/ 257329 h 5982997"/>
              <a:gd name="T32" fmla="*/ 874658 w 975742"/>
              <a:gd name="T33" fmla="*/ 4264071 h 5982997"/>
              <a:gd name="T34" fmla="*/ 823654 w 975742"/>
              <a:gd name="T35" fmla="*/ 4911162 h 5982997"/>
              <a:gd name="T36" fmla="*/ 681201 w 975742"/>
              <a:gd name="T37" fmla="*/ 5193173 h 5982997"/>
              <a:gd name="T38" fmla="*/ 964385 w 975742"/>
              <a:gd name="T39" fmla="*/ 5982997 h 5982997"/>
              <a:gd name="T40" fmla="*/ 364081 w 975742"/>
              <a:gd name="T41" fmla="*/ 4293035 h 5982997"/>
              <a:gd name="T42" fmla="*/ 322477 w 975742"/>
              <a:gd name="T43" fmla="*/ 3017142 h 5982997"/>
              <a:gd name="T44" fmla="*/ 829664 w 975742"/>
              <a:gd name="T45" fmla="*/ 1033959 h 5982997"/>
              <a:gd name="T46" fmla="*/ 683055 w 975742"/>
              <a:gd name="T47" fmla="*/ 713005 h 5982997"/>
              <a:gd name="T48" fmla="*/ 583995 w 975742"/>
              <a:gd name="T49" fmla="*/ 665456 h 5982997"/>
              <a:gd name="T50" fmla="*/ 655318 w 975742"/>
              <a:gd name="T51" fmla="*/ 629795 h 5982997"/>
              <a:gd name="T52" fmla="*/ 742491 w 975742"/>
              <a:gd name="T53" fmla="*/ 588190 h 5982997"/>
              <a:gd name="T54" fmla="*/ 645411 w 975742"/>
              <a:gd name="T55" fmla="*/ 540642 h 5982997"/>
              <a:gd name="T56" fmla="*/ 718717 w 975742"/>
              <a:gd name="T57" fmla="*/ 504980 h 5982997"/>
              <a:gd name="T58" fmla="*/ 803907 w 975742"/>
              <a:gd name="T59" fmla="*/ 463374 h 5982997"/>
              <a:gd name="T60" fmla="*/ 706829 w 975742"/>
              <a:gd name="T61" fmla="*/ 415825 h 5982997"/>
              <a:gd name="T62" fmla="*/ 782115 w 975742"/>
              <a:gd name="T63" fmla="*/ 378183 h 5982997"/>
              <a:gd name="T64" fmla="*/ 869288 w 975742"/>
              <a:gd name="T65" fmla="*/ 336577 h 5982997"/>
              <a:gd name="T66" fmla="*/ 770228 w 975742"/>
              <a:gd name="T67" fmla="*/ 289028 h 5982997"/>
              <a:gd name="T68" fmla="*/ 810842 w 975742"/>
              <a:gd name="T69" fmla="*/ 251634 h 5982997"/>
              <a:gd name="T70" fmla="*/ 904949 w 975742"/>
              <a:gd name="T71" fmla="*/ 166194 h 5982997"/>
              <a:gd name="T72" fmla="*/ 975742 w 975742"/>
              <a:gd name="T73" fmla="*/ 4250763 h 5982997"/>
              <a:gd name="T74" fmla="*/ 945305 w 975742"/>
              <a:gd name="T75" fmla="*/ 260688 h 5982997"/>
              <a:gd name="T76" fmla="*/ 892946 w 975742"/>
              <a:gd name="T77" fmla="*/ 4260379 h 5982997"/>
              <a:gd name="T78" fmla="*/ 891080 w 975742"/>
              <a:gd name="T79" fmla="*/ 191950 h 5982997"/>
              <a:gd name="T80" fmla="*/ 841551 w 975742"/>
              <a:gd name="T81" fmla="*/ 148364 h 5982997"/>
              <a:gd name="T82" fmla="*/ 943582 w 975742"/>
              <a:gd name="T83" fmla="*/ 21 h 5982997"/>
              <a:gd name="T84" fmla="*/ 975742 w 975742"/>
              <a:gd name="T85" fmla="*/ 34172 h 5982997"/>
              <a:gd name="T86" fmla="*/ 975742 w 975742"/>
              <a:gd name="T87" fmla="*/ 76650 h 5982997"/>
              <a:gd name="T88" fmla="*/ 900987 w 975742"/>
              <a:gd name="T89" fmla="*/ 41379 h 5982997"/>
              <a:gd name="T90" fmla="*/ 943582 w 975742"/>
              <a:gd name="T91" fmla="*/ 21 h 5982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5742" h="5982997">
                <a:moveTo>
                  <a:pt x="975742" y="4934767"/>
                </a:moveTo>
                <a:lnTo>
                  <a:pt x="975742" y="5193173"/>
                </a:lnTo>
                <a:lnTo>
                  <a:pt x="945305" y="5193173"/>
                </a:lnTo>
                <a:lnTo>
                  <a:pt x="945305" y="4935722"/>
                </a:lnTo>
                <a:lnTo>
                  <a:pt x="958158" y="4938317"/>
                </a:lnTo>
                <a:lnTo>
                  <a:pt x="975742" y="4934767"/>
                </a:lnTo>
                <a:close/>
                <a:moveTo>
                  <a:pt x="892946" y="4925152"/>
                </a:moveTo>
                <a:lnTo>
                  <a:pt x="927017" y="4932030"/>
                </a:lnTo>
                <a:lnTo>
                  <a:pt x="927017" y="5193173"/>
                </a:lnTo>
                <a:lnTo>
                  <a:pt x="892946" y="5193173"/>
                </a:lnTo>
                <a:lnTo>
                  <a:pt x="892946" y="4925152"/>
                </a:lnTo>
                <a:close/>
                <a:moveTo>
                  <a:pt x="975742" y="4879134"/>
                </a:moveTo>
                <a:lnTo>
                  <a:pt x="975742" y="4911905"/>
                </a:lnTo>
                <a:lnTo>
                  <a:pt x="958158" y="4915455"/>
                </a:lnTo>
                <a:lnTo>
                  <a:pt x="945305" y="4912860"/>
                </a:lnTo>
                <a:lnTo>
                  <a:pt x="945305" y="4880089"/>
                </a:lnTo>
                <a:lnTo>
                  <a:pt x="958158" y="4882684"/>
                </a:lnTo>
                <a:lnTo>
                  <a:pt x="975742" y="4879134"/>
                </a:lnTo>
                <a:close/>
                <a:moveTo>
                  <a:pt x="892946" y="4869519"/>
                </a:moveTo>
                <a:lnTo>
                  <a:pt x="927017" y="4876397"/>
                </a:lnTo>
                <a:lnTo>
                  <a:pt x="927017" y="4909168"/>
                </a:lnTo>
                <a:lnTo>
                  <a:pt x="892946" y="4902290"/>
                </a:lnTo>
                <a:lnTo>
                  <a:pt x="892946" y="4869519"/>
                </a:lnTo>
                <a:close/>
                <a:moveTo>
                  <a:pt x="874658" y="4286933"/>
                </a:moveTo>
                <a:lnTo>
                  <a:pt x="874658" y="4319704"/>
                </a:lnTo>
                <a:lnTo>
                  <a:pt x="845309" y="4325629"/>
                </a:lnTo>
                <a:cubicBezTo>
                  <a:pt x="741252" y="4369642"/>
                  <a:pt x="668239" y="4472677"/>
                  <a:pt x="668239" y="4592765"/>
                </a:cubicBezTo>
                <a:cubicBezTo>
                  <a:pt x="668239" y="4712854"/>
                  <a:pt x="741252" y="4815889"/>
                  <a:pt x="845309" y="4859901"/>
                </a:cubicBezTo>
                <a:lnTo>
                  <a:pt x="874658" y="4865826"/>
                </a:lnTo>
                <a:lnTo>
                  <a:pt x="874658" y="4898597"/>
                </a:lnTo>
                <a:lnTo>
                  <a:pt x="832553" y="4890097"/>
                </a:lnTo>
                <a:cubicBezTo>
                  <a:pt x="716734" y="4841110"/>
                  <a:pt x="635468" y="4726428"/>
                  <a:pt x="635468" y="4592765"/>
                </a:cubicBezTo>
                <a:cubicBezTo>
                  <a:pt x="635468" y="4459103"/>
                  <a:pt x="716734" y="4344421"/>
                  <a:pt x="832553" y="4295434"/>
                </a:cubicBezTo>
                <a:lnTo>
                  <a:pt x="874658" y="4286933"/>
                </a:lnTo>
                <a:close/>
                <a:moveTo>
                  <a:pt x="927017" y="4276362"/>
                </a:moveTo>
                <a:lnTo>
                  <a:pt x="927017" y="4309133"/>
                </a:lnTo>
                <a:lnTo>
                  <a:pt x="892946" y="4316012"/>
                </a:lnTo>
                <a:lnTo>
                  <a:pt x="892946" y="4283241"/>
                </a:lnTo>
                <a:lnTo>
                  <a:pt x="927017" y="4276362"/>
                </a:lnTo>
                <a:close/>
                <a:moveTo>
                  <a:pt x="958158" y="4270075"/>
                </a:moveTo>
                <a:lnTo>
                  <a:pt x="975742" y="4273625"/>
                </a:lnTo>
                <a:lnTo>
                  <a:pt x="975742" y="4306396"/>
                </a:lnTo>
                <a:lnTo>
                  <a:pt x="958158" y="4302846"/>
                </a:lnTo>
                <a:lnTo>
                  <a:pt x="945305" y="4305441"/>
                </a:lnTo>
                <a:lnTo>
                  <a:pt x="945305" y="4272670"/>
                </a:lnTo>
                <a:lnTo>
                  <a:pt x="958158" y="4270075"/>
                </a:lnTo>
                <a:close/>
                <a:moveTo>
                  <a:pt x="810842" y="251634"/>
                </a:moveTo>
                <a:cubicBezTo>
                  <a:pt x="821739" y="251881"/>
                  <a:pt x="833626" y="254358"/>
                  <a:pt x="841551" y="257329"/>
                </a:cubicBezTo>
                <a:cubicBezTo>
                  <a:pt x="857401" y="263274"/>
                  <a:pt x="847494" y="279123"/>
                  <a:pt x="839569" y="292991"/>
                </a:cubicBezTo>
                <a:lnTo>
                  <a:pt x="874658" y="312291"/>
                </a:lnTo>
                <a:lnTo>
                  <a:pt x="874658" y="4264071"/>
                </a:lnTo>
                <a:lnTo>
                  <a:pt x="823654" y="4274368"/>
                </a:lnTo>
                <a:cubicBezTo>
                  <a:pt x="699630" y="4326826"/>
                  <a:pt x="612606" y="4449633"/>
                  <a:pt x="612606" y="4592765"/>
                </a:cubicBezTo>
                <a:cubicBezTo>
                  <a:pt x="612606" y="4735897"/>
                  <a:pt x="699630" y="4858704"/>
                  <a:pt x="823654" y="4911162"/>
                </a:cubicBezTo>
                <a:lnTo>
                  <a:pt x="874658" y="4921459"/>
                </a:lnTo>
                <a:lnTo>
                  <a:pt x="874658" y="5193173"/>
                </a:lnTo>
                <a:lnTo>
                  <a:pt x="681201" y="5193173"/>
                </a:lnTo>
                <a:lnTo>
                  <a:pt x="681201" y="5238892"/>
                </a:lnTo>
                <a:lnTo>
                  <a:pt x="975742" y="5238892"/>
                </a:lnTo>
                <a:lnTo>
                  <a:pt x="964385" y="5982997"/>
                </a:lnTo>
                <a:cubicBezTo>
                  <a:pt x="803907" y="5982997"/>
                  <a:pt x="55014" y="5965167"/>
                  <a:pt x="3502" y="5428261"/>
                </a:cubicBezTo>
                <a:cubicBezTo>
                  <a:pt x="-12347" y="5253916"/>
                  <a:pt x="27277" y="5142968"/>
                  <a:pt x="88695" y="5008247"/>
                </a:cubicBezTo>
                <a:cubicBezTo>
                  <a:pt x="128319" y="4921074"/>
                  <a:pt x="364081" y="4514929"/>
                  <a:pt x="364081" y="4293035"/>
                </a:cubicBezTo>
                <a:cubicBezTo>
                  <a:pt x="364081" y="4197937"/>
                  <a:pt x="322477" y="4083027"/>
                  <a:pt x="251153" y="3904719"/>
                </a:cubicBezTo>
                <a:cubicBezTo>
                  <a:pt x="199642" y="3779903"/>
                  <a:pt x="19352" y="3284603"/>
                  <a:pt x="278890" y="3005254"/>
                </a:cubicBezTo>
                <a:cubicBezTo>
                  <a:pt x="318514" y="2961668"/>
                  <a:pt x="330401" y="2973555"/>
                  <a:pt x="322477" y="3017142"/>
                </a:cubicBezTo>
                <a:cubicBezTo>
                  <a:pt x="314552" y="3060728"/>
                  <a:pt x="320494" y="3607539"/>
                  <a:pt x="601825" y="3676880"/>
                </a:cubicBezTo>
                <a:cubicBezTo>
                  <a:pt x="649374" y="3688767"/>
                  <a:pt x="780133" y="3676880"/>
                  <a:pt x="807870" y="3645181"/>
                </a:cubicBezTo>
                <a:cubicBezTo>
                  <a:pt x="803907" y="3550083"/>
                  <a:pt x="829664" y="1069621"/>
                  <a:pt x="829664" y="1033959"/>
                </a:cubicBezTo>
                <a:cubicBezTo>
                  <a:pt x="829664" y="1004243"/>
                  <a:pt x="821739" y="881408"/>
                  <a:pt x="714754" y="845746"/>
                </a:cubicBezTo>
                <a:cubicBezTo>
                  <a:pt x="690980" y="837822"/>
                  <a:pt x="657298" y="821972"/>
                  <a:pt x="649374" y="794235"/>
                </a:cubicBezTo>
                <a:cubicBezTo>
                  <a:pt x="653336" y="784328"/>
                  <a:pt x="661261" y="758574"/>
                  <a:pt x="683055" y="713005"/>
                </a:cubicBezTo>
                <a:lnTo>
                  <a:pt x="641449" y="691213"/>
                </a:lnTo>
                <a:cubicBezTo>
                  <a:pt x="633524" y="705080"/>
                  <a:pt x="625599" y="722912"/>
                  <a:pt x="611732" y="713005"/>
                </a:cubicBezTo>
                <a:cubicBezTo>
                  <a:pt x="597862" y="703100"/>
                  <a:pt x="576070" y="679326"/>
                  <a:pt x="583995" y="665456"/>
                </a:cubicBezTo>
                <a:lnTo>
                  <a:pt x="591920" y="647626"/>
                </a:lnTo>
                <a:lnTo>
                  <a:pt x="599845" y="631777"/>
                </a:lnTo>
                <a:cubicBezTo>
                  <a:pt x="607769" y="619890"/>
                  <a:pt x="639469" y="623852"/>
                  <a:pt x="655318" y="629795"/>
                </a:cubicBezTo>
                <a:cubicBezTo>
                  <a:pt x="671168" y="635739"/>
                  <a:pt x="661261" y="651589"/>
                  <a:pt x="653336" y="665456"/>
                </a:cubicBezTo>
                <a:lnTo>
                  <a:pt x="692960" y="687250"/>
                </a:lnTo>
                <a:cubicBezTo>
                  <a:pt x="708810" y="657531"/>
                  <a:pt x="724659" y="623852"/>
                  <a:pt x="742491" y="588190"/>
                </a:cubicBezTo>
                <a:lnTo>
                  <a:pt x="702867" y="566396"/>
                </a:lnTo>
                <a:cubicBezTo>
                  <a:pt x="694942" y="580266"/>
                  <a:pt x="687017" y="598095"/>
                  <a:pt x="673148" y="588190"/>
                </a:cubicBezTo>
                <a:cubicBezTo>
                  <a:pt x="659281" y="578283"/>
                  <a:pt x="637486" y="552529"/>
                  <a:pt x="645411" y="540642"/>
                </a:cubicBezTo>
                <a:lnTo>
                  <a:pt x="653336" y="522810"/>
                </a:lnTo>
                <a:lnTo>
                  <a:pt x="663243" y="506960"/>
                </a:lnTo>
                <a:cubicBezTo>
                  <a:pt x="671168" y="495073"/>
                  <a:pt x="702867" y="499035"/>
                  <a:pt x="718717" y="504980"/>
                </a:cubicBezTo>
                <a:cubicBezTo>
                  <a:pt x="734566" y="510923"/>
                  <a:pt x="724659" y="526772"/>
                  <a:pt x="716734" y="540642"/>
                </a:cubicBezTo>
                <a:lnTo>
                  <a:pt x="754378" y="562434"/>
                </a:lnTo>
                <a:cubicBezTo>
                  <a:pt x="770228" y="530735"/>
                  <a:pt x="786077" y="497055"/>
                  <a:pt x="803907" y="463374"/>
                </a:cubicBezTo>
                <a:lnTo>
                  <a:pt x="764283" y="441582"/>
                </a:lnTo>
                <a:cubicBezTo>
                  <a:pt x="756358" y="455449"/>
                  <a:pt x="748434" y="473281"/>
                  <a:pt x="734566" y="463374"/>
                </a:cubicBezTo>
                <a:cubicBezTo>
                  <a:pt x="720697" y="453469"/>
                  <a:pt x="698905" y="427712"/>
                  <a:pt x="706829" y="415825"/>
                </a:cubicBezTo>
                <a:lnTo>
                  <a:pt x="714754" y="397995"/>
                </a:lnTo>
                <a:lnTo>
                  <a:pt x="726641" y="380163"/>
                </a:lnTo>
                <a:cubicBezTo>
                  <a:pt x="734566" y="368276"/>
                  <a:pt x="766265" y="372239"/>
                  <a:pt x="782115" y="378183"/>
                </a:cubicBezTo>
                <a:cubicBezTo>
                  <a:pt x="797965" y="384126"/>
                  <a:pt x="788058" y="399975"/>
                  <a:pt x="780133" y="413845"/>
                </a:cubicBezTo>
                <a:lnTo>
                  <a:pt x="819757" y="435637"/>
                </a:lnTo>
                <a:cubicBezTo>
                  <a:pt x="835606" y="403938"/>
                  <a:pt x="853438" y="370258"/>
                  <a:pt x="869288" y="336577"/>
                </a:cubicBezTo>
                <a:lnTo>
                  <a:pt x="827682" y="314785"/>
                </a:lnTo>
                <a:cubicBezTo>
                  <a:pt x="819757" y="328652"/>
                  <a:pt x="811832" y="346484"/>
                  <a:pt x="797965" y="336577"/>
                </a:cubicBezTo>
                <a:cubicBezTo>
                  <a:pt x="784095" y="326672"/>
                  <a:pt x="762303" y="300915"/>
                  <a:pt x="770228" y="289028"/>
                </a:cubicBezTo>
                <a:lnTo>
                  <a:pt x="776170" y="275161"/>
                </a:lnTo>
                <a:lnTo>
                  <a:pt x="786077" y="259311"/>
                </a:lnTo>
                <a:cubicBezTo>
                  <a:pt x="790040" y="253368"/>
                  <a:pt x="799946" y="251386"/>
                  <a:pt x="810842" y="251634"/>
                </a:cubicBezTo>
                <a:close/>
                <a:moveTo>
                  <a:pt x="876221" y="124837"/>
                </a:moveTo>
                <a:cubicBezTo>
                  <a:pt x="887118" y="125085"/>
                  <a:pt x="899005" y="127561"/>
                  <a:pt x="906930" y="130532"/>
                </a:cubicBezTo>
                <a:cubicBezTo>
                  <a:pt x="922779" y="136477"/>
                  <a:pt x="912874" y="152326"/>
                  <a:pt x="904949" y="166194"/>
                </a:cubicBezTo>
                <a:lnTo>
                  <a:pt x="944573" y="187988"/>
                </a:lnTo>
                <a:lnTo>
                  <a:pt x="975742" y="130267"/>
                </a:lnTo>
                <a:lnTo>
                  <a:pt x="975742" y="4250763"/>
                </a:lnTo>
                <a:lnTo>
                  <a:pt x="958158" y="4247213"/>
                </a:lnTo>
                <a:lnTo>
                  <a:pt x="945305" y="4249808"/>
                </a:lnTo>
                <a:lnTo>
                  <a:pt x="945305" y="260688"/>
                </a:lnTo>
                <a:lnTo>
                  <a:pt x="927017" y="260688"/>
                </a:lnTo>
                <a:lnTo>
                  <a:pt x="927017" y="4253500"/>
                </a:lnTo>
                <a:lnTo>
                  <a:pt x="892946" y="4260379"/>
                </a:lnTo>
                <a:lnTo>
                  <a:pt x="892946" y="287808"/>
                </a:lnTo>
                <a:lnTo>
                  <a:pt x="930704" y="213743"/>
                </a:lnTo>
                <a:lnTo>
                  <a:pt x="891080" y="191950"/>
                </a:lnTo>
                <a:cubicBezTo>
                  <a:pt x="883155" y="205818"/>
                  <a:pt x="875230" y="223650"/>
                  <a:pt x="861363" y="213743"/>
                </a:cubicBezTo>
                <a:cubicBezTo>
                  <a:pt x="847494" y="203838"/>
                  <a:pt x="825701" y="178081"/>
                  <a:pt x="833626" y="166194"/>
                </a:cubicBezTo>
                <a:lnTo>
                  <a:pt x="841551" y="148364"/>
                </a:lnTo>
                <a:lnTo>
                  <a:pt x="851456" y="132514"/>
                </a:lnTo>
                <a:cubicBezTo>
                  <a:pt x="855419" y="126571"/>
                  <a:pt x="865325" y="124590"/>
                  <a:pt x="876221" y="124837"/>
                </a:cubicBezTo>
                <a:close/>
                <a:moveTo>
                  <a:pt x="943582" y="21"/>
                </a:moveTo>
                <a:cubicBezTo>
                  <a:pt x="954478" y="269"/>
                  <a:pt x="966366" y="2745"/>
                  <a:pt x="974290" y="5718"/>
                </a:cubicBezTo>
                <a:lnTo>
                  <a:pt x="975742" y="6905"/>
                </a:lnTo>
                <a:lnTo>
                  <a:pt x="975742" y="34172"/>
                </a:lnTo>
                <a:lnTo>
                  <a:pt x="972310" y="41379"/>
                </a:lnTo>
                <a:lnTo>
                  <a:pt x="975742" y="43267"/>
                </a:lnTo>
                <a:lnTo>
                  <a:pt x="975742" y="76650"/>
                </a:lnTo>
                <a:lnTo>
                  <a:pt x="958441" y="67134"/>
                </a:lnTo>
                <a:cubicBezTo>
                  <a:pt x="950516" y="81003"/>
                  <a:pt x="942591" y="98833"/>
                  <a:pt x="928724" y="88928"/>
                </a:cubicBezTo>
                <a:cubicBezTo>
                  <a:pt x="914854" y="79021"/>
                  <a:pt x="893062" y="53266"/>
                  <a:pt x="900987" y="41379"/>
                </a:cubicBezTo>
                <a:lnTo>
                  <a:pt x="908912" y="23547"/>
                </a:lnTo>
                <a:lnTo>
                  <a:pt x="918817" y="7698"/>
                </a:lnTo>
                <a:cubicBezTo>
                  <a:pt x="922779" y="1754"/>
                  <a:pt x="932685" y="-227"/>
                  <a:pt x="943582" y="21"/>
                </a:cubicBezTo>
                <a:close/>
              </a:path>
            </a:pathLst>
          </a:custGeom>
          <a:solidFill>
            <a:schemeClr val="tx1"/>
          </a:solidFill>
          <a:ln>
            <a:noFill/>
          </a:ln>
        </p:spPr>
        <p:txBody>
          <a:bodyPr anchor="ctr"/>
          <a:lstStyle/>
          <a:p>
            <a:pPr>
              <a:defRPr/>
            </a:pPr>
            <a:endParaRPr lang="en-US">
              <a:ln>
                <a:solidFill>
                  <a:srgbClr val="000000"/>
                </a:solidFill>
              </a:ln>
              <a:solidFill>
                <a:srgbClr val="000000"/>
              </a:solidFill>
            </a:endParaRPr>
          </a:p>
        </p:txBody>
      </p:sp>
    </p:spTree>
    <p:extLst>
      <p:ext uri="{BB962C8B-B14F-4D97-AF65-F5344CB8AC3E}">
        <p14:creationId xmlns:p14="http://schemas.microsoft.com/office/powerpoint/2010/main" val="3398069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9F2FE93-2B41-43B8-A4BB-8CC1767501DD}"/>
              </a:ext>
            </a:extLst>
          </p:cNvPr>
          <p:cNvSpPr/>
          <p:nvPr/>
        </p:nvSpPr>
        <p:spPr>
          <a:xfrm>
            <a:off x="1291765" y="1280473"/>
            <a:ext cx="9608457" cy="4297054"/>
          </a:xfrm>
          <a:prstGeom prst="roundRect">
            <a:avLst>
              <a:gd name="adj" fmla="val 1309"/>
            </a:avLst>
          </a:prstGeom>
          <a:solidFill>
            <a:srgbClr val="262344"/>
          </a:solidFill>
          <a:ln>
            <a:solidFill>
              <a:srgbClr val="262344">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3" name="Title 1">
            <a:extLst>
              <a:ext uri="{FF2B5EF4-FFF2-40B4-BE49-F238E27FC236}">
                <a16:creationId xmlns:a16="http://schemas.microsoft.com/office/drawing/2014/main" id="{8E2E3265-0067-49BB-B185-6A88ADF643A9}"/>
              </a:ext>
            </a:extLst>
          </p:cNvPr>
          <p:cNvSpPr>
            <a:spLocks noGrp="1"/>
          </p:cNvSpPr>
          <p:nvPr>
            <p:ph type="ctrTitle"/>
          </p:nvPr>
        </p:nvSpPr>
        <p:spPr>
          <a:xfrm>
            <a:off x="2597297" y="2317953"/>
            <a:ext cx="6690269" cy="1201095"/>
          </a:xfrm>
        </p:spPr>
        <p:txBody>
          <a:bodyPr>
            <a:noAutofit/>
          </a:bodyPr>
          <a:lstStyle/>
          <a:p>
            <a:r>
              <a:rPr lang="fa-IR" sz="6600" dirty="0">
                <a:solidFill>
                  <a:schemeClr val="bg1"/>
                </a:solidFill>
                <a:latin typeface="Estedad Black" panose="02000A03000000000000" pitchFamily="2" charset="-78"/>
                <a:cs typeface="Estedad Black" panose="02000A03000000000000" pitchFamily="2" charset="-78"/>
              </a:rPr>
              <a:t>پیشینه</a:t>
            </a:r>
          </a:p>
        </p:txBody>
      </p:sp>
      <p:sp>
        <p:nvSpPr>
          <p:cNvPr id="38" name="Freeform: Shape 37">
            <a:extLst>
              <a:ext uri="{FF2B5EF4-FFF2-40B4-BE49-F238E27FC236}">
                <a16:creationId xmlns:a16="http://schemas.microsoft.com/office/drawing/2014/main" id="{EBBA44A2-354B-4CA5-BA07-20E9E168A8A9}"/>
              </a:ext>
            </a:extLst>
          </p:cNvPr>
          <p:cNvSpPr/>
          <p:nvPr/>
        </p:nvSpPr>
        <p:spPr>
          <a:xfrm>
            <a:off x="5554715" y="1035310"/>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1440" tIns="91440" rIns="91440" bIns="0" numCol="1" spcCol="1270" anchor="ctr" anchorCtr="0">
            <a:noAutofit/>
          </a:bodyPr>
          <a:lstStyle/>
          <a:p>
            <a:pPr marL="0" lvl="0" indent="0" algn="ctr" defTabSz="1466850">
              <a:lnSpc>
                <a:spcPct val="90000"/>
              </a:lnSpc>
              <a:spcBef>
                <a:spcPct val="0"/>
              </a:spcBef>
              <a:spcAft>
                <a:spcPct val="35000"/>
              </a:spcAft>
              <a:buNone/>
            </a:pPr>
            <a:endParaRPr lang="fa-IR" sz="2000" kern="1200" dirty="0">
              <a:cs typeface="B Titr" panose="00000700000000000000" pitchFamily="2" charset="-78"/>
            </a:endParaRPr>
          </a:p>
        </p:txBody>
      </p:sp>
      <p:pic>
        <p:nvPicPr>
          <p:cNvPr id="21" name="Graphic 20" descr="Home">
            <a:extLst>
              <a:ext uri="{FF2B5EF4-FFF2-40B4-BE49-F238E27FC236}">
                <a16:creationId xmlns:a16="http://schemas.microsoft.com/office/drawing/2014/main" id="{445AD03F-DC12-4E8D-81B6-7B74D49A14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1400" y="1048873"/>
            <a:ext cx="389195" cy="389195"/>
          </a:xfrm>
          <a:prstGeom prst="rect">
            <a:avLst/>
          </a:prstGeom>
        </p:spPr>
      </p:pic>
      <p:sp>
        <p:nvSpPr>
          <p:cNvPr id="29" name="!!Freeform: Shape 20">
            <a:hlinkClick r:id="rId4" action="ppaction://hlinksldjump"/>
            <a:extLst>
              <a:ext uri="{FF2B5EF4-FFF2-40B4-BE49-F238E27FC236}">
                <a16:creationId xmlns:a16="http://schemas.microsoft.com/office/drawing/2014/main" id="{FF3AFF16-998E-4019-8AB5-D18BC8C43CB0}"/>
              </a:ext>
            </a:extLst>
          </p:cNvPr>
          <p:cNvSpPr/>
          <p:nvPr/>
        </p:nvSpPr>
        <p:spPr>
          <a:xfrm flipH="1">
            <a:off x="12228020" y="1348992"/>
            <a:ext cx="2127509" cy="57939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12700" cap="flat" cmpd="sng" algn="ctr">
            <a:noFill/>
            <a:prstDash val="dash"/>
            <a:miter lim="800000"/>
          </a:ln>
          <a:effectLst/>
        </p:spPr>
        <p:txBody>
          <a:bodyPr rtlCol="0" anchor="ctr"/>
          <a:lstStyle/>
          <a:p>
            <a:pPr algn="ctr" rtl="1"/>
            <a:r>
              <a:rPr lang="fa-IR" dirty="0">
                <a:solidFill>
                  <a:prstClr val="white"/>
                </a:solidFill>
                <a:latin typeface="Shabnam" panose="020B0603030804020204" pitchFamily="34" charset="-78"/>
                <a:cs typeface="Shabnam" panose="020B0603030804020204" pitchFamily="34" charset="-78"/>
              </a:rPr>
              <a:t>فصل</a:t>
            </a:r>
            <a:r>
              <a:rPr lang="fa-IR" sz="2200" b="1" kern="0" dirty="0">
                <a:solidFill>
                  <a:prstClr val="black">
                    <a:lumMod val="85000"/>
                    <a:lumOff val="15000"/>
                  </a:prstClr>
                </a:solidFill>
                <a:latin typeface="Shabnam" panose="020B0603030804020204" pitchFamily="34" charset="-78"/>
                <a:cs typeface="Shabnam" panose="020B0603030804020204" pitchFamily="34" charset="-78"/>
              </a:rPr>
              <a:t> </a:t>
            </a:r>
            <a:r>
              <a:rPr lang="fa-IR" dirty="0">
                <a:solidFill>
                  <a:prstClr val="white"/>
                </a:solidFill>
                <a:latin typeface="Shabnam" panose="020B0603030804020204" pitchFamily="34" charset="-78"/>
                <a:cs typeface="Shabnam" panose="020B0603030804020204" pitchFamily="34" charset="-78"/>
              </a:rPr>
              <a:t>اول</a:t>
            </a:r>
          </a:p>
        </p:txBody>
      </p:sp>
      <p:sp>
        <p:nvSpPr>
          <p:cNvPr id="30" name="Freeform: Shape 29">
            <a:hlinkClick r:id="rId5" action="ppaction://hlinksldjump"/>
            <a:extLst>
              <a:ext uri="{FF2B5EF4-FFF2-40B4-BE49-F238E27FC236}">
                <a16:creationId xmlns:a16="http://schemas.microsoft.com/office/drawing/2014/main" id="{5E169015-33E8-4D36-9AE6-2B6696A95EB9}"/>
              </a:ext>
            </a:extLst>
          </p:cNvPr>
          <p:cNvSpPr/>
          <p:nvPr/>
        </p:nvSpPr>
        <p:spPr>
          <a:xfrm flipH="1">
            <a:off x="12228020" y="2252344"/>
            <a:ext cx="2127509" cy="57939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FFD966"/>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200" b="1" kern="0" dirty="0">
                <a:solidFill>
                  <a:prstClr val="black">
                    <a:lumMod val="85000"/>
                    <a:lumOff val="15000"/>
                  </a:prstClr>
                </a:solidFill>
                <a:latin typeface="Shabnam" panose="020B0603030804020204" pitchFamily="34" charset="-78"/>
                <a:cs typeface="Shabnam" panose="020B0603030804020204" pitchFamily="34" charset="-78"/>
              </a:rPr>
              <a:t>فصل</a:t>
            </a:r>
            <a:r>
              <a:rPr lang="fa-IR" dirty="0">
                <a:solidFill>
                  <a:prstClr val="white"/>
                </a:solidFill>
                <a:latin typeface="Shabnam" panose="020B0603030804020204" pitchFamily="34" charset="-78"/>
                <a:cs typeface="Shabnam" panose="020B0603030804020204" pitchFamily="34" charset="-78"/>
              </a:rPr>
              <a:t> </a:t>
            </a:r>
            <a:r>
              <a:rPr lang="fa-IR" sz="2200" b="1" kern="0" dirty="0">
                <a:solidFill>
                  <a:prstClr val="black">
                    <a:lumMod val="85000"/>
                    <a:lumOff val="15000"/>
                  </a:prstClr>
                </a:solidFill>
                <a:latin typeface="Shabnam" panose="020B0603030804020204" pitchFamily="34" charset="-78"/>
                <a:cs typeface="Shabnam" panose="020B0603030804020204" pitchFamily="34" charset="-78"/>
              </a:rPr>
              <a:t>دوم</a:t>
            </a:r>
          </a:p>
        </p:txBody>
      </p:sp>
      <p:sp>
        <p:nvSpPr>
          <p:cNvPr id="36" name="!!Freeform: Shape 32">
            <a:hlinkClick r:id="rId5" action="ppaction://hlinksldjump"/>
            <a:extLst>
              <a:ext uri="{FF2B5EF4-FFF2-40B4-BE49-F238E27FC236}">
                <a16:creationId xmlns:a16="http://schemas.microsoft.com/office/drawing/2014/main" id="{7E06BC56-4CDB-4893-8542-BABB3D350A0C}"/>
              </a:ext>
            </a:extLst>
          </p:cNvPr>
          <p:cNvSpPr/>
          <p:nvPr/>
        </p:nvSpPr>
        <p:spPr>
          <a:xfrm flipH="1">
            <a:off x="12228020" y="3155696"/>
            <a:ext cx="2127510" cy="57939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سوم</a:t>
            </a:r>
          </a:p>
        </p:txBody>
      </p:sp>
      <p:sp>
        <p:nvSpPr>
          <p:cNvPr id="40" name="Freeform: Shape 39">
            <a:hlinkClick r:id="rId6" action="ppaction://hlinksldjump"/>
            <a:extLst>
              <a:ext uri="{FF2B5EF4-FFF2-40B4-BE49-F238E27FC236}">
                <a16:creationId xmlns:a16="http://schemas.microsoft.com/office/drawing/2014/main" id="{AB6D9056-2C7E-4A84-9224-CA946D9C7395}"/>
              </a:ext>
            </a:extLst>
          </p:cNvPr>
          <p:cNvSpPr/>
          <p:nvPr/>
        </p:nvSpPr>
        <p:spPr>
          <a:xfrm flipH="1">
            <a:off x="12228020" y="4059048"/>
            <a:ext cx="2127509" cy="57939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چهارم</a:t>
            </a:r>
          </a:p>
        </p:txBody>
      </p:sp>
      <p:sp>
        <p:nvSpPr>
          <p:cNvPr id="41" name="!!Freeform: Shape 34">
            <a:hlinkClick r:id="" action="ppaction://noaction"/>
            <a:extLst>
              <a:ext uri="{FF2B5EF4-FFF2-40B4-BE49-F238E27FC236}">
                <a16:creationId xmlns:a16="http://schemas.microsoft.com/office/drawing/2014/main" id="{04703027-9E90-45AC-8F53-1570CFC00486}"/>
              </a:ext>
            </a:extLst>
          </p:cNvPr>
          <p:cNvSpPr/>
          <p:nvPr/>
        </p:nvSpPr>
        <p:spPr>
          <a:xfrm flipH="1">
            <a:off x="12205754" y="4962400"/>
            <a:ext cx="2127509" cy="57939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پنجم</a:t>
            </a:r>
          </a:p>
        </p:txBody>
      </p:sp>
      <p:sp>
        <p:nvSpPr>
          <p:cNvPr id="39" name="Subtitle 2">
            <a:extLst>
              <a:ext uri="{FF2B5EF4-FFF2-40B4-BE49-F238E27FC236}">
                <a16:creationId xmlns:a16="http://schemas.microsoft.com/office/drawing/2014/main" id="{BE6B9C04-DB38-4FC5-933F-3F77469B36BE}"/>
              </a:ext>
            </a:extLst>
          </p:cNvPr>
          <p:cNvSpPr>
            <a:spLocks noGrp="1"/>
          </p:cNvSpPr>
          <p:nvPr>
            <p:ph type="subTitle" idx="1"/>
          </p:nvPr>
        </p:nvSpPr>
        <p:spPr>
          <a:xfrm>
            <a:off x="2515234" y="3764211"/>
            <a:ext cx="6772332" cy="1201095"/>
          </a:xfrm>
        </p:spPr>
        <p:txBody>
          <a:bodyPr>
            <a:normAutofit fontScale="92500"/>
          </a:bodyPr>
          <a:lstStyle/>
          <a:p>
            <a:pPr rtl="1">
              <a:lnSpc>
                <a:spcPct val="170000"/>
              </a:lnSpc>
            </a:pPr>
            <a:r>
              <a:rPr lang="fa-IR" dirty="0">
                <a:solidFill>
                  <a:schemeClr val="bg1"/>
                </a:solidFill>
                <a:effectLst/>
                <a:latin typeface="Shabnam" panose="020B0603030804020204" pitchFamily="34" charset="-78"/>
                <a:cs typeface="Shabnam" panose="020B0603030804020204" pitchFamily="34" charset="-78"/>
              </a:rPr>
              <a:t>در این بخش، ۲۰ کار پژوهشی </a:t>
            </a:r>
            <a:r>
              <a:rPr lang="fa-IR" dirty="0">
                <a:solidFill>
                  <a:schemeClr val="bg1"/>
                </a:solidFill>
                <a:latin typeface="Shabnam" panose="020B0603030804020204" pitchFamily="34" charset="-78"/>
                <a:cs typeface="Shabnam" panose="020B0603030804020204" pitchFamily="34" charset="-78"/>
              </a:rPr>
              <a:t>مرتبط مرور شده‌اند و به </a:t>
            </a:r>
            <a:r>
              <a:rPr lang="fa-IR" dirty="0">
                <a:solidFill>
                  <a:schemeClr val="bg1"/>
                </a:solidFill>
                <a:effectLst/>
                <a:latin typeface="Shabnam" panose="020B0603030804020204" pitchFamily="34" charset="-78"/>
                <a:cs typeface="Shabnam" panose="020B0603030804020204" pitchFamily="34" charset="-78"/>
              </a:rPr>
              <a:t>طور خلاصه در چهار دسته اصلی طبقه‌بندی می‌شوند:</a:t>
            </a:r>
          </a:p>
        </p:txBody>
      </p:sp>
      <p:sp>
        <p:nvSpPr>
          <p:cNvPr id="18" name="Arrow: Chevron 17">
            <a:hlinkClick r:id="rId4" action="ppaction://hlinksldjump"/>
            <a:extLst>
              <a:ext uri="{FF2B5EF4-FFF2-40B4-BE49-F238E27FC236}">
                <a16:creationId xmlns:a16="http://schemas.microsoft.com/office/drawing/2014/main" id="{41A475B3-8E5C-4641-BAFC-7F8BC4ECF8A8}"/>
              </a:ext>
            </a:extLst>
          </p:cNvPr>
          <p:cNvSpPr/>
          <p:nvPr/>
        </p:nvSpPr>
        <p:spPr>
          <a:xfrm>
            <a:off x="6595552" y="1035310"/>
            <a:ext cx="346677" cy="490325"/>
          </a:xfrm>
          <a:prstGeom prst="chevron">
            <a:avLst>
              <a:gd name="adj" fmla="val 35959"/>
            </a:avLst>
          </a:pr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0" tIns="121921" rIns="182880" bIns="121920" numCol="1" spcCol="1270" anchor="ctr" anchorCtr="0">
            <a:noAutofit/>
          </a:bodyPr>
          <a:lstStyle/>
          <a:p>
            <a:pPr algn="ctr" defTabSz="1422400" rtl="1">
              <a:lnSpc>
                <a:spcPct val="90000"/>
              </a:lnSpc>
              <a:spcBef>
                <a:spcPct val="0"/>
              </a:spcBef>
              <a:spcAft>
                <a:spcPct val="35000"/>
              </a:spcAft>
            </a:pPr>
            <a:endParaRPr lang="fa-IR" sz="2400" dirty="0">
              <a:latin typeface="Estedad Black" panose="02000A03000000000000" pitchFamily="2" charset="-78"/>
              <a:cs typeface="Estedad Black" panose="02000A03000000000000" pitchFamily="2" charset="-78"/>
            </a:endParaRPr>
          </a:p>
        </p:txBody>
      </p:sp>
      <p:sp>
        <p:nvSpPr>
          <p:cNvPr id="19" name="Arrow: Chevron 18">
            <a:hlinkClick r:id="rId4" action="ppaction://hlinksldjump"/>
            <a:extLst>
              <a:ext uri="{FF2B5EF4-FFF2-40B4-BE49-F238E27FC236}">
                <a16:creationId xmlns:a16="http://schemas.microsoft.com/office/drawing/2014/main" id="{CE860113-49CB-4A22-8158-531621CFB468}"/>
              </a:ext>
            </a:extLst>
          </p:cNvPr>
          <p:cNvSpPr/>
          <p:nvPr/>
        </p:nvSpPr>
        <p:spPr>
          <a:xfrm flipH="1">
            <a:off x="5249766" y="1035310"/>
            <a:ext cx="346677" cy="490325"/>
          </a:xfrm>
          <a:prstGeom prst="chevron">
            <a:avLst>
              <a:gd name="adj" fmla="val 35959"/>
            </a:avLst>
          </a:pr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0" tIns="121921" rIns="182880" bIns="121920" numCol="1" spcCol="1270" anchor="ctr" anchorCtr="0">
            <a:noAutofit/>
          </a:bodyPr>
          <a:lstStyle/>
          <a:p>
            <a:pPr algn="ctr" defTabSz="1422400" rtl="1">
              <a:lnSpc>
                <a:spcPct val="90000"/>
              </a:lnSpc>
              <a:spcBef>
                <a:spcPct val="0"/>
              </a:spcBef>
              <a:spcAft>
                <a:spcPct val="35000"/>
              </a:spcAft>
            </a:pPr>
            <a:endParaRPr lang="fa-IR" sz="2400" dirty="0">
              <a:latin typeface="Estedad Black" panose="02000A03000000000000" pitchFamily="2" charset="-78"/>
              <a:cs typeface="Estedad Black" panose="02000A03000000000000" pitchFamily="2" charset="-78"/>
            </a:endParaRPr>
          </a:p>
        </p:txBody>
      </p:sp>
      <p:sp>
        <p:nvSpPr>
          <p:cNvPr id="28" name="Freeform: Shape 27">
            <a:extLst>
              <a:ext uri="{FF2B5EF4-FFF2-40B4-BE49-F238E27FC236}">
                <a16:creationId xmlns:a16="http://schemas.microsoft.com/office/drawing/2014/main" id="{DDFE6EF0-0437-48F0-A5BB-EB56C47D268F}"/>
              </a:ext>
            </a:extLst>
          </p:cNvPr>
          <p:cNvSpPr/>
          <p:nvPr/>
        </p:nvSpPr>
        <p:spPr>
          <a:xfrm>
            <a:off x="5554818" y="5337033"/>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1440" tIns="91440" rIns="91440" bIns="0" numCol="1" spcCol="1270" anchor="ctr" anchorCtr="0">
            <a:noAutofit/>
          </a:bodyPr>
          <a:lstStyle/>
          <a:p>
            <a:pPr marL="0" lvl="0" indent="0" algn="ctr" defTabSz="1466850">
              <a:lnSpc>
                <a:spcPct val="90000"/>
              </a:lnSpc>
              <a:spcBef>
                <a:spcPct val="0"/>
              </a:spcBef>
              <a:spcAft>
                <a:spcPct val="35000"/>
              </a:spcAft>
              <a:buNone/>
            </a:pPr>
            <a:endParaRPr lang="fa-IR" sz="2000" kern="1200" dirty="0">
              <a:latin typeface="Estedad Black" panose="02000A03000000000000" pitchFamily="2" charset="-78"/>
              <a:cs typeface="Estedad Black" panose="02000A03000000000000" pitchFamily="2" charset="-78"/>
            </a:endParaRPr>
          </a:p>
        </p:txBody>
      </p:sp>
      <p:sp>
        <p:nvSpPr>
          <p:cNvPr id="7" name="TextBox 6">
            <a:extLst>
              <a:ext uri="{FF2B5EF4-FFF2-40B4-BE49-F238E27FC236}">
                <a16:creationId xmlns:a16="http://schemas.microsoft.com/office/drawing/2014/main" id="{61E9C925-628A-B7FE-8B77-5494D21C5CAF}"/>
              </a:ext>
            </a:extLst>
          </p:cNvPr>
          <p:cNvSpPr txBox="1"/>
          <p:nvPr/>
        </p:nvSpPr>
        <p:spPr>
          <a:xfrm>
            <a:off x="5742961" y="5419805"/>
            <a:ext cx="706272" cy="348557"/>
          </a:xfrm>
          <a:prstGeom prst="rect">
            <a:avLst/>
          </a:prstGeom>
          <a:noFill/>
        </p:spPr>
        <p:txBody>
          <a:bodyPr wrap="square">
            <a:spAutoFit/>
          </a:bodyPr>
          <a:lstStyle/>
          <a:p>
            <a:pPr marL="0" lvl="0" indent="0" algn="ctr" defTabSz="1466850">
              <a:lnSpc>
                <a:spcPct val="90000"/>
              </a:lnSpc>
              <a:spcBef>
                <a:spcPct val="0"/>
              </a:spcBef>
              <a:spcAft>
                <a:spcPct val="35000"/>
              </a:spcAft>
              <a:buNone/>
            </a:pPr>
            <a:r>
              <a:rPr lang="fa-IR" b="1" kern="1200" dirty="0">
                <a:solidFill>
                  <a:srgbClr val="262344"/>
                </a:solidFill>
                <a:latin typeface="Vazir Light FD" panose="020B0604020202020204" charset="-78"/>
                <a:cs typeface="Vazir Light FD" panose="020B0604020202020204" charset="-78"/>
              </a:rPr>
              <a:t>6/23</a:t>
            </a:r>
            <a:endParaRPr lang="fa-IR" sz="2000" b="1" kern="1200" dirty="0">
              <a:solidFill>
                <a:srgbClr val="262344"/>
              </a:solidFill>
              <a:latin typeface="Vazir Light FD" panose="020B0604020202020204" charset="-78"/>
              <a:cs typeface="Vazir Light FD" panose="020B0604020202020204" charset="-78"/>
            </a:endParaRPr>
          </a:p>
        </p:txBody>
      </p:sp>
      <p:grpSp>
        <p:nvGrpSpPr>
          <p:cNvPr id="2" name="Group 1">
            <a:extLst>
              <a:ext uri="{FF2B5EF4-FFF2-40B4-BE49-F238E27FC236}">
                <a16:creationId xmlns:a16="http://schemas.microsoft.com/office/drawing/2014/main" id="{0F8F0DF1-1A26-05A9-C105-AB288BD6DADB}"/>
              </a:ext>
            </a:extLst>
          </p:cNvPr>
          <p:cNvGrpSpPr/>
          <p:nvPr/>
        </p:nvGrpSpPr>
        <p:grpSpPr>
          <a:xfrm>
            <a:off x="1361428" y="1348790"/>
            <a:ext cx="1390481" cy="1646959"/>
            <a:chOff x="625145" y="428945"/>
            <a:chExt cx="1438785" cy="1701470"/>
          </a:xfrm>
        </p:grpSpPr>
        <p:pic>
          <p:nvPicPr>
            <p:cNvPr id="3" name="Picture 4">
              <a:extLst>
                <a:ext uri="{FF2B5EF4-FFF2-40B4-BE49-F238E27FC236}">
                  <a16:creationId xmlns:a16="http://schemas.microsoft.com/office/drawing/2014/main" id="{C44AC1D1-9BF6-7F92-05C5-CFD23E8CC12D}"/>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Shape 3">
              <a:extLst>
                <a:ext uri="{FF2B5EF4-FFF2-40B4-BE49-F238E27FC236}">
                  <a16:creationId xmlns:a16="http://schemas.microsoft.com/office/drawing/2014/main" id="{19905A2C-DD90-6C99-383E-B18C894F13FB}"/>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دانشگاه اصفهان</a:t>
              </a:r>
            </a:p>
          </p:txBody>
        </p:sp>
        <p:sp>
          <p:nvSpPr>
            <p:cNvPr id="5" name="Freeform: Shape 4">
              <a:extLst>
                <a:ext uri="{FF2B5EF4-FFF2-40B4-BE49-F238E27FC236}">
                  <a16:creationId xmlns:a16="http://schemas.microsoft.com/office/drawing/2014/main" id="{E64F1023-44FE-F9FF-44DE-D3D4C68A14BE}"/>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دانشکده مهندسی کامپیوتر</a:t>
              </a:r>
            </a:p>
          </p:txBody>
        </p:sp>
        <p:sp>
          <p:nvSpPr>
            <p:cNvPr id="6" name="Freeform: Shape 5">
              <a:extLst>
                <a:ext uri="{FF2B5EF4-FFF2-40B4-BE49-F238E27FC236}">
                  <a16:creationId xmlns:a16="http://schemas.microsoft.com/office/drawing/2014/main" id="{FB246606-A946-1FF8-8535-916FE3E8BF83}"/>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گروه هوش مصنوعی و رباتیک</a:t>
              </a:r>
            </a:p>
          </p:txBody>
        </p:sp>
      </p:grpSp>
      <p:sp>
        <p:nvSpPr>
          <p:cNvPr id="8" name="TextBox 7">
            <a:extLst>
              <a:ext uri="{FF2B5EF4-FFF2-40B4-BE49-F238E27FC236}">
                <a16:creationId xmlns:a16="http://schemas.microsoft.com/office/drawing/2014/main" id="{21BB5B20-3E2B-B51E-D9C4-FE908EC7E50D}"/>
              </a:ext>
            </a:extLst>
          </p:cNvPr>
          <p:cNvSpPr txBox="1"/>
          <p:nvPr/>
        </p:nvSpPr>
        <p:spPr>
          <a:xfrm>
            <a:off x="1361428" y="5210469"/>
            <a:ext cx="3238519" cy="276999"/>
          </a:xfrm>
          <a:prstGeom prst="rect">
            <a:avLst/>
          </a:prstGeom>
          <a:solidFill>
            <a:srgbClr val="FFD966"/>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r"/>
            <a:r>
              <a:rPr lang="fa-IR" sz="1200" b="1" dirty="0">
                <a:latin typeface="Vazir Light FD" panose="020B0604020202020204" charset="-78"/>
                <a:cs typeface="Vazir Light FD" panose="020B0604020202020204" charset="-78"/>
              </a:rPr>
              <a:t>محمد امین کیانی، ارائه درس سمینار و روش پژوهش</a:t>
            </a:r>
            <a:endParaRPr lang="en-US" sz="1200" b="1" dirty="0">
              <a:latin typeface="Vazir Light FD" panose="020B0604020202020204" charset="-78"/>
              <a:cs typeface="Vazir Light FD" panose="020B0604020202020204" charset="-78"/>
            </a:endParaRPr>
          </a:p>
        </p:txBody>
      </p:sp>
      <p:pic>
        <p:nvPicPr>
          <p:cNvPr id="11" name="Picture 10">
            <a:extLst>
              <a:ext uri="{FF2B5EF4-FFF2-40B4-BE49-F238E27FC236}">
                <a16:creationId xmlns:a16="http://schemas.microsoft.com/office/drawing/2014/main" id="{C3DD446C-AD79-9F03-BF1B-4C3D7F29AD8C}"/>
              </a:ext>
            </a:extLst>
          </p:cNvPr>
          <p:cNvPicPr>
            <a:picLocks noChangeAspect="1"/>
          </p:cNvPicPr>
          <p:nvPr/>
        </p:nvPicPr>
        <p:blipFill>
          <a:blip r:embed="rId9"/>
          <a:srcRect l="725" r="695"/>
          <a:stretch>
            <a:fillRect/>
          </a:stretch>
        </p:blipFill>
        <p:spPr>
          <a:xfrm>
            <a:off x="1361428" y="5949254"/>
            <a:ext cx="9472035" cy="597936"/>
          </a:xfrm>
          <a:prstGeom prst="rect">
            <a:avLst/>
          </a:prstGeom>
        </p:spPr>
      </p:pic>
    </p:spTree>
    <p:extLst>
      <p:ext uri="{BB962C8B-B14F-4D97-AF65-F5344CB8AC3E}">
        <p14:creationId xmlns:p14="http://schemas.microsoft.com/office/powerpoint/2010/main" val="1438725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AA7D8-6367-FEA0-27BD-3123429F0F57}"/>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B35B7A7B-ABFF-20C2-4844-5DA6D7F420E5}"/>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8" name="!!Freeform: Shape 20">
            <a:hlinkClick r:id="rId2" action="ppaction://hlinksldjump"/>
            <a:extLst>
              <a:ext uri="{FF2B5EF4-FFF2-40B4-BE49-F238E27FC236}">
                <a16:creationId xmlns:a16="http://schemas.microsoft.com/office/drawing/2014/main" id="{B7BC3627-6051-7447-2D31-EE3AC7AC3521}"/>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مقدمه</a:t>
            </a:r>
          </a:p>
        </p:txBody>
      </p:sp>
      <p:sp>
        <p:nvSpPr>
          <p:cNvPr id="49" name="Freeform: Shape 48">
            <a:hlinkClick r:id="rId3" action="ppaction://hlinksldjump"/>
            <a:extLst>
              <a:ext uri="{FF2B5EF4-FFF2-40B4-BE49-F238E27FC236}">
                <a16:creationId xmlns:a16="http://schemas.microsoft.com/office/drawing/2014/main" id="{37F84E32-A27C-2436-61A3-808421219BE2}"/>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FFD966"/>
          </a:solidFill>
          <a:ln w="12700" cap="flat" cmpd="sng" algn="ctr">
            <a:noFill/>
            <a:prstDash val="dash"/>
            <a:miter lim="800000"/>
          </a:ln>
          <a:effectLst/>
        </p:spPr>
        <p:txBody>
          <a:bodyPr rtlCol="0" anchor="ctr"/>
          <a:lstStyle/>
          <a:p>
            <a:pPr algn="ctr" rtl="1"/>
            <a:r>
              <a:rPr lang="fa-IR" sz="2200" b="1" kern="0" dirty="0">
                <a:solidFill>
                  <a:prstClr val="black">
                    <a:lumMod val="85000"/>
                    <a:lumOff val="15000"/>
                  </a:prstClr>
                </a:solidFill>
                <a:latin typeface="Shabnam" panose="020B0603030804020204" pitchFamily="34" charset="-78"/>
                <a:cs typeface="Shabnam" panose="020B0603030804020204" pitchFamily="34" charset="-78"/>
              </a:rPr>
              <a:t>پیشینه</a:t>
            </a:r>
          </a:p>
        </p:txBody>
      </p:sp>
      <p:sp>
        <p:nvSpPr>
          <p:cNvPr id="50" name="!!Freeform: Shape 32">
            <a:hlinkClick r:id="rId3" action="ppaction://hlinksldjump"/>
            <a:extLst>
              <a:ext uri="{FF2B5EF4-FFF2-40B4-BE49-F238E27FC236}">
                <a16:creationId xmlns:a16="http://schemas.microsoft.com/office/drawing/2014/main" id="{E38D76DE-005B-9370-C012-9949BB5D9464}"/>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اهداف پژوهش</a:t>
            </a:r>
          </a:p>
        </p:txBody>
      </p:sp>
      <p:sp>
        <p:nvSpPr>
          <p:cNvPr id="51" name="Freeform: Shape 50">
            <a:hlinkClick r:id="rId4" action="ppaction://hlinksldjump"/>
            <a:extLst>
              <a:ext uri="{FF2B5EF4-FFF2-40B4-BE49-F238E27FC236}">
                <a16:creationId xmlns:a16="http://schemas.microsoft.com/office/drawing/2014/main" id="{4B9025C7-0A9C-3AAB-9A89-5F89D45984B8}"/>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روش پژوهش</a:t>
            </a:r>
          </a:p>
        </p:txBody>
      </p:sp>
      <p:sp>
        <p:nvSpPr>
          <p:cNvPr id="52" name="!!Freeform: Shape 34">
            <a:hlinkClick r:id="" action="ppaction://noaction"/>
            <a:extLst>
              <a:ext uri="{FF2B5EF4-FFF2-40B4-BE49-F238E27FC236}">
                <a16:creationId xmlns:a16="http://schemas.microsoft.com/office/drawing/2014/main" id="{0287A73D-9429-9595-15E2-DF11945DA850}"/>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مراجع</a:t>
            </a:r>
          </a:p>
        </p:txBody>
      </p:sp>
      <p:sp>
        <p:nvSpPr>
          <p:cNvPr id="2" name="Freeform: Shape 1">
            <a:extLst>
              <a:ext uri="{FF2B5EF4-FFF2-40B4-BE49-F238E27FC236}">
                <a16:creationId xmlns:a16="http://schemas.microsoft.com/office/drawing/2014/main" id="{E17ABA68-572E-C8FB-1608-74567B6953F6}"/>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dirty="0">
              <a:solidFill>
                <a:prstClr val="white"/>
              </a:solidFill>
              <a:cs typeface="Arial"/>
            </a:endParaRPr>
          </a:p>
        </p:txBody>
      </p:sp>
      <p:sp>
        <p:nvSpPr>
          <p:cNvPr id="3" name="Freeform: Shape 2">
            <a:extLst>
              <a:ext uri="{FF2B5EF4-FFF2-40B4-BE49-F238E27FC236}">
                <a16:creationId xmlns:a16="http://schemas.microsoft.com/office/drawing/2014/main" id="{AAF00D72-7D45-2810-AFB3-BBCE22E1FB57}"/>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dirty="0">
              <a:solidFill>
                <a:prstClr val="white"/>
              </a:solidFill>
              <a:cs typeface="Arial"/>
            </a:endParaRPr>
          </a:p>
        </p:txBody>
      </p:sp>
      <p:pic>
        <p:nvPicPr>
          <p:cNvPr id="4" name="Graphic 3" descr="Home">
            <a:extLst>
              <a:ext uri="{FF2B5EF4-FFF2-40B4-BE49-F238E27FC236}">
                <a16:creationId xmlns:a16="http://schemas.microsoft.com/office/drawing/2014/main" id="{89092EA2-9413-B932-137C-C135A8CB9EE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29832C41-089F-8C42-C42C-69C34C1B71F4}"/>
              </a:ext>
            </a:extLst>
          </p:cNvPr>
          <p:cNvSpPr txBox="1"/>
          <p:nvPr/>
        </p:nvSpPr>
        <p:spPr>
          <a:xfrm>
            <a:off x="11498811" y="6112895"/>
            <a:ext cx="806054" cy="348557"/>
          </a:xfrm>
          <a:prstGeom prst="rect">
            <a:avLst/>
          </a:prstGeom>
          <a:noFill/>
        </p:spPr>
        <p:txBody>
          <a:bodyPr wrap="square">
            <a:spAutoFit/>
          </a:bodyPr>
          <a:lstStyle/>
          <a:p>
            <a:pPr marL="0" lvl="0" indent="0" algn="ctr" defTabSz="1466850">
              <a:lnSpc>
                <a:spcPct val="90000"/>
              </a:lnSpc>
              <a:spcBef>
                <a:spcPct val="0"/>
              </a:spcBef>
              <a:spcAft>
                <a:spcPct val="35000"/>
              </a:spcAft>
              <a:buNone/>
            </a:pPr>
            <a:r>
              <a:rPr lang="fa-IR" b="1" kern="1200" dirty="0">
                <a:solidFill>
                  <a:schemeClr val="bg1"/>
                </a:solidFill>
                <a:latin typeface="Vazir Light FD" panose="020B0604020202020204" charset="-78"/>
                <a:cs typeface="Vazir Light FD" panose="020B0604020202020204" charset="-78"/>
              </a:rPr>
              <a:t>7/23</a:t>
            </a:r>
            <a:endParaRPr lang="fa-IR" sz="2000" b="1" kern="1200" dirty="0">
              <a:solidFill>
                <a:schemeClr val="bg1"/>
              </a:solidFill>
              <a:latin typeface="Vazir Light FD" panose="020B0604020202020204" charset="-78"/>
              <a:cs typeface="Vazir Light FD" panose="020B0604020202020204" charset="-78"/>
            </a:endParaRPr>
          </a:p>
        </p:txBody>
      </p:sp>
      <p:sp>
        <p:nvSpPr>
          <p:cNvPr id="10" name="Title 1">
            <a:extLst>
              <a:ext uri="{FF2B5EF4-FFF2-40B4-BE49-F238E27FC236}">
                <a16:creationId xmlns:a16="http://schemas.microsoft.com/office/drawing/2014/main" id="{E5767289-FB6F-DC77-73D7-8F15CFAB3AA4}"/>
              </a:ext>
            </a:extLst>
          </p:cNvPr>
          <p:cNvSpPr>
            <a:spLocks noGrp="1"/>
          </p:cNvSpPr>
          <p:nvPr>
            <p:ph type="ctrTitle"/>
          </p:nvPr>
        </p:nvSpPr>
        <p:spPr>
          <a:xfrm>
            <a:off x="676876" y="974936"/>
            <a:ext cx="8839082" cy="774676"/>
          </a:xfrm>
        </p:spPr>
        <p:txBody>
          <a:bodyPr>
            <a:noAutofit/>
          </a:bodyPr>
          <a:lstStyle/>
          <a:p>
            <a:pPr algn="r"/>
            <a:r>
              <a:rPr lang="fa-IR" sz="4800" b="1" dirty="0">
                <a:solidFill>
                  <a:srgbClr val="262344"/>
                </a:solidFill>
                <a:latin typeface="Estedad Black" panose="02000A03000000000000" pitchFamily="2" charset="-78"/>
                <a:cs typeface="Estedad Black" panose="02000A03000000000000" pitchFamily="2" charset="-78"/>
              </a:rPr>
              <a:t>دسته‌بندی روش‌ها</a:t>
            </a:r>
          </a:p>
        </p:txBody>
      </p:sp>
      <p:sp>
        <p:nvSpPr>
          <p:cNvPr id="6" name="TextBox 5">
            <a:extLst>
              <a:ext uri="{FF2B5EF4-FFF2-40B4-BE49-F238E27FC236}">
                <a16:creationId xmlns:a16="http://schemas.microsoft.com/office/drawing/2014/main" id="{7C5F9D5E-0362-18FB-A734-E6CB9710683E}"/>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r"/>
            <a:r>
              <a:rPr lang="fa-IR" sz="1200" b="1" dirty="0">
                <a:latin typeface="Vazir Light FD" panose="020B0604020202020204" charset="-78"/>
                <a:cs typeface="Vazir Light FD" panose="020B0604020202020204" charset="-78"/>
              </a:rPr>
              <a:t>محمد امین کیانی، ارائه درس سمینار و روش پژوهش</a:t>
            </a:r>
            <a:endParaRPr lang="en-US" sz="1200" b="1" dirty="0">
              <a:latin typeface="Vazir Light FD" panose="020B0604020202020204" charset="-78"/>
              <a:cs typeface="Vazir Light FD" panose="020B0604020202020204" charset="-78"/>
            </a:endParaRPr>
          </a:p>
        </p:txBody>
      </p:sp>
      <p:grpSp>
        <p:nvGrpSpPr>
          <p:cNvPr id="7" name="Group 6">
            <a:extLst>
              <a:ext uri="{FF2B5EF4-FFF2-40B4-BE49-F238E27FC236}">
                <a16:creationId xmlns:a16="http://schemas.microsoft.com/office/drawing/2014/main" id="{B760E272-24A1-25ED-3B80-716D574E9FB0}"/>
              </a:ext>
            </a:extLst>
          </p:cNvPr>
          <p:cNvGrpSpPr/>
          <p:nvPr/>
        </p:nvGrpSpPr>
        <p:grpSpPr>
          <a:xfrm>
            <a:off x="394775" y="415751"/>
            <a:ext cx="1477568" cy="1571887"/>
            <a:chOff x="625145" y="428945"/>
            <a:chExt cx="1438785" cy="1701470"/>
          </a:xfrm>
        </p:grpSpPr>
        <p:pic>
          <p:nvPicPr>
            <p:cNvPr id="8" name="Picture 4">
              <a:extLst>
                <a:ext uri="{FF2B5EF4-FFF2-40B4-BE49-F238E27FC236}">
                  <a16:creationId xmlns:a16="http://schemas.microsoft.com/office/drawing/2014/main" id="{12ACB9D1-AA8F-41E2-74E2-B50F46501C7C}"/>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Shape 8">
              <a:extLst>
                <a:ext uri="{FF2B5EF4-FFF2-40B4-BE49-F238E27FC236}">
                  <a16:creationId xmlns:a16="http://schemas.microsoft.com/office/drawing/2014/main" id="{D1A89EF3-F490-3201-296A-096F3CC268B7}"/>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دانشگاه اصفهان</a:t>
              </a:r>
            </a:p>
          </p:txBody>
        </p:sp>
        <p:sp>
          <p:nvSpPr>
            <p:cNvPr id="11" name="Freeform: Shape 10">
              <a:extLst>
                <a:ext uri="{FF2B5EF4-FFF2-40B4-BE49-F238E27FC236}">
                  <a16:creationId xmlns:a16="http://schemas.microsoft.com/office/drawing/2014/main" id="{FCBC46D8-4BB5-47D8-0F6A-B955D76D896F}"/>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دانشکده مهندسی کامپیوتر</a:t>
              </a:r>
            </a:p>
          </p:txBody>
        </p:sp>
        <p:sp>
          <p:nvSpPr>
            <p:cNvPr id="14" name="Freeform: Shape 13">
              <a:extLst>
                <a:ext uri="{FF2B5EF4-FFF2-40B4-BE49-F238E27FC236}">
                  <a16:creationId xmlns:a16="http://schemas.microsoft.com/office/drawing/2014/main" id="{91719190-9332-FF17-150B-F3F704B4B0C6}"/>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گروه هوش مصنوعی و رباتیک</a:t>
              </a:r>
            </a:p>
          </p:txBody>
        </p:sp>
      </p:grpSp>
      <p:pic>
        <p:nvPicPr>
          <p:cNvPr id="18" name="Picture 17">
            <a:extLst>
              <a:ext uri="{FF2B5EF4-FFF2-40B4-BE49-F238E27FC236}">
                <a16:creationId xmlns:a16="http://schemas.microsoft.com/office/drawing/2014/main" id="{F79C3991-10AE-A425-E538-A1945F4E169A}"/>
              </a:ext>
            </a:extLst>
          </p:cNvPr>
          <p:cNvPicPr>
            <a:picLocks noChangeAspect="1"/>
          </p:cNvPicPr>
          <p:nvPr/>
        </p:nvPicPr>
        <p:blipFill>
          <a:blip r:embed="rId9"/>
          <a:stretch>
            <a:fillRect/>
          </a:stretch>
        </p:blipFill>
        <p:spPr>
          <a:xfrm>
            <a:off x="1962318" y="1737596"/>
            <a:ext cx="7756448" cy="4341599"/>
          </a:xfrm>
          <a:prstGeom prst="rect">
            <a:avLst/>
          </a:prstGeom>
        </p:spPr>
      </p:pic>
    </p:spTree>
    <p:extLst>
      <p:ext uri="{BB962C8B-B14F-4D97-AF65-F5344CB8AC3E}">
        <p14:creationId xmlns:p14="http://schemas.microsoft.com/office/powerpoint/2010/main" val="4900398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04AE7-7774-A904-CD58-C46D0582A824}"/>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949C1872-3CB5-72FA-C77C-3808ABF7796D}"/>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sp>
        <p:nvSpPr>
          <p:cNvPr id="48" name="!!Freeform: Shape 20">
            <a:hlinkClick r:id="rId2" action="ppaction://hlinksldjump"/>
            <a:extLst>
              <a:ext uri="{FF2B5EF4-FFF2-40B4-BE49-F238E27FC236}">
                <a16:creationId xmlns:a16="http://schemas.microsoft.com/office/drawing/2014/main" id="{AAE7568A-FD62-2077-2B23-41793D41F901}"/>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مقدمه</a:t>
            </a:r>
          </a:p>
        </p:txBody>
      </p:sp>
      <p:sp>
        <p:nvSpPr>
          <p:cNvPr id="49" name="Freeform: Shape 48">
            <a:hlinkClick r:id="rId3" action="ppaction://hlinksldjump"/>
            <a:extLst>
              <a:ext uri="{FF2B5EF4-FFF2-40B4-BE49-F238E27FC236}">
                <a16:creationId xmlns:a16="http://schemas.microsoft.com/office/drawing/2014/main" id="{47E64B20-87CF-0E99-EE62-D7EA9EF918B7}"/>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FFD966"/>
          </a:solidFill>
          <a:ln w="12700" cap="flat" cmpd="sng" algn="ctr">
            <a:noFill/>
            <a:prstDash val="dash"/>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2200" b="1" i="0" u="none" strike="noStrike" kern="0" cap="none" spc="0" normalizeH="0" baseline="0" noProof="0" dirty="0">
                <a:ln>
                  <a:noFill/>
                </a:ln>
                <a:solidFill>
                  <a:prstClr val="black">
                    <a:lumMod val="85000"/>
                    <a:lumOff val="15000"/>
                  </a:prstClr>
                </a:solidFill>
                <a:effectLst/>
                <a:uLnTx/>
                <a:uFillTx/>
                <a:latin typeface="Shabnam" panose="020B0603030804020204" pitchFamily="34" charset="-78"/>
                <a:ea typeface="+mn-ea"/>
                <a:cs typeface="Shabnam" panose="020B0603030804020204" pitchFamily="34" charset="-78"/>
              </a:rPr>
              <a:t>پیشینه</a:t>
            </a:r>
          </a:p>
        </p:txBody>
      </p:sp>
      <p:sp>
        <p:nvSpPr>
          <p:cNvPr id="50" name="!!Freeform: Shape 32">
            <a:hlinkClick r:id="rId3" action="ppaction://hlinksldjump"/>
            <a:extLst>
              <a:ext uri="{FF2B5EF4-FFF2-40B4-BE49-F238E27FC236}">
                <a16:creationId xmlns:a16="http://schemas.microsoft.com/office/drawing/2014/main" id="{3C450829-B22E-DFDB-336A-713E1638E7CA}"/>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اهداف پژوهش</a:t>
            </a:r>
          </a:p>
        </p:txBody>
      </p:sp>
      <p:sp>
        <p:nvSpPr>
          <p:cNvPr id="51" name="Freeform: Shape 50">
            <a:hlinkClick r:id="rId4" action="ppaction://hlinksldjump"/>
            <a:extLst>
              <a:ext uri="{FF2B5EF4-FFF2-40B4-BE49-F238E27FC236}">
                <a16:creationId xmlns:a16="http://schemas.microsoft.com/office/drawing/2014/main" id="{04B086C8-8952-2415-2F6A-06635AE93D48}"/>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روش پژوهش</a:t>
            </a:r>
          </a:p>
        </p:txBody>
      </p:sp>
      <p:sp>
        <p:nvSpPr>
          <p:cNvPr id="52" name="!!Freeform: Shape 34">
            <a:hlinkClick r:id="" action="ppaction://noaction"/>
            <a:extLst>
              <a:ext uri="{FF2B5EF4-FFF2-40B4-BE49-F238E27FC236}">
                <a16:creationId xmlns:a16="http://schemas.microsoft.com/office/drawing/2014/main" id="{604192AC-9CB0-1D3E-0101-9C25F48A5BB4}"/>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مراجع</a:t>
            </a:r>
          </a:p>
        </p:txBody>
      </p:sp>
      <p:sp>
        <p:nvSpPr>
          <p:cNvPr id="2" name="Freeform: Shape 1">
            <a:extLst>
              <a:ext uri="{FF2B5EF4-FFF2-40B4-BE49-F238E27FC236}">
                <a16:creationId xmlns:a16="http://schemas.microsoft.com/office/drawing/2014/main" id="{B728BA76-8614-089F-94E1-D50E9E231AAC}"/>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sp>
        <p:nvSpPr>
          <p:cNvPr id="3" name="Freeform: Shape 2">
            <a:extLst>
              <a:ext uri="{FF2B5EF4-FFF2-40B4-BE49-F238E27FC236}">
                <a16:creationId xmlns:a16="http://schemas.microsoft.com/office/drawing/2014/main" id="{DC44EEF1-C925-DA99-1BAE-C9389216E697}"/>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pic>
        <p:nvPicPr>
          <p:cNvPr id="4" name="Graphic 3" descr="Home">
            <a:extLst>
              <a:ext uri="{FF2B5EF4-FFF2-40B4-BE49-F238E27FC236}">
                <a16:creationId xmlns:a16="http://schemas.microsoft.com/office/drawing/2014/main" id="{05CCBEC7-2E0E-4389-0839-D25013A0F3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5F327D81-38CF-7775-5802-00B561B0E0DF}"/>
              </a:ext>
            </a:extLst>
          </p:cNvPr>
          <p:cNvSpPr txBox="1"/>
          <p:nvPr/>
        </p:nvSpPr>
        <p:spPr>
          <a:xfrm>
            <a:off x="11498811" y="6112895"/>
            <a:ext cx="806054" cy="348557"/>
          </a:xfrm>
          <a:prstGeom prst="rect">
            <a:avLst/>
          </a:prstGeom>
          <a:noFill/>
        </p:spPr>
        <p:txBody>
          <a:bodyPr wrap="square">
            <a:spAutoFit/>
          </a:bodyPr>
          <a:lstStyle/>
          <a:p>
            <a:pPr marL="0" marR="0" lvl="0" indent="0" algn="ctr" defTabSz="1466850" rtl="0" eaLnBrk="1" fontAlgn="auto" latinLnBrk="0" hangingPunct="1">
              <a:lnSpc>
                <a:spcPct val="90000"/>
              </a:lnSpc>
              <a:spcBef>
                <a:spcPct val="0"/>
              </a:spcBef>
              <a:spcAft>
                <a:spcPct val="35000"/>
              </a:spcAft>
              <a:buClrTx/>
              <a:buSzTx/>
              <a:buFontTx/>
              <a:buNone/>
              <a:tabLst/>
              <a:defRPr/>
            </a:pPr>
            <a:r>
              <a:rPr kumimoji="0" lang="fa-IR"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rPr>
              <a:t>8/23</a:t>
            </a:r>
            <a:endParaRPr kumimoji="0" lang="fa-IR" sz="2000"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endParaRPr>
          </a:p>
        </p:txBody>
      </p:sp>
      <p:sp>
        <p:nvSpPr>
          <p:cNvPr id="10" name="Title 1">
            <a:extLst>
              <a:ext uri="{FF2B5EF4-FFF2-40B4-BE49-F238E27FC236}">
                <a16:creationId xmlns:a16="http://schemas.microsoft.com/office/drawing/2014/main" id="{9EBBA431-C8D6-8DA6-86F6-E29390492A42}"/>
              </a:ext>
            </a:extLst>
          </p:cNvPr>
          <p:cNvSpPr>
            <a:spLocks noGrp="1"/>
          </p:cNvSpPr>
          <p:nvPr>
            <p:ph type="ctrTitle"/>
          </p:nvPr>
        </p:nvSpPr>
        <p:spPr>
          <a:xfrm>
            <a:off x="676876" y="974936"/>
            <a:ext cx="8839082" cy="774676"/>
          </a:xfrm>
        </p:spPr>
        <p:txBody>
          <a:bodyPr>
            <a:noAutofit/>
          </a:bodyPr>
          <a:lstStyle/>
          <a:p>
            <a:pPr algn="r"/>
            <a:r>
              <a:rPr lang="fa-IR" sz="4800" b="1" dirty="0">
                <a:solidFill>
                  <a:srgbClr val="262344"/>
                </a:solidFill>
                <a:latin typeface="Estedad Black" panose="02000A03000000000000" pitchFamily="2" charset="-78"/>
                <a:cs typeface="Estedad Black" panose="02000A03000000000000" pitchFamily="2" charset="-78"/>
              </a:rPr>
              <a:t>خلاصه‌ای از مرور روش‌ها</a:t>
            </a:r>
          </a:p>
        </p:txBody>
      </p:sp>
      <p:sp>
        <p:nvSpPr>
          <p:cNvPr id="6" name="TextBox 5">
            <a:extLst>
              <a:ext uri="{FF2B5EF4-FFF2-40B4-BE49-F238E27FC236}">
                <a16:creationId xmlns:a16="http://schemas.microsoft.com/office/drawing/2014/main" id="{DE99D4CA-851D-DBC4-0FE9-1742C3002CF8}"/>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rPr>
              <a:t>محمد امین کیانی، ارائه درس سمینار و روش پژوهش</a:t>
            </a:r>
            <a:endParaRPr kumimoji="0" lang="en-US"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endParaRPr>
          </a:p>
        </p:txBody>
      </p:sp>
      <p:grpSp>
        <p:nvGrpSpPr>
          <p:cNvPr id="7" name="Group 6">
            <a:extLst>
              <a:ext uri="{FF2B5EF4-FFF2-40B4-BE49-F238E27FC236}">
                <a16:creationId xmlns:a16="http://schemas.microsoft.com/office/drawing/2014/main" id="{8604A739-4F61-5248-26F3-B4C795079E79}"/>
              </a:ext>
            </a:extLst>
          </p:cNvPr>
          <p:cNvGrpSpPr/>
          <p:nvPr/>
        </p:nvGrpSpPr>
        <p:grpSpPr>
          <a:xfrm>
            <a:off x="394775" y="415751"/>
            <a:ext cx="1477568" cy="1571887"/>
            <a:chOff x="625145" y="428945"/>
            <a:chExt cx="1438785" cy="1701470"/>
          </a:xfrm>
        </p:grpSpPr>
        <p:pic>
          <p:nvPicPr>
            <p:cNvPr id="8" name="Picture 4">
              <a:extLst>
                <a:ext uri="{FF2B5EF4-FFF2-40B4-BE49-F238E27FC236}">
                  <a16:creationId xmlns:a16="http://schemas.microsoft.com/office/drawing/2014/main" id="{5345E316-7294-D264-981C-D6189612DA52}"/>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Shape 8">
              <a:extLst>
                <a:ext uri="{FF2B5EF4-FFF2-40B4-BE49-F238E27FC236}">
                  <a16:creationId xmlns:a16="http://schemas.microsoft.com/office/drawing/2014/main" id="{15451610-A77C-0DF7-66FC-C7182276E49B}"/>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دانشگاه اصفهان</a:t>
              </a:r>
            </a:p>
          </p:txBody>
        </p:sp>
        <p:sp>
          <p:nvSpPr>
            <p:cNvPr id="11" name="Freeform: Shape 10">
              <a:extLst>
                <a:ext uri="{FF2B5EF4-FFF2-40B4-BE49-F238E27FC236}">
                  <a16:creationId xmlns:a16="http://schemas.microsoft.com/office/drawing/2014/main" id="{A08A6761-E5CE-1CAC-B657-8BEAC13C58B4}"/>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دانشکده مهندسی کامپیوتر</a:t>
              </a:r>
            </a:p>
          </p:txBody>
        </p:sp>
        <p:sp>
          <p:nvSpPr>
            <p:cNvPr id="14" name="Freeform: Shape 13">
              <a:extLst>
                <a:ext uri="{FF2B5EF4-FFF2-40B4-BE49-F238E27FC236}">
                  <a16:creationId xmlns:a16="http://schemas.microsoft.com/office/drawing/2014/main" id="{794AFF10-2AFB-B5E7-EB17-3337ABDCDDF2}"/>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گروه هوش مصنوعی و رباتیک</a:t>
              </a:r>
            </a:p>
          </p:txBody>
        </p:sp>
      </p:grpSp>
      <p:pic>
        <p:nvPicPr>
          <p:cNvPr id="15" name="Picture 14">
            <a:extLst>
              <a:ext uri="{FF2B5EF4-FFF2-40B4-BE49-F238E27FC236}">
                <a16:creationId xmlns:a16="http://schemas.microsoft.com/office/drawing/2014/main" id="{BE5D06A4-7ACE-C186-0C22-01A1AC68510E}"/>
              </a:ext>
            </a:extLst>
          </p:cNvPr>
          <p:cNvPicPr>
            <a:picLocks noChangeAspect="1"/>
          </p:cNvPicPr>
          <p:nvPr/>
        </p:nvPicPr>
        <p:blipFill>
          <a:blip r:embed="rId9"/>
          <a:stretch>
            <a:fillRect/>
          </a:stretch>
        </p:blipFill>
        <p:spPr>
          <a:xfrm>
            <a:off x="2014534" y="1932880"/>
            <a:ext cx="7495665" cy="3950184"/>
          </a:xfrm>
          <a:prstGeom prst="rect">
            <a:avLst/>
          </a:prstGeom>
        </p:spPr>
      </p:pic>
    </p:spTree>
    <p:extLst>
      <p:ext uri="{BB962C8B-B14F-4D97-AF65-F5344CB8AC3E}">
        <p14:creationId xmlns:p14="http://schemas.microsoft.com/office/powerpoint/2010/main" val="21460155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042F7-0E44-F470-702F-78426F319A38}"/>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0CA485B0-7EE4-2869-6FFC-D5D6D2D6D52C}"/>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sp>
        <p:nvSpPr>
          <p:cNvPr id="48" name="!!Freeform: Shape 20">
            <a:hlinkClick r:id="rId2" action="ppaction://hlinksldjump"/>
            <a:extLst>
              <a:ext uri="{FF2B5EF4-FFF2-40B4-BE49-F238E27FC236}">
                <a16:creationId xmlns:a16="http://schemas.microsoft.com/office/drawing/2014/main" id="{3BF18E69-BB56-843E-B537-E74D24F633EA}"/>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مقدمه</a:t>
            </a:r>
          </a:p>
        </p:txBody>
      </p:sp>
      <p:sp>
        <p:nvSpPr>
          <p:cNvPr id="49" name="Freeform: Shape 48">
            <a:hlinkClick r:id="rId3" action="ppaction://hlinksldjump"/>
            <a:extLst>
              <a:ext uri="{FF2B5EF4-FFF2-40B4-BE49-F238E27FC236}">
                <a16:creationId xmlns:a16="http://schemas.microsoft.com/office/drawing/2014/main" id="{4042AD1C-E6FF-4B7C-600A-E8E4D879960F}"/>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FFD966"/>
          </a:solidFill>
          <a:ln w="12700" cap="flat" cmpd="sng" algn="ctr">
            <a:noFill/>
            <a:prstDash val="dash"/>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2200" b="1" i="0" u="none" strike="noStrike" kern="0" cap="none" spc="0" normalizeH="0" baseline="0" noProof="0" dirty="0">
                <a:ln>
                  <a:noFill/>
                </a:ln>
                <a:solidFill>
                  <a:prstClr val="black">
                    <a:lumMod val="85000"/>
                    <a:lumOff val="15000"/>
                  </a:prstClr>
                </a:solidFill>
                <a:effectLst/>
                <a:uLnTx/>
                <a:uFillTx/>
                <a:latin typeface="Shabnam" panose="020B0603030804020204" pitchFamily="34" charset="-78"/>
                <a:ea typeface="+mn-ea"/>
                <a:cs typeface="Shabnam" panose="020B0603030804020204" pitchFamily="34" charset="-78"/>
              </a:rPr>
              <a:t>پیشینه</a:t>
            </a:r>
          </a:p>
        </p:txBody>
      </p:sp>
      <p:sp>
        <p:nvSpPr>
          <p:cNvPr id="50" name="!!Freeform: Shape 32">
            <a:hlinkClick r:id="rId3" action="ppaction://hlinksldjump"/>
            <a:extLst>
              <a:ext uri="{FF2B5EF4-FFF2-40B4-BE49-F238E27FC236}">
                <a16:creationId xmlns:a16="http://schemas.microsoft.com/office/drawing/2014/main" id="{1656D409-BC25-A128-5018-A7F1C6960F69}"/>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اهداف پژوهش</a:t>
            </a:r>
          </a:p>
        </p:txBody>
      </p:sp>
      <p:sp>
        <p:nvSpPr>
          <p:cNvPr id="51" name="Freeform: Shape 50">
            <a:hlinkClick r:id="rId4" action="ppaction://hlinksldjump"/>
            <a:extLst>
              <a:ext uri="{FF2B5EF4-FFF2-40B4-BE49-F238E27FC236}">
                <a16:creationId xmlns:a16="http://schemas.microsoft.com/office/drawing/2014/main" id="{76044264-72F5-71D7-47A4-F7DD09AB056D}"/>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روش پژوهش</a:t>
            </a:r>
          </a:p>
        </p:txBody>
      </p:sp>
      <p:sp>
        <p:nvSpPr>
          <p:cNvPr id="52" name="!!Freeform: Shape 34">
            <a:hlinkClick r:id="" action="ppaction://noaction"/>
            <a:extLst>
              <a:ext uri="{FF2B5EF4-FFF2-40B4-BE49-F238E27FC236}">
                <a16:creationId xmlns:a16="http://schemas.microsoft.com/office/drawing/2014/main" id="{65A676E5-8934-978C-1E53-3F880C772850}"/>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مراجع</a:t>
            </a:r>
          </a:p>
        </p:txBody>
      </p:sp>
      <p:sp>
        <p:nvSpPr>
          <p:cNvPr id="2" name="Freeform: Shape 1">
            <a:extLst>
              <a:ext uri="{FF2B5EF4-FFF2-40B4-BE49-F238E27FC236}">
                <a16:creationId xmlns:a16="http://schemas.microsoft.com/office/drawing/2014/main" id="{0B79C2A0-CC8E-1B99-70D7-E088DED74DC6}"/>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sp>
        <p:nvSpPr>
          <p:cNvPr id="3" name="Freeform: Shape 2">
            <a:extLst>
              <a:ext uri="{FF2B5EF4-FFF2-40B4-BE49-F238E27FC236}">
                <a16:creationId xmlns:a16="http://schemas.microsoft.com/office/drawing/2014/main" id="{D28B904B-3163-81A5-A045-EE11AAF13196}"/>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pic>
        <p:nvPicPr>
          <p:cNvPr id="4" name="Graphic 3" descr="Home">
            <a:extLst>
              <a:ext uri="{FF2B5EF4-FFF2-40B4-BE49-F238E27FC236}">
                <a16:creationId xmlns:a16="http://schemas.microsoft.com/office/drawing/2014/main" id="{E7E0AF4F-4E73-935E-03FF-CB39D360C04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8599EE1C-2A0A-7030-BF92-BF869C6606AB}"/>
              </a:ext>
            </a:extLst>
          </p:cNvPr>
          <p:cNvSpPr txBox="1"/>
          <p:nvPr/>
        </p:nvSpPr>
        <p:spPr>
          <a:xfrm>
            <a:off x="11498811" y="6112895"/>
            <a:ext cx="806054" cy="348557"/>
          </a:xfrm>
          <a:prstGeom prst="rect">
            <a:avLst/>
          </a:prstGeom>
          <a:noFill/>
        </p:spPr>
        <p:txBody>
          <a:bodyPr wrap="square">
            <a:spAutoFit/>
          </a:bodyPr>
          <a:lstStyle/>
          <a:p>
            <a:pPr marL="0" marR="0" lvl="0" indent="0" algn="ctr" defTabSz="1466850" rtl="0" eaLnBrk="1" fontAlgn="auto" latinLnBrk="0" hangingPunct="1">
              <a:lnSpc>
                <a:spcPct val="90000"/>
              </a:lnSpc>
              <a:spcBef>
                <a:spcPct val="0"/>
              </a:spcBef>
              <a:spcAft>
                <a:spcPct val="35000"/>
              </a:spcAft>
              <a:buClrTx/>
              <a:buSzTx/>
              <a:buFontTx/>
              <a:buNone/>
              <a:tabLst/>
              <a:defRPr/>
            </a:pPr>
            <a:r>
              <a:rPr kumimoji="0" lang="fa-IR"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rPr>
              <a:t>9/23</a:t>
            </a:r>
            <a:endParaRPr kumimoji="0" lang="fa-IR" sz="2000"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endParaRPr>
          </a:p>
        </p:txBody>
      </p:sp>
      <p:sp>
        <p:nvSpPr>
          <p:cNvPr id="10" name="Title 1">
            <a:extLst>
              <a:ext uri="{FF2B5EF4-FFF2-40B4-BE49-F238E27FC236}">
                <a16:creationId xmlns:a16="http://schemas.microsoft.com/office/drawing/2014/main" id="{DEA79B4D-1BC6-B788-75F5-FC08A9F140AB}"/>
              </a:ext>
            </a:extLst>
          </p:cNvPr>
          <p:cNvSpPr>
            <a:spLocks noGrp="1"/>
          </p:cNvSpPr>
          <p:nvPr>
            <p:ph type="ctrTitle"/>
          </p:nvPr>
        </p:nvSpPr>
        <p:spPr>
          <a:xfrm>
            <a:off x="676876" y="974936"/>
            <a:ext cx="8839082" cy="774676"/>
          </a:xfrm>
        </p:spPr>
        <p:txBody>
          <a:bodyPr>
            <a:noAutofit/>
          </a:bodyPr>
          <a:lstStyle/>
          <a:p>
            <a:pPr algn="r"/>
            <a:r>
              <a:rPr lang="fa-IR" sz="4800" b="1" dirty="0">
                <a:solidFill>
                  <a:srgbClr val="262344"/>
                </a:solidFill>
                <a:latin typeface="Estedad Black" panose="02000A03000000000000" pitchFamily="2" charset="-78"/>
                <a:cs typeface="Estedad Black" panose="02000A03000000000000" pitchFamily="2" charset="-78"/>
              </a:rPr>
              <a:t>خلاصه‌ای از مرور روش‌ها</a:t>
            </a:r>
          </a:p>
        </p:txBody>
      </p:sp>
      <p:sp>
        <p:nvSpPr>
          <p:cNvPr id="6" name="TextBox 5">
            <a:extLst>
              <a:ext uri="{FF2B5EF4-FFF2-40B4-BE49-F238E27FC236}">
                <a16:creationId xmlns:a16="http://schemas.microsoft.com/office/drawing/2014/main" id="{AE9409F7-2920-3316-1958-8D60C318B88C}"/>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rPr>
              <a:t>محمد امین کیانی، ارائه درس سمینار و روش پژوهش</a:t>
            </a:r>
            <a:endParaRPr kumimoji="0" lang="en-US"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endParaRPr>
          </a:p>
        </p:txBody>
      </p:sp>
      <p:grpSp>
        <p:nvGrpSpPr>
          <p:cNvPr id="7" name="Group 6">
            <a:extLst>
              <a:ext uri="{FF2B5EF4-FFF2-40B4-BE49-F238E27FC236}">
                <a16:creationId xmlns:a16="http://schemas.microsoft.com/office/drawing/2014/main" id="{C00D0E24-267E-39C5-953A-D760F45DD101}"/>
              </a:ext>
            </a:extLst>
          </p:cNvPr>
          <p:cNvGrpSpPr/>
          <p:nvPr/>
        </p:nvGrpSpPr>
        <p:grpSpPr>
          <a:xfrm>
            <a:off x="394775" y="415751"/>
            <a:ext cx="1477568" cy="1571887"/>
            <a:chOff x="625145" y="428945"/>
            <a:chExt cx="1438785" cy="1701470"/>
          </a:xfrm>
        </p:grpSpPr>
        <p:pic>
          <p:nvPicPr>
            <p:cNvPr id="8" name="Picture 4">
              <a:extLst>
                <a:ext uri="{FF2B5EF4-FFF2-40B4-BE49-F238E27FC236}">
                  <a16:creationId xmlns:a16="http://schemas.microsoft.com/office/drawing/2014/main" id="{E312A9A9-3794-66B3-C461-40ACCD39D7EA}"/>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Shape 8">
              <a:extLst>
                <a:ext uri="{FF2B5EF4-FFF2-40B4-BE49-F238E27FC236}">
                  <a16:creationId xmlns:a16="http://schemas.microsoft.com/office/drawing/2014/main" id="{240CA2FA-E2DF-4D3D-8170-E8AD63597E8E}"/>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دانشگاه اصفهان</a:t>
              </a:r>
            </a:p>
          </p:txBody>
        </p:sp>
        <p:sp>
          <p:nvSpPr>
            <p:cNvPr id="11" name="Freeform: Shape 10">
              <a:extLst>
                <a:ext uri="{FF2B5EF4-FFF2-40B4-BE49-F238E27FC236}">
                  <a16:creationId xmlns:a16="http://schemas.microsoft.com/office/drawing/2014/main" id="{A4485835-F31D-9DFA-0677-A7F6478D8C9A}"/>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دانشکده مهندسی کامپیوتر</a:t>
              </a:r>
            </a:p>
          </p:txBody>
        </p:sp>
        <p:sp>
          <p:nvSpPr>
            <p:cNvPr id="14" name="Freeform: Shape 13">
              <a:extLst>
                <a:ext uri="{FF2B5EF4-FFF2-40B4-BE49-F238E27FC236}">
                  <a16:creationId xmlns:a16="http://schemas.microsoft.com/office/drawing/2014/main" id="{12795045-9366-8368-901A-C715C13C38E8}"/>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گروه هوش مصنوعی و رباتیک</a:t>
              </a:r>
            </a:p>
          </p:txBody>
        </p:sp>
      </p:grpSp>
      <p:pic>
        <p:nvPicPr>
          <p:cNvPr id="13" name="Picture 12">
            <a:extLst>
              <a:ext uri="{FF2B5EF4-FFF2-40B4-BE49-F238E27FC236}">
                <a16:creationId xmlns:a16="http://schemas.microsoft.com/office/drawing/2014/main" id="{1556BFA1-867B-2926-39A0-E7AFEF767E1C}"/>
              </a:ext>
            </a:extLst>
          </p:cNvPr>
          <p:cNvPicPr>
            <a:picLocks noChangeAspect="1"/>
          </p:cNvPicPr>
          <p:nvPr/>
        </p:nvPicPr>
        <p:blipFill>
          <a:blip r:embed="rId9"/>
          <a:stretch>
            <a:fillRect/>
          </a:stretch>
        </p:blipFill>
        <p:spPr>
          <a:xfrm>
            <a:off x="2099621" y="1946171"/>
            <a:ext cx="7410578" cy="4063912"/>
          </a:xfrm>
          <a:prstGeom prst="rect">
            <a:avLst/>
          </a:prstGeom>
        </p:spPr>
      </p:pic>
    </p:spTree>
    <p:extLst>
      <p:ext uri="{BB962C8B-B14F-4D97-AF65-F5344CB8AC3E}">
        <p14:creationId xmlns:p14="http://schemas.microsoft.com/office/powerpoint/2010/main" val="2458418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74356-AA80-D940-8A8B-A939E222BB4A}"/>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09CEADDB-1038-F773-FD09-07D61286DFB8}"/>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sp>
        <p:nvSpPr>
          <p:cNvPr id="48" name="!!Freeform: Shape 20">
            <a:hlinkClick r:id="rId2" action="ppaction://hlinksldjump"/>
            <a:extLst>
              <a:ext uri="{FF2B5EF4-FFF2-40B4-BE49-F238E27FC236}">
                <a16:creationId xmlns:a16="http://schemas.microsoft.com/office/drawing/2014/main" id="{8BDFDF44-E728-219E-5E7D-143C7258EF27}"/>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مقدمه</a:t>
            </a:r>
          </a:p>
        </p:txBody>
      </p:sp>
      <p:sp>
        <p:nvSpPr>
          <p:cNvPr id="49" name="Freeform: Shape 48">
            <a:hlinkClick r:id="rId3" action="ppaction://hlinksldjump"/>
            <a:extLst>
              <a:ext uri="{FF2B5EF4-FFF2-40B4-BE49-F238E27FC236}">
                <a16:creationId xmlns:a16="http://schemas.microsoft.com/office/drawing/2014/main" id="{FBE16B40-8C97-FEA8-67A5-367E844E5658}"/>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FFD966"/>
          </a:solidFill>
          <a:ln w="12700" cap="flat" cmpd="sng" algn="ctr">
            <a:noFill/>
            <a:prstDash val="dash"/>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2200" b="1" i="0" u="none" strike="noStrike" kern="0" cap="none" spc="0" normalizeH="0" baseline="0" noProof="0" dirty="0">
                <a:ln>
                  <a:noFill/>
                </a:ln>
                <a:solidFill>
                  <a:prstClr val="black">
                    <a:lumMod val="85000"/>
                    <a:lumOff val="15000"/>
                  </a:prstClr>
                </a:solidFill>
                <a:effectLst/>
                <a:uLnTx/>
                <a:uFillTx/>
                <a:latin typeface="Shabnam" panose="020B0603030804020204" pitchFamily="34" charset="-78"/>
                <a:ea typeface="+mn-ea"/>
                <a:cs typeface="Shabnam" panose="020B0603030804020204" pitchFamily="34" charset="-78"/>
              </a:rPr>
              <a:t>پیشینه</a:t>
            </a:r>
          </a:p>
        </p:txBody>
      </p:sp>
      <p:sp>
        <p:nvSpPr>
          <p:cNvPr id="50" name="!!Freeform: Shape 32">
            <a:hlinkClick r:id="rId3" action="ppaction://hlinksldjump"/>
            <a:extLst>
              <a:ext uri="{FF2B5EF4-FFF2-40B4-BE49-F238E27FC236}">
                <a16:creationId xmlns:a16="http://schemas.microsoft.com/office/drawing/2014/main" id="{61066061-AFE0-27BA-45BD-6D856E775A52}"/>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اهداف پژوهش</a:t>
            </a:r>
          </a:p>
        </p:txBody>
      </p:sp>
      <p:sp>
        <p:nvSpPr>
          <p:cNvPr id="51" name="Freeform: Shape 50">
            <a:hlinkClick r:id="rId4" action="ppaction://hlinksldjump"/>
            <a:extLst>
              <a:ext uri="{FF2B5EF4-FFF2-40B4-BE49-F238E27FC236}">
                <a16:creationId xmlns:a16="http://schemas.microsoft.com/office/drawing/2014/main" id="{9664E9E3-2CD9-F460-C10C-56708BD90CCA}"/>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روش پژوهش</a:t>
            </a:r>
          </a:p>
        </p:txBody>
      </p:sp>
      <p:sp>
        <p:nvSpPr>
          <p:cNvPr id="52" name="!!Freeform: Shape 34">
            <a:hlinkClick r:id="" action="ppaction://noaction"/>
            <a:extLst>
              <a:ext uri="{FF2B5EF4-FFF2-40B4-BE49-F238E27FC236}">
                <a16:creationId xmlns:a16="http://schemas.microsoft.com/office/drawing/2014/main" id="{0E1D7594-FA5B-A6B2-8FA8-1152395374FC}"/>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مراجع</a:t>
            </a:r>
          </a:p>
        </p:txBody>
      </p:sp>
      <p:sp>
        <p:nvSpPr>
          <p:cNvPr id="2" name="Freeform: Shape 1">
            <a:extLst>
              <a:ext uri="{FF2B5EF4-FFF2-40B4-BE49-F238E27FC236}">
                <a16:creationId xmlns:a16="http://schemas.microsoft.com/office/drawing/2014/main" id="{019D8626-518E-6165-C4D4-3DA6B54B2BD8}"/>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sp>
        <p:nvSpPr>
          <p:cNvPr id="3" name="Freeform: Shape 2">
            <a:extLst>
              <a:ext uri="{FF2B5EF4-FFF2-40B4-BE49-F238E27FC236}">
                <a16:creationId xmlns:a16="http://schemas.microsoft.com/office/drawing/2014/main" id="{33B4DB5F-FC81-E116-BBBE-A70B0078B79D}"/>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pic>
        <p:nvPicPr>
          <p:cNvPr id="4" name="Graphic 3" descr="Home">
            <a:extLst>
              <a:ext uri="{FF2B5EF4-FFF2-40B4-BE49-F238E27FC236}">
                <a16:creationId xmlns:a16="http://schemas.microsoft.com/office/drawing/2014/main" id="{4D50E8E4-7234-D1BB-AC8E-65B94B4EA66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8EEB9C25-117A-6F31-5ECE-39EEC8C9C443}"/>
              </a:ext>
            </a:extLst>
          </p:cNvPr>
          <p:cNvSpPr txBox="1"/>
          <p:nvPr/>
        </p:nvSpPr>
        <p:spPr>
          <a:xfrm>
            <a:off x="11498811" y="6112895"/>
            <a:ext cx="806054" cy="348557"/>
          </a:xfrm>
          <a:prstGeom prst="rect">
            <a:avLst/>
          </a:prstGeom>
          <a:noFill/>
        </p:spPr>
        <p:txBody>
          <a:bodyPr wrap="square">
            <a:spAutoFit/>
          </a:bodyPr>
          <a:lstStyle/>
          <a:p>
            <a:pPr marL="0" marR="0" lvl="0" indent="0" algn="ctr" defTabSz="1466850" rtl="0" eaLnBrk="1" fontAlgn="auto" latinLnBrk="0" hangingPunct="1">
              <a:lnSpc>
                <a:spcPct val="90000"/>
              </a:lnSpc>
              <a:spcBef>
                <a:spcPct val="0"/>
              </a:spcBef>
              <a:spcAft>
                <a:spcPct val="35000"/>
              </a:spcAft>
              <a:buClrTx/>
              <a:buSzTx/>
              <a:buFontTx/>
              <a:buNone/>
              <a:tabLst/>
              <a:defRPr/>
            </a:pPr>
            <a:r>
              <a:rPr kumimoji="0" lang="fa-IR"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rPr>
              <a:t>10/23</a:t>
            </a:r>
            <a:endParaRPr kumimoji="0" lang="fa-IR" sz="2000"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endParaRPr>
          </a:p>
        </p:txBody>
      </p:sp>
      <p:sp>
        <p:nvSpPr>
          <p:cNvPr id="10" name="Title 1">
            <a:extLst>
              <a:ext uri="{FF2B5EF4-FFF2-40B4-BE49-F238E27FC236}">
                <a16:creationId xmlns:a16="http://schemas.microsoft.com/office/drawing/2014/main" id="{C283371C-8EEF-CDE3-2CC9-C8F349D30F98}"/>
              </a:ext>
            </a:extLst>
          </p:cNvPr>
          <p:cNvSpPr>
            <a:spLocks noGrp="1"/>
          </p:cNvSpPr>
          <p:nvPr>
            <p:ph type="ctrTitle"/>
          </p:nvPr>
        </p:nvSpPr>
        <p:spPr>
          <a:xfrm>
            <a:off x="676876" y="974936"/>
            <a:ext cx="8839082" cy="774676"/>
          </a:xfrm>
        </p:spPr>
        <p:txBody>
          <a:bodyPr>
            <a:noAutofit/>
          </a:bodyPr>
          <a:lstStyle/>
          <a:p>
            <a:pPr algn="r"/>
            <a:r>
              <a:rPr lang="fa-IR" sz="4800" b="1" dirty="0">
                <a:solidFill>
                  <a:srgbClr val="262344"/>
                </a:solidFill>
                <a:latin typeface="Estedad Black" panose="02000A03000000000000" pitchFamily="2" charset="-78"/>
                <a:cs typeface="Estedad Black" panose="02000A03000000000000" pitchFamily="2" charset="-78"/>
              </a:rPr>
              <a:t>خلاصه‌ای از مرور روش‌ها</a:t>
            </a:r>
          </a:p>
        </p:txBody>
      </p:sp>
      <p:sp>
        <p:nvSpPr>
          <p:cNvPr id="6" name="TextBox 5">
            <a:extLst>
              <a:ext uri="{FF2B5EF4-FFF2-40B4-BE49-F238E27FC236}">
                <a16:creationId xmlns:a16="http://schemas.microsoft.com/office/drawing/2014/main" id="{67EA68D1-A993-7EBA-479B-071ADD2ED527}"/>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rPr>
              <a:t>محمد امین کیانی، ارائه درس سمینار و روش پژوهش</a:t>
            </a:r>
            <a:endParaRPr kumimoji="0" lang="en-US"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endParaRPr>
          </a:p>
        </p:txBody>
      </p:sp>
      <p:grpSp>
        <p:nvGrpSpPr>
          <p:cNvPr id="7" name="Group 6">
            <a:extLst>
              <a:ext uri="{FF2B5EF4-FFF2-40B4-BE49-F238E27FC236}">
                <a16:creationId xmlns:a16="http://schemas.microsoft.com/office/drawing/2014/main" id="{57C5F920-8629-A6F9-4C4A-DA57C0522977}"/>
              </a:ext>
            </a:extLst>
          </p:cNvPr>
          <p:cNvGrpSpPr/>
          <p:nvPr/>
        </p:nvGrpSpPr>
        <p:grpSpPr>
          <a:xfrm>
            <a:off x="394775" y="415751"/>
            <a:ext cx="1477568" cy="1571887"/>
            <a:chOff x="625145" y="428945"/>
            <a:chExt cx="1438785" cy="1701470"/>
          </a:xfrm>
        </p:grpSpPr>
        <p:pic>
          <p:nvPicPr>
            <p:cNvPr id="8" name="Picture 4">
              <a:extLst>
                <a:ext uri="{FF2B5EF4-FFF2-40B4-BE49-F238E27FC236}">
                  <a16:creationId xmlns:a16="http://schemas.microsoft.com/office/drawing/2014/main" id="{D7BEE4FB-DC69-2ECF-574B-30A2902A8F8A}"/>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Shape 8">
              <a:extLst>
                <a:ext uri="{FF2B5EF4-FFF2-40B4-BE49-F238E27FC236}">
                  <a16:creationId xmlns:a16="http://schemas.microsoft.com/office/drawing/2014/main" id="{2EDCDFA0-3005-7553-2FD4-F71C4B86A50C}"/>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دانشگاه اصفهان</a:t>
              </a:r>
            </a:p>
          </p:txBody>
        </p:sp>
        <p:sp>
          <p:nvSpPr>
            <p:cNvPr id="11" name="Freeform: Shape 10">
              <a:extLst>
                <a:ext uri="{FF2B5EF4-FFF2-40B4-BE49-F238E27FC236}">
                  <a16:creationId xmlns:a16="http://schemas.microsoft.com/office/drawing/2014/main" id="{748847B5-DE30-688A-4A8E-8F6A867D6520}"/>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دانشکده مهندسی کامپیوتر</a:t>
              </a:r>
            </a:p>
          </p:txBody>
        </p:sp>
        <p:sp>
          <p:nvSpPr>
            <p:cNvPr id="14" name="Freeform: Shape 13">
              <a:extLst>
                <a:ext uri="{FF2B5EF4-FFF2-40B4-BE49-F238E27FC236}">
                  <a16:creationId xmlns:a16="http://schemas.microsoft.com/office/drawing/2014/main" id="{81334CD0-21B4-0051-1737-2AC695086376}"/>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گروه هوش مصنوعی و رباتیک</a:t>
              </a:r>
            </a:p>
          </p:txBody>
        </p:sp>
      </p:grpSp>
      <p:pic>
        <p:nvPicPr>
          <p:cNvPr id="13" name="Picture 12">
            <a:extLst>
              <a:ext uri="{FF2B5EF4-FFF2-40B4-BE49-F238E27FC236}">
                <a16:creationId xmlns:a16="http://schemas.microsoft.com/office/drawing/2014/main" id="{826DC360-5161-EE1F-C92D-ADF1C96BA582}"/>
              </a:ext>
            </a:extLst>
          </p:cNvPr>
          <p:cNvPicPr>
            <a:picLocks noChangeAspect="1"/>
          </p:cNvPicPr>
          <p:nvPr/>
        </p:nvPicPr>
        <p:blipFill>
          <a:blip r:embed="rId9"/>
          <a:stretch>
            <a:fillRect/>
          </a:stretch>
        </p:blipFill>
        <p:spPr>
          <a:xfrm>
            <a:off x="2020827" y="2090847"/>
            <a:ext cx="7489372" cy="3875380"/>
          </a:xfrm>
          <a:prstGeom prst="rect">
            <a:avLst/>
          </a:prstGeom>
        </p:spPr>
      </p:pic>
    </p:spTree>
    <p:extLst>
      <p:ext uri="{BB962C8B-B14F-4D97-AF65-F5344CB8AC3E}">
        <p14:creationId xmlns:p14="http://schemas.microsoft.com/office/powerpoint/2010/main" val="13207033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AE0E6-705D-4970-A6C4-DE28733F600B}"/>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E1594376-7F68-1170-6F41-EA41C2895703}"/>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sp>
        <p:nvSpPr>
          <p:cNvPr id="48" name="!!Freeform: Shape 20">
            <a:hlinkClick r:id="rId2" action="ppaction://hlinksldjump"/>
            <a:extLst>
              <a:ext uri="{FF2B5EF4-FFF2-40B4-BE49-F238E27FC236}">
                <a16:creationId xmlns:a16="http://schemas.microsoft.com/office/drawing/2014/main" id="{47004DE4-1645-1FA2-59FA-604C81B1F8D3}"/>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مقدمه</a:t>
            </a:r>
          </a:p>
        </p:txBody>
      </p:sp>
      <p:sp>
        <p:nvSpPr>
          <p:cNvPr id="49" name="Freeform: Shape 48">
            <a:hlinkClick r:id="rId3" action="ppaction://hlinksldjump"/>
            <a:extLst>
              <a:ext uri="{FF2B5EF4-FFF2-40B4-BE49-F238E27FC236}">
                <a16:creationId xmlns:a16="http://schemas.microsoft.com/office/drawing/2014/main" id="{087C03D9-8ED3-0312-8D99-A921A7CB08AD}"/>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FFD966"/>
          </a:solidFill>
          <a:ln w="12700" cap="flat" cmpd="sng" algn="ctr">
            <a:noFill/>
            <a:prstDash val="dash"/>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2200" b="1" i="0" u="none" strike="noStrike" kern="0" cap="none" spc="0" normalizeH="0" baseline="0" noProof="0" dirty="0">
                <a:ln>
                  <a:noFill/>
                </a:ln>
                <a:solidFill>
                  <a:prstClr val="black">
                    <a:lumMod val="85000"/>
                    <a:lumOff val="15000"/>
                  </a:prstClr>
                </a:solidFill>
                <a:effectLst/>
                <a:uLnTx/>
                <a:uFillTx/>
                <a:latin typeface="Shabnam" panose="020B0603030804020204" pitchFamily="34" charset="-78"/>
                <a:ea typeface="+mn-ea"/>
                <a:cs typeface="Shabnam" panose="020B0603030804020204" pitchFamily="34" charset="-78"/>
              </a:rPr>
              <a:t>پیشینه</a:t>
            </a:r>
          </a:p>
        </p:txBody>
      </p:sp>
      <p:sp>
        <p:nvSpPr>
          <p:cNvPr id="50" name="!!Freeform: Shape 32">
            <a:hlinkClick r:id="rId3" action="ppaction://hlinksldjump"/>
            <a:extLst>
              <a:ext uri="{FF2B5EF4-FFF2-40B4-BE49-F238E27FC236}">
                <a16:creationId xmlns:a16="http://schemas.microsoft.com/office/drawing/2014/main" id="{7EE99366-C1A8-ACA6-AAB7-C599E962AD50}"/>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اهداف پژوهش</a:t>
            </a:r>
          </a:p>
        </p:txBody>
      </p:sp>
      <p:sp>
        <p:nvSpPr>
          <p:cNvPr id="51" name="Freeform: Shape 50">
            <a:hlinkClick r:id="rId4" action="ppaction://hlinksldjump"/>
            <a:extLst>
              <a:ext uri="{FF2B5EF4-FFF2-40B4-BE49-F238E27FC236}">
                <a16:creationId xmlns:a16="http://schemas.microsoft.com/office/drawing/2014/main" id="{C59AF480-9BE3-1C4A-6B74-6101855EDF9C}"/>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روش پژوهش</a:t>
            </a:r>
          </a:p>
        </p:txBody>
      </p:sp>
      <p:sp>
        <p:nvSpPr>
          <p:cNvPr id="52" name="!!Freeform: Shape 34">
            <a:hlinkClick r:id="" action="ppaction://noaction"/>
            <a:extLst>
              <a:ext uri="{FF2B5EF4-FFF2-40B4-BE49-F238E27FC236}">
                <a16:creationId xmlns:a16="http://schemas.microsoft.com/office/drawing/2014/main" id="{CFEB56FC-420F-D4DA-03FA-81EF92AC7AA4}"/>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مراجع</a:t>
            </a:r>
          </a:p>
        </p:txBody>
      </p:sp>
      <p:sp>
        <p:nvSpPr>
          <p:cNvPr id="2" name="Freeform: Shape 1">
            <a:extLst>
              <a:ext uri="{FF2B5EF4-FFF2-40B4-BE49-F238E27FC236}">
                <a16:creationId xmlns:a16="http://schemas.microsoft.com/office/drawing/2014/main" id="{E813FD0D-AE47-E576-7995-35D375070E53}"/>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sp>
        <p:nvSpPr>
          <p:cNvPr id="3" name="Freeform: Shape 2">
            <a:extLst>
              <a:ext uri="{FF2B5EF4-FFF2-40B4-BE49-F238E27FC236}">
                <a16:creationId xmlns:a16="http://schemas.microsoft.com/office/drawing/2014/main" id="{16FE0994-E8A3-4134-82D4-553E6389E4BB}"/>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pic>
        <p:nvPicPr>
          <p:cNvPr id="4" name="Graphic 3" descr="Home">
            <a:extLst>
              <a:ext uri="{FF2B5EF4-FFF2-40B4-BE49-F238E27FC236}">
                <a16:creationId xmlns:a16="http://schemas.microsoft.com/office/drawing/2014/main" id="{81B4B035-C955-796E-47D5-642D5AEBE6F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6ABADD60-8AE4-9277-CA9D-0BA44F48CD50}"/>
              </a:ext>
            </a:extLst>
          </p:cNvPr>
          <p:cNvSpPr txBox="1"/>
          <p:nvPr/>
        </p:nvSpPr>
        <p:spPr>
          <a:xfrm>
            <a:off x="11498811" y="6112895"/>
            <a:ext cx="806054" cy="348557"/>
          </a:xfrm>
          <a:prstGeom prst="rect">
            <a:avLst/>
          </a:prstGeom>
          <a:noFill/>
        </p:spPr>
        <p:txBody>
          <a:bodyPr wrap="square">
            <a:spAutoFit/>
          </a:bodyPr>
          <a:lstStyle/>
          <a:p>
            <a:pPr marL="0" marR="0" lvl="0" indent="0" algn="ctr" defTabSz="1466850" rtl="0" eaLnBrk="1" fontAlgn="auto" latinLnBrk="0" hangingPunct="1">
              <a:lnSpc>
                <a:spcPct val="90000"/>
              </a:lnSpc>
              <a:spcBef>
                <a:spcPct val="0"/>
              </a:spcBef>
              <a:spcAft>
                <a:spcPct val="35000"/>
              </a:spcAft>
              <a:buClrTx/>
              <a:buSzTx/>
              <a:buFontTx/>
              <a:buNone/>
              <a:tabLst/>
              <a:defRPr/>
            </a:pPr>
            <a:r>
              <a:rPr kumimoji="0" lang="fa-IR"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rPr>
              <a:t>11/23</a:t>
            </a:r>
            <a:endParaRPr kumimoji="0" lang="fa-IR" sz="2000"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endParaRPr>
          </a:p>
        </p:txBody>
      </p:sp>
      <p:sp>
        <p:nvSpPr>
          <p:cNvPr id="10" name="Title 1">
            <a:extLst>
              <a:ext uri="{FF2B5EF4-FFF2-40B4-BE49-F238E27FC236}">
                <a16:creationId xmlns:a16="http://schemas.microsoft.com/office/drawing/2014/main" id="{2FC97066-CA68-9F06-5D0F-05B0BCC35822}"/>
              </a:ext>
            </a:extLst>
          </p:cNvPr>
          <p:cNvSpPr>
            <a:spLocks noGrp="1"/>
          </p:cNvSpPr>
          <p:nvPr>
            <p:ph type="ctrTitle"/>
          </p:nvPr>
        </p:nvSpPr>
        <p:spPr>
          <a:xfrm>
            <a:off x="676876" y="974936"/>
            <a:ext cx="8839082" cy="774676"/>
          </a:xfrm>
        </p:spPr>
        <p:txBody>
          <a:bodyPr>
            <a:noAutofit/>
          </a:bodyPr>
          <a:lstStyle/>
          <a:p>
            <a:pPr algn="r"/>
            <a:r>
              <a:rPr lang="fa-IR" sz="4800" b="1" dirty="0">
                <a:solidFill>
                  <a:srgbClr val="262344"/>
                </a:solidFill>
                <a:latin typeface="Estedad Black" panose="02000A03000000000000" pitchFamily="2" charset="-78"/>
                <a:cs typeface="Estedad Black" panose="02000A03000000000000" pitchFamily="2" charset="-78"/>
              </a:rPr>
              <a:t>خلاصه‌ای از مرور روش‌ها</a:t>
            </a:r>
          </a:p>
        </p:txBody>
      </p:sp>
      <p:sp>
        <p:nvSpPr>
          <p:cNvPr id="6" name="TextBox 5">
            <a:extLst>
              <a:ext uri="{FF2B5EF4-FFF2-40B4-BE49-F238E27FC236}">
                <a16:creationId xmlns:a16="http://schemas.microsoft.com/office/drawing/2014/main" id="{6D57A2D6-9800-E179-49FC-DEF30CE050EA}"/>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rPr>
              <a:t>محمد امین کیانی، ارائه درس سمینار و روش پژوهش</a:t>
            </a:r>
            <a:endParaRPr kumimoji="0" lang="en-US"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endParaRPr>
          </a:p>
        </p:txBody>
      </p:sp>
      <p:grpSp>
        <p:nvGrpSpPr>
          <p:cNvPr id="7" name="Group 6">
            <a:extLst>
              <a:ext uri="{FF2B5EF4-FFF2-40B4-BE49-F238E27FC236}">
                <a16:creationId xmlns:a16="http://schemas.microsoft.com/office/drawing/2014/main" id="{9C2F9EBE-B71E-9210-183A-BABE2FE273DE}"/>
              </a:ext>
            </a:extLst>
          </p:cNvPr>
          <p:cNvGrpSpPr/>
          <p:nvPr/>
        </p:nvGrpSpPr>
        <p:grpSpPr>
          <a:xfrm>
            <a:off x="394775" y="415751"/>
            <a:ext cx="1477568" cy="1571887"/>
            <a:chOff x="625145" y="428945"/>
            <a:chExt cx="1438785" cy="1701470"/>
          </a:xfrm>
        </p:grpSpPr>
        <p:pic>
          <p:nvPicPr>
            <p:cNvPr id="8" name="Picture 4">
              <a:extLst>
                <a:ext uri="{FF2B5EF4-FFF2-40B4-BE49-F238E27FC236}">
                  <a16:creationId xmlns:a16="http://schemas.microsoft.com/office/drawing/2014/main" id="{64BE5D95-D3C2-D1D3-0E0B-3F2550D64DC1}"/>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Shape 8">
              <a:extLst>
                <a:ext uri="{FF2B5EF4-FFF2-40B4-BE49-F238E27FC236}">
                  <a16:creationId xmlns:a16="http://schemas.microsoft.com/office/drawing/2014/main" id="{05E78B5B-416B-775F-7FFD-A772E14D4BEB}"/>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دانشگاه اصفهان</a:t>
              </a:r>
            </a:p>
          </p:txBody>
        </p:sp>
        <p:sp>
          <p:nvSpPr>
            <p:cNvPr id="11" name="Freeform: Shape 10">
              <a:extLst>
                <a:ext uri="{FF2B5EF4-FFF2-40B4-BE49-F238E27FC236}">
                  <a16:creationId xmlns:a16="http://schemas.microsoft.com/office/drawing/2014/main" id="{BA2C929C-3D33-1824-FD6F-51DCEB21AF67}"/>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دانشکده مهندسی کامپیوتر</a:t>
              </a:r>
            </a:p>
          </p:txBody>
        </p:sp>
        <p:sp>
          <p:nvSpPr>
            <p:cNvPr id="14" name="Freeform: Shape 13">
              <a:extLst>
                <a:ext uri="{FF2B5EF4-FFF2-40B4-BE49-F238E27FC236}">
                  <a16:creationId xmlns:a16="http://schemas.microsoft.com/office/drawing/2014/main" id="{C8B481DE-4ABB-7DB4-EA88-C2876D156502}"/>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گروه هوش مصنوعی و رباتیک</a:t>
              </a:r>
            </a:p>
          </p:txBody>
        </p:sp>
      </p:grpSp>
      <p:pic>
        <p:nvPicPr>
          <p:cNvPr id="13" name="Picture 12">
            <a:extLst>
              <a:ext uri="{FF2B5EF4-FFF2-40B4-BE49-F238E27FC236}">
                <a16:creationId xmlns:a16="http://schemas.microsoft.com/office/drawing/2014/main" id="{AAB13AED-A5D9-9752-34DE-260C8CD3335D}"/>
              </a:ext>
            </a:extLst>
          </p:cNvPr>
          <p:cNvPicPr>
            <a:picLocks noChangeAspect="1"/>
          </p:cNvPicPr>
          <p:nvPr/>
        </p:nvPicPr>
        <p:blipFill>
          <a:blip r:embed="rId9"/>
          <a:srcRect t="1516"/>
          <a:stretch>
            <a:fillRect/>
          </a:stretch>
        </p:blipFill>
        <p:spPr>
          <a:xfrm>
            <a:off x="2106533" y="1987638"/>
            <a:ext cx="7403666" cy="3810424"/>
          </a:xfrm>
          <a:prstGeom prst="rect">
            <a:avLst/>
          </a:prstGeom>
        </p:spPr>
      </p:pic>
    </p:spTree>
    <p:extLst>
      <p:ext uri="{BB962C8B-B14F-4D97-AF65-F5344CB8AC3E}">
        <p14:creationId xmlns:p14="http://schemas.microsoft.com/office/powerpoint/2010/main" val="3148644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CD069-3F1C-B6FD-1F9F-8934786A6332}"/>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560B02B-7385-2846-9B44-992472BBBBA0}"/>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sp>
        <p:nvSpPr>
          <p:cNvPr id="48" name="!!Freeform: Shape 20">
            <a:hlinkClick r:id="rId2" action="ppaction://hlinksldjump"/>
            <a:extLst>
              <a:ext uri="{FF2B5EF4-FFF2-40B4-BE49-F238E27FC236}">
                <a16:creationId xmlns:a16="http://schemas.microsoft.com/office/drawing/2014/main" id="{152DC479-6104-AAED-15B0-465A91A753F2}"/>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مقدمه</a:t>
            </a:r>
          </a:p>
        </p:txBody>
      </p:sp>
      <p:sp>
        <p:nvSpPr>
          <p:cNvPr id="49" name="Freeform: Shape 48">
            <a:hlinkClick r:id="rId3" action="ppaction://hlinksldjump"/>
            <a:extLst>
              <a:ext uri="{FF2B5EF4-FFF2-40B4-BE49-F238E27FC236}">
                <a16:creationId xmlns:a16="http://schemas.microsoft.com/office/drawing/2014/main" id="{2E81A73D-CDF1-DD14-F8E0-EAAC58DD380C}"/>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FFD966"/>
          </a:solidFill>
          <a:ln w="12700" cap="flat" cmpd="sng" algn="ctr">
            <a:noFill/>
            <a:prstDash val="dash"/>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2200" b="1" i="0" u="none" strike="noStrike" kern="0" cap="none" spc="0" normalizeH="0" baseline="0" noProof="0" dirty="0">
                <a:ln>
                  <a:noFill/>
                </a:ln>
                <a:solidFill>
                  <a:prstClr val="black">
                    <a:lumMod val="85000"/>
                    <a:lumOff val="15000"/>
                  </a:prstClr>
                </a:solidFill>
                <a:effectLst/>
                <a:uLnTx/>
                <a:uFillTx/>
                <a:latin typeface="Shabnam" panose="020B0603030804020204" pitchFamily="34" charset="-78"/>
                <a:ea typeface="+mn-ea"/>
                <a:cs typeface="Shabnam" panose="020B0603030804020204" pitchFamily="34" charset="-78"/>
              </a:rPr>
              <a:t>پیشینه</a:t>
            </a:r>
          </a:p>
        </p:txBody>
      </p:sp>
      <p:sp>
        <p:nvSpPr>
          <p:cNvPr id="50" name="!!Freeform: Shape 32">
            <a:hlinkClick r:id="rId3" action="ppaction://hlinksldjump"/>
            <a:extLst>
              <a:ext uri="{FF2B5EF4-FFF2-40B4-BE49-F238E27FC236}">
                <a16:creationId xmlns:a16="http://schemas.microsoft.com/office/drawing/2014/main" id="{5C0AB478-F12E-02B8-83C2-82018575A0FA}"/>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اهداف پژوهش</a:t>
            </a:r>
          </a:p>
        </p:txBody>
      </p:sp>
      <p:sp>
        <p:nvSpPr>
          <p:cNvPr id="51" name="Freeform: Shape 50">
            <a:hlinkClick r:id="rId4" action="ppaction://hlinksldjump"/>
            <a:extLst>
              <a:ext uri="{FF2B5EF4-FFF2-40B4-BE49-F238E27FC236}">
                <a16:creationId xmlns:a16="http://schemas.microsoft.com/office/drawing/2014/main" id="{330C7F49-DC80-CBFB-FC27-E36F0C7DF3E5}"/>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روش پژوهش</a:t>
            </a:r>
          </a:p>
        </p:txBody>
      </p:sp>
      <p:sp>
        <p:nvSpPr>
          <p:cNvPr id="52" name="!!Freeform: Shape 34">
            <a:hlinkClick r:id="" action="ppaction://noaction"/>
            <a:extLst>
              <a:ext uri="{FF2B5EF4-FFF2-40B4-BE49-F238E27FC236}">
                <a16:creationId xmlns:a16="http://schemas.microsoft.com/office/drawing/2014/main" id="{158639D0-C7F1-28FC-4CD7-B89AB47CAC2F}"/>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مراجع</a:t>
            </a:r>
          </a:p>
        </p:txBody>
      </p:sp>
      <p:sp>
        <p:nvSpPr>
          <p:cNvPr id="2" name="Freeform: Shape 1">
            <a:extLst>
              <a:ext uri="{FF2B5EF4-FFF2-40B4-BE49-F238E27FC236}">
                <a16:creationId xmlns:a16="http://schemas.microsoft.com/office/drawing/2014/main" id="{C6451C45-9F81-32DB-DC42-788D2AB94EA6}"/>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sp>
        <p:nvSpPr>
          <p:cNvPr id="3" name="Freeform: Shape 2">
            <a:extLst>
              <a:ext uri="{FF2B5EF4-FFF2-40B4-BE49-F238E27FC236}">
                <a16:creationId xmlns:a16="http://schemas.microsoft.com/office/drawing/2014/main" id="{0650DF4B-B23D-1AD0-3F39-8107F3F99A86}"/>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pic>
        <p:nvPicPr>
          <p:cNvPr id="4" name="Graphic 3" descr="Home">
            <a:extLst>
              <a:ext uri="{FF2B5EF4-FFF2-40B4-BE49-F238E27FC236}">
                <a16:creationId xmlns:a16="http://schemas.microsoft.com/office/drawing/2014/main" id="{8D17D201-C72B-418D-4019-AC3DD96E6B6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735337F9-344F-2E5A-2D41-BDCE5C97F730}"/>
              </a:ext>
            </a:extLst>
          </p:cNvPr>
          <p:cNvSpPr txBox="1"/>
          <p:nvPr/>
        </p:nvSpPr>
        <p:spPr>
          <a:xfrm>
            <a:off x="11498811" y="6112895"/>
            <a:ext cx="806054" cy="348557"/>
          </a:xfrm>
          <a:prstGeom prst="rect">
            <a:avLst/>
          </a:prstGeom>
          <a:noFill/>
        </p:spPr>
        <p:txBody>
          <a:bodyPr wrap="square">
            <a:spAutoFit/>
          </a:bodyPr>
          <a:lstStyle/>
          <a:p>
            <a:pPr marL="0" marR="0" lvl="0" indent="0" algn="ctr" defTabSz="1466850" rtl="0" eaLnBrk="1" fontAlgn="auto" latinLnBrk="0" hangingPunct="1">
              <a:lnSpc>
                <a:spcPct val="90000"/>
              </a:lnSpc>
              <a:spcBef>
                <a:spcPct val="0"/>
              </a:spcBef>
              <a:spcAft>
                <a:spcPct val="35000"/>
              </a:spcAft>
              <a:buClrTx/>
              <a:buSzTx/>
              <a:buFontTx/>
              <a:buNone/>
              <a:tabLst/>
              <a:defRPr/>
            </a:pPr>
            <a:r>
              <a:rPr kumimoji="0" lang="fa-IR"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rPr>
              <a:t>12/23</a:t>
            </a:r>
            <a:endParaRPr kumimoji="0" lang="fa-IR" sz="2000"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endParaRPr>
          </a:p>
        </p:txBody>
      </p:sp>
      <p:sp>
        <p:nvSpPr>
          <p:cNvPr id="10" name="Title 1">
            <a:extLst>
              <a:ext uri="{FF2B5EF4-FFF2-40B4-BE49-F238E27FC236}">
                <a16:creationId xmlns:a16="http://schemas.microsoft.com/office/drawing/2014/main" id="{8361BF9E-0DA3-BD4F-D93F-B8A7ECB6EE8E}"/>
              </a:ext>
            </a:extLst>
          </p:cNvPr>
          <p:cNvSpPr>
            <a:spLocks noGrp="1"/>
          </p:cNvSpPr>
          <p:nvPr>
            <p:ph type="ctrTitle"/>
          </p:nvPr>
        </p:nvSpPr>
        <p:spPr>
          <a:xfrm>
            <a:off x="676876" y="974936"/>
            <a:ext cx="8839082" cy="774676"/>
          </a:xfrm>
        </p:spPr>
        <p:txBody>
          <a:bodyPr>
            <a:noAutofit/>
          </a:bodyPr>
          <a:lstStyle/>
          <a:p>
            <a:pPr algn="r"/>
            <a:r>
              <a:rPr lang="fa-IR" sz="4800" b="1" dirty="0">
                <a:solidFill>
                  <a:srgbClr val="262344"/>
                </a:solidFill>
                <a:latin typeface="Estedad Black" panose="02000A03000000000000" pitchFamily="2" charset="-78"/>
                <a:cs typeface="Estedad Black" panose="02000A03000000000000" pitchFamily="2" charset="-78"/>
              </a:rPr>
              <a:t>تحلیل روش‌ها</a:t>
            </a:r>
          </a:p>
        </p:txBody>
      </p:sp>
      <p:sp>
        <p:nvSpPr>
          <p:cNvPr id="6" name="TextBox 5">
            <a:extLst>
              <a:ext uri="{FF2B5EF4-FFF2-40B4-BE49-F238E27FC236}">
                <a16:creationId xmlns:a16="http://schemas.microsoft.com/office/drawing/2014/main" id="{BD4A6844-6847-E1AF-3721-76D6785BC409}"/>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rPr>
              <a:t>محمد امین کیانی، ارائه درس سمینار و روش پژوهش</a:t>
            </a:r>
            <a:endParaRPr kumimoji="0" lang="en-US"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endParaRPr>
          </a:p>
        </p:txBody>
      </p:sp>
      <p:grpSp>
        <p:nvGrpSpPr>
          <p:cNvPr id="7" name="Group 6">
            <a:extLst>
              <a:ext uri="{FF2B5EF4-FFF2-40B4-BE49-F238E27FC236}">
                <a16:creationId xmlns:a16="http://schemas.microsoft.com/office/drawing/2014/main" id="{DFBED6B0-A792-D2D1-D285-6E5F5FCBD126}"/>
              </a:ext>
            </a:extLst>
          </p:cNvPr>
          <p:cNvGrpSpPr/>
          <p:nvPr/>
        </p:nvGrpSpPr>
        <p:grpSpPr>
          <a:xfrm>
            <a:off x="394775" y="415751"/>
            <a:ext cx="1477568" cy="1571887"/>
            <a:chOff x="625145" y="428945"/>
            <a:chExt cx="1438785" cy="1701470"/>
          </a:xfrm>
        </p:grpSpPr>
        <p:pic>
          <p:nvPicPr>
            <p:cNvPr id="8" name="Picture 4">
              <a:extLst>
                <a:ext uri="{FF2B5EF4-FFF2-40B4-BE49-F238E27FC236}">
                  <a16:creationId xmlns:a16="http://schemas.microsoft.com/office/drawing/2014/main" id="{F11CCB6F-412C-93E9-1C3C-F571CB34B3C6}"/>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Shape 8">
              <a:extLst>
                <a:ext uri="{FF2B5EF4-FFF2-40B4-BE49-F238E27FC236}">
                  <a16:creationId xmlns:a16="http://schemas.microsoft.com/office/drawing/2014/main" id="{CBBD8041-33BA-DBC1-3648-86D19B8A9392}"/>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دانشگاه اصفهان</a:t>
              </a:r>
            </a:p>
          </p:txBody>
        </p:sp>
        <p:sp>
          <p:nvSpPr>
            <p:cNvPr id="11" name="Freeform: Shape 10">
              <a:extLst>
                <a:ext uri="{FF2B5EF4-FFF2-40B4-BE49-F238E27FC236}">
                  <a16:creationId xmlns:a16="http://schemas.microsoft.com/office/drawing/2014/main" id="{7CB6CD6A-7272-D404-35B5-AAA9065F3AE8}"/>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دانشکده مهندسی کامپیوتر</a:t>
              </a:r>
            </a:p>
          </p:txBody>
        </p:sp>
        <p:sp>
          <p:nvSpPr>
            <p:cNvPr id="14" name="Freeform: Shape 13">
              <a:extLst>
                <a:ext uri="{FF2B5EF4-FFF2-40B4-BE49-F238E27FC236}">
                  <a16:creationId xmlns:a16="http://schemas.microsoft.com/office/drawing/2014/main" id="{9D061B5D-073D-8CE2-67A9-9D4357A38775}"/>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گروه هوش مصنوعی و رباتیک</a:t>
              </a:r>
            </a:p>
          </p:txBody>
        </p:sp>
      </p:grpSp>
      <p:pic>
        <p:nvPicPr>
          <p:cNvPr id="13" name="Picture 12">
            <a:extLst>
              <a:ext uri="{FF2B5EF4-FFF2-40B4-BE49-F238E27FC236}">
                <a16:creationId xmlns:a16="http://schemas.microsoft.com/office/drawing/2014/main" id="{C420D8F4-16DF-F9F0-26B2-13B4E77AC72C}"/>
              </a:ext>
            </a:extLst>
          </p:cNvPr>
          <p:cNvPicPr>
            <a:picLocks noChangeAspect="1"/>
          </p:cNvPicPr>
          <p:nvPr/>
        </p:nvPicPr>
        <p:blipFill>
          <a:blip r:embed="rId9"/>
          <a:stretch>
            <a:fillRect/>
          </a:stretch>
        </p:blipFill>
        <p:spPr>
          <a:xfrm>
            <a:off x="2154443" y="1715286"/>
            <a:ext cx="7315999" cy="4294796"/>
          </a:xfrm>
          <a:prstGeom prst="rect">
            <a:avLst/>
          </a:prstGeom>
        </p:spPr>
      </p:pic>
    </p:spTree>
    <p:extLst>
      <p:ext uri="{BB962C8B-B14F-4D97-AF65-F5344CB8AC3E}">
        <p14:creationId xmlns:p14="http://schemas.microsoft.com/office/powerpoint/2010/main" val="3100741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9F2FE93-2B41-43B8-A4BB-8CC1767501DD}"/>
              </a:ext>
            </a:extLst>
          </p:cNvPr>
          <p:cNvSpPr/>
          <p:nvPr/>
        </p:nvSpPr>
        <p:spPr>
          <a:xfrm>
            <a:off x="1291765" y="1280473"/>
            <a:ext cx="9608457" cy="4297054"/>
          </a:xfrm>
          <a:prstGeom prst="roundRect">
            <a:avLst>
              <a:gd name="adj" fmla="val 1309"/>
            </a:avLst>
          </a:prstGeom>
          <a:solidFill>
            <a:srgbClr val="262344"/>
          </a:solidFill>
          <a:ln>
            <a:solidFill>
              <a:srgbClr val="262344">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3" name="Title 1">
            <a:extLst>
              <a:ext uri="{FF2B5EF4-FFF2-40B4-BE49-F238E27FC236}">
                <a16:creationId xmlns:a16="http://schemas.microsoft.com/office/drawing/2014/main" id="{8E2E3265-0067-49BB-B185-6A88ADF643A9}"/>
              </a:ext>
            </a:extLst>
          </p:cNvPr>
          <p:cNvSpPr>
            <a:spLocks noGrp="1"/>
          </p:cNvSpPr>
          <p:nvPr>
            <p:ph type="ctrTitle"/>
          </p:nvPr>
        </p:nvSpPr>
        <p:spPr>
          <a:xfrm>
            <a:off x="2597297" y="2317953"/>
            <a:ext cx="6690269" cy="1201095"/>
          </a:xfrm>
        </p:spPr>
        <p:txBody>
          <a:bodyPr>
            <a:noAutofit/>
          </a:bodyPr>
          <a:lstStyle/>
          <a:p>
            <a:r>
              <a:rPr lang="fa-IR" sz="6600" dirty="0">
                <a:solidFill>
                  <a:schemeClr val="bg1"/>
                </a:solidFill>
                <a:latin typeface="Estedad Black" panose="02000A03000000000000" pitchFamily="2" charset="-78"/>
                <a:cs typeface="Estedad Black" panose="02000A03000000000000" pitchFamily="2" charset="-78"/>
              </a:rPr>
              <a:t>اهداف پژوهش</a:t>
            </a:r>
          </a:p>
        </p:txBody>
      </p:sp>
      <p:sp>
        <p:nvSpPr>
          <p:cNvPr id="38" name="Freeform: Shape 37">
            <a:extLst>
              <a:ext uri="{FF2B5EF4-FFF2-40B4-BE49-F238E27FC236}">
                <a16:creationId xmlns:a16="http://schemas.microsoft.com/office/drawing/2014/main" id="{EBBA44A2-354B-4CA5-BA07-20E9E168A8A9}"/>
              </a:ext>
            </a:extLst>
          </p:cNvPr>
          <p:cNvSpPr/>
          <p:nvPr/>
        </p:nvSpPr>
        <p:spPr>
          <a:xfrm>
            <a:off x="5554715" y="1035310"/>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1440" tIns="91440" rIns="91440" bIns="0" numCol="1" spcCol="1270" anchor="ctr" anchorCtr="0">
            <a:noAutofit/>
          </a:bodyPr>
          <a:lstStyle/>
          <a:p>
            <a:pPr marL="0" lvl="0" indent="0" algn="ctr" defTabSz="1466850">
              <a:lnSpc>
                <a:spcPct val="90000"/>
              </a:lnSpc>
              <a:spcBef>
                <a:spcPct val="0"/>
              </a:spcBef>
              <a:spcAft>
                <a:spcPct val="35000"/>
              </a:spcAft>
              <a:buNone/>
            </a:pPr>
            <a:endParaRPr lang="fa-IR" sz="2000" kern="1200" dirty="0">
              <a:cs typeface="B Titr" panose="00000700000000000000" pitchFamily="2" charset="-78"/>
            </a:endParaRPr>
          </a:p>
        </p:txBody>
      </p:sp>
      <p:pic>
        <p:nvPicPr>
          <p:cNvPr id="21" name="Graphic 20" descr="Home">
            <a:extLst>
              <a:ext uri="{FF2B5EF4-FFF2-40B4-BE49-F238E27FC236}">
                <a16:creationId xmlns:a16="http://schemas.microsoft.com/office/drawing/2014/main" id="{445AD03F-DC12-4E8D-81B6-7B74D49A14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1400" y="1048873"/>
            <a:ext cx="389195" cy="389195"/>
          </a:xfrm>
          <a:prstGeom prst="rect">
            <a:avLst/>
          </a:prstGeom>
        </p:spPr>
      </p:pic>
      <p:sp>
        <p:nvSpPr>
          <p:cNvPr id="29" name="!!Freeform: Shape 20">
            <a:hlinkClick r:id="rId4" action="ppaction://hlinksldjump"/>
            <a:extLst>
              <a:ext uri="{FF2B5EF4-FFF2-40B4-BE49-F238E27FC236}">
                <a16:creationId xmlns:a16="http://schemas.microsoft.com/office/drawing/2014/main" id="{FF3AFF16-998E-4019-8AB5-D18BC8C43CB0}"/>
              </a:ext>
            </a:extLst>
          </p:cNvPr>
          <p:cNvSpPr/>
          <p:nvPr/>
        </p:nvSpPr>
        <p:spPr>
          <a:xfrm flipH="1">
            <a:off x="12228020" y="1348992"/>
            <a:ext cx="2127509" cy="57939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اول</a:t>
            </a:r>
          </a:p>
        </p:txBody>
      </p:sp>
      <p:sp>
        <p:nvSpPr>
          <p:cNvPr id="30" name="Freeform: Shape 29">
            <a:hlinkClick r:id="rId4" action="ppaction://hlinksldjump"/>
            <a:extLst>
              <a:ext uri="{FF2B5EF4-FFF2-40B4-BE49-F238E27FC236}">
                <a16:creationId xmlns:a16="http://schemas.microsoft.com/office/drawing/2014/main" id="{5E169015-33E8-4D36-9AE6-2B6696A95EB9}"/>
              </a:ext>
            </a:extLst>
          </p:cNvPr>
          <p:cNvSpPr/>
          <p:nvPr/>
        </p:nvSpPr>
        <p:spPr>
          <a:xfrm flipH="1">
            <a:off x="12228020" y="2252344"/>
            <a:ext cx="2127509" cy="57939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دوم</a:t>
            </a:r>
          </a:p>
        </p:txBody>
      </p:sp>
      <p:sp>
        <p:nvSpPr>
          <p:cNvPr id="36" name="!!Freeform: Shape 32">
            <a:hlinkClick r:id="rId4" action="ppaction://hlinksldjump"/>
            <a:extLst>
              <a:ext uri="{FF2B5EF4-FFF2-40B4-BE49-F238E27FC236}">
                <a16:creationId xmlns:a16="http://schemas.microsoft.com/office/drawing/2014/main" id="{7E06BC56-4CDB-4893-8542-BABB3D350A0C}"/>
              </a:ext>
            </a:extLst>
          </p:cNvPr>
          <p:cNvSpPr/>
          <p:nvPr/>
        </p:nvSpPr>
        <p:spPr>
          <a:xfrm flipH="1">
            <a:off x="12228020" y="3155696"/>
            <a:ext cx="2127510" cy="57939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FFD966"/>
          </a:solidFill>
          <a:ln w="12700" cap="flat" cmpd="sng" algn="ctr">
            <a:noFill/>
            <a:prstDash val="dash"/>
            <a:miter lim="800000"/>
          </a:ln>
          <a:effectLst/>
        </p:spPr>
        <p:txBody>
          <a:bodyPr rtlCol="0" anchor="ctr"/>
          <a:lstStyle/>
          <a:p>
            <a:pPr algn="ctr" rtl="1"/>
            <a:r>
              <a:rPr lang="fa-IR" sz="2200" b="1" kern="0" dirty="0">
                <a:solidFill>
                  <a:prstClr val="black">
                    <a:lumMod val="85000"/>
                    <a:lumOff val="15000"/>
                  </a:prstClr>
                </a:solidFill>
                <a:latin typeface="Shabnam" panose="020B0603030804020204" pitchFamily="34" charset="-78"/>
                <a:cs typeface="Shabnam" panose="020B0603030804020204" pitchFamily="34" charset="-78"/>
              </a:rPr>
              <a:t>فصل سوم</a:t>
            </a:r>
          </a:p>
        </p:txBody>
      </p:sp>
      <p:sp>
        <p:nvSpPr>
          <p:cNvPr id="40" name="Freeform: Shape 39">
            <a:hlinkClick r:id="rId5" action="ppaction://hlinksldjump"/>
            <a:extLst>
              <a:ext uri="{FF2B5EF4-FFF2-40B4-BE49-F238E27FC236}">
                <a16:creationId xmlns:a16="http://schemas.microsoft.com/office/drawing/2014/main" id="{AB6D9056-2C7E-4A84-9224-CA946D9C7395}"/>
              </a:ext>
            </a:extLst>
          </p:cNvPr>
          <p:cNvSpPr/>
          <p:nvPr/>
        </p:nvSpPr>
        <p:spPr>
          <a:xfrm flipH="1">
            <a:off x="12228020" y="4059048"/>
            <a:ext cx="2127509" cy="57939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چهارم</a:t>
            </a:r>
          </a:p>
        </p:txBody>
      </p:sp>
      <p:sp>
        <p:nvSpPr>
          <p:cNvPr id="41" name="!!Freeform: Shape 34">
            <a:hlinkClick r:id="" action="ppaction://noaction"/>
            <a:extLst>
              <a:ext uri="{FF2B5EF4-FFF2-40B4-BE49-F238E27FC236}">
                <a16:creationId xmlns:a16="http://schemas.microsoft.com/office/drawing/2014/main" id="{04703027-9E90-45AC-8F53-1570CFC00486}"/>
              </a:ext>
            </a:extLst>
          </p:cNvPr>
          <p:cNvSpPr/>
          <p:nvPr/>
        </p:nvSpPr>
        <p:spPr>
          <a:xfrm flipH="1">
            <a:off x="12205754" y="4962400"/>
            <a:ext cx="2127509" cy="57939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پنجم</a:t>
            </a:r>
          </a:p>
        </p:txBody>
      </p:sp>
      <p:sp>
        <p:nvSpPr>
          <p:cNvPr id="39" name="Subtitle 2">
            <a:extLst>
              <a:ext uri="{FF2B5EF4-FFF2-40B4-BE49-F238E27FC236}">
                <a16:creationId xmlns:a16="http://schemas.microsoft.com/office/drawing/2014/main" id="{BE6B9C04-DB38-4FC5-933F-3F77469B36BE}"/>
              </a:ext>
            </a:extLst>
          </p:cNvPr>
          <p:cNvSpPr>
            <a:spLocks noGrp="1"/>
          </p:cNvSpPr>
          <p:nvPr>
            <p:ph type="subTitle" idx="1"/>
          </p:nvPr>
        </p:nvSpPr>
        <p:spPr>
          <a:xfrm>
            <a:off x="2515234" y="3764211"/>
            <a:ext cx="6772332" cy="1201095"/>
          </a:xfrm>
        </p:spPr>
        <p:txBody>
          <a:bodyPr>
            <a:normAutofit fontScale="70000" lnSpcReduction="20000"/>
          </a:bodyPr>
          <a:lstStyle/>
          <a:p>
            <a:pPr rtl="1">
              <a:lnSpc>
                <a:spcPct val="170000"/>
              </a:lnSpc>
            </a:pPr>
            <a:r>
              <a:rPr lang="fa-IR" dirty="0">
                <a:solidFill>
                  <a:schemeClr val="bg1"/>
                </a:solidFill>
                <a:effectLst/>
                <a:latin typeface="Shabnam" panose="020B0603030804020204" pitchFamily="34" charset="-78"/>
                <a:cs typeface="Shabnam" panose="020B0603030804020204" pitchFamily="34" charset="-78"/>
              </a:rPr>
              <a:t>با توجه به شرایط پردازشی و محدودیت دسترسی‌ها(در محیط آکادمیک ایران)، این پژوهش پرسش‌ها و اهداف عملیاتی صفحات بعدی را دنبال می‌کند:</a:t>
            </a:r>
          </a:p>
        </p:txBody>
      </p:sp>
      <p:sp>
        <p:nvSpPr>
          <p:cNvPr id="18" name="Arrow: Chevron 17">
            <a:hlinkClick r:id="rId4" action="ppaction://hlinksldjump"/>
            <a:extLst>
              <a:ext uri="{FF2B5EF4-FFF2-40B4-BE49-F238E27FC236}">
                <a16:creationId xmlns:a16="http://schemas.microsoft.com/office/drawing/2014/main" id="{41A475B3-8E5C-4641-BAFC-7F8BC4ECF8A8}"/>
              </a:ext>
            </a:extLst>
          </p:cNvPr>
          <p:cNvSpPr/>
          <p:nvPr/>
        </p:nvSpPr>
        <p:spPr>
          <a:xfrm>
            <a:off x="6595552" y="1035310"/>
            <a:ext cx="346677" cy="490325"/>
          </a:xfrm>
          <a:prstGeom prst="chevron">
            <a:avLst>
              <a:gd name="adj" fmla="val 35959"/>
            </a:avLst>
          </a:pr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0" tIns="121921" rIns="182880" bIns="121920" numCol="1" spcCol="1270" anchor="ctr" anchorCtr="0">
            <a:noAutofit/>
          </a:bodyPr>
          <a:lstStyle/>
          <a:p>
            <a:pPr algn="ctr" defTabSz="1422400" rtl="1">
              <a:lnSpc>
                <a:spcPct val="90000"/>
              </a:lnSpc>
              <a:spcBef>
                <a:spcPct val="0"/>
              </a:spcBef>
              <a:spcAft>
                <a:spcPct val="35000"/>
              </a:spcAft>
            </a:pPr>
            <a:endParaRPr lang="fa-IR" sz="2400" dirty="0">
              <a:latin typeface="Estedad Black" panose="02000A03000000000000" pitchFamily="2" charset="-78"/>
              <a:cs typeface="Estedad Black" panose="02000A03000000000000" pitchFamily="2" charset="-78"/>
            </a:endParaRPr>
          </a:p>
        </p:txBody>
      </p:sp>
      <p:sp>
        <p:nvSpPr>
          <p:cNvPr id="19" name="Arrow: Chevron 18">
            <a:hlinkClick r:id="rId4" action="ppaction://hlinksldjump"/>
            <a:extLst>
              <a:ext uri="{FF2B5EF4-FFF2-40B4-BE49-F238E27FC236}">
                <a16:creationId xmlns:a16="http://schemas.microsoft.com/office/drawing/2014/main" id="{CE860113-49CB-4A22-8158-531621CFB468}"/>
              </a:ext>
            </a:extLst>
          </p:cNvPr>
          <p:cNvSpPr/>
          <p:nvPr/>
        </p:nvSpPr>
        <p:spPr>
          <a:xfrm flipH="1">
            <a:off x="5249766" y="1035310"/>
            <a:ext cx="346677" cy="490325"/>
          </a:xfrm>
          <a:prstGeom prst="chevron">
            <a:avLst>
              <a:gd name="adj" fmla="val 35959"/>
            </a:avLst>
          </a:pr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0" tIns="121921" rIns="182880" bIns="121920" numCol="1" spcCol="1270" anchor="ctr" anchorCtr="0">
            <a:noAutofit/>
          </a:bodyPr>
          <a:lstStyle/>
          <a:p>
            <a:pPr algn="ctr" defTabSz="1422400" rtl="1">
              <a:lnSpc>
                <a:spcPct val="90000"/>
              </a:lnSpc>
              <a:spcBef>
                <a:spcPct val="0"/>
              </a:spcBef>
              <a:spcAft>
                <a:spcPct val="35000"/>
              </a:spcAft>
            </a:pPr>
            <a:endParaRPr lang="fa-IR" sz="2400" dirty="0">
              <a:latin typeface="Estedad Black" panose="02000A03000000000000" pitchFamily="2" charset="-78"/>
              <a:cs typeface="Estedad Black" panose="02000A03000000000000" pitchFamily="2" charset="-78"/>
            </a:endParaRPr>
          </a:p>
        </p:txBody>
      </p:sp>
      <p:sp>
        <p:nvSpPr>
          <p:cNvPr id="28" name="Freeform: Shape 27">
            <a:extLst>
              <a:ext uri="{FF2B5EF4-FFF2-40B4-BE49-F238E27FC236}">
                <a16:creationId xmlns:a16="http://schemas.microsoft.com/office/drawing/2014/main" id="{DDFE6EF0-0437-48F0-A5BB-EB56C47D268F}"/>
              </a:ext>
            </a:extLst>
          </p:cNvPr>
          <p:cNvSpPr/>
          <p:nvPr/>
        </p:nvSpPr>
        <p:spPr>
          <a:xfrm>
            <a:off x="5554818" y="5337033"/>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1440" tIns="91440" rIns="91440" bIns="0" numCol="1" spcCol="1270" anchor="ctr" anchorCtr="0">
            <a:noAutofit/>
          </a:bodyPr>
          <a:lstStyle/>
          <a:p>
            <a:pPr marL="0" lvl="0" indent="0" algn="ctr" defTabSz="1466850">
              <a:lnSpc>
                <a:spcPct val="90000"/>
              </a:lnSpc>
              <a:spcBef>
                <a:spcPct val="0"/>
              </a:spcBef>
              <a:spcAft>
                <a:spcPct val="35000"/>
              </a:spcAft>
              <a:buNone/>
            </a:pPr>
            <a:endParaRPr lang="fa-IR" sz="2000" kern="1200" dirty="0">
              <a:latin typeface="Estedad Black" panose="02000A03000000000000" pitchFamily="2" charset="-78"/>
              <a:cs typeface="Estedad Black" panose="02000A03000000000000" pitchFamily="2" charset="-78"/>
            </a:endParaRPr>
          </a:p>
        </p:txBody>
      </p:sp>
      <p:sp>
        <p:nvSpPr>
          <p:cNvPr id="7" name="TextBox 6">
            <a:extLst>
              <a:ext uri="{FF2B5EF4-FFF2-40B4-BE49-F238E27FC236}">
                <a16:creationId xmlns:a16="http://schemas.microsoft.com/office/drawing/2014/main" id="{61E9C925-628A-B7FE-8B77-5494D21C5CAF}"/>
              </a:ext>
            </a:extLst>
          </p:cNvPr>
          <p:cNvSpPr txBox="1"/>
          <p:nvPr/>
        </p:nvSpPr>
        <p:spPr>
          <a:xfrm>
            <a:off x="5742960" y="5419805"/>
            <a:ext cx="718799" cy="320088"/>
          </a:xfrm>
          <a:prstGeom prst="rect">
            <a:avLst/>
          </a:prstGeom>
          <a:noFill/>
        </p:spPr>
        <p:txBody>
          <a:bodyPr wrap="square">
            <a:spAutoFit/>
          </a:bodyPr>
          <a:lstStyle/>
          <a:p>
            <a:pPr marL="0" lvl="0" indent="0" algn="ctr" defTabSz="1466850">
              <a:lnSpc>
                <a:spcPct val="90000"/>
              </a:lnSpc>
              <a:spcBef>
                <a:spcPct val="0"/>
              </a:spcBef>
              <a:spcAft>
                <a:spcPct val="35000"/>
              </a:spcAft>
              <a:buNone/>
            </a:pPr>
            <a:r>
              <a:rPr lang="fa-IR" sz="1600" b="1" kern="1200" dirty="0">
                <a:solidFill>
                  <a:srgbClr val="262344"/>
                </a:solidFill>
                <a:latin typeface="Vazir Light FD" panose="020B0604020202020204" charset="-78"/>
                <a:cs typeface="Vazir Light FD" panose="020B0604020202020204" charset="-78"/>
              </a:rPr>
              <a:t>13/23</a:t>
            </a:r>
            <a:endParaRPr lang="fa-IR" b="1" kern="1200" dirty="0">
              <a:solidFill>
                <a:srgbClr val="262344"/>
              </a:solidFill>
              <a:latin typeface="Vazir Light FD" panose="020B0604020202020204" charset="-78"/>
              <a:cs typeface="Vazir Light FD" panose="020B0604020202020204" charset="-78"/>
            </a:endParaRPr>
          </a:p>
        </p:txBody>
      </p:sp>
      <p:grpSp>
        <p:nvGrpSpPr>
          <p:cNvPr id="2" name="Group 1">
            <a:extLst>
              <a:ext uri="{FF2B5EF4-FFF2-40B4-BE49-F238E27FC236}">
                <a16:creationId xmlns:a16="http://schemas.microsoft.com/office/drawing/2014/main" id="{F1869C3E-2B99-F5B9-D888-0D121C467F5E}"/>
              </a:ext>
            </a:extLst>
          </p:cNvPr>
          <p:cNvGrpSpPr/>
          <p:nvPr/>
        </p:nvGrpSpPr>
        <p:grpSpPr>
          <a:xfrm>
            <a:off x="1361428" y="1348790"/>
            <a:ext cx="1390481" cy="1646959"/>
            <a:chOff x="625145" y="428945"/>
            <a:chExt cx="1438785" cy="1701470"/>
          </a:xfrm>
        </p:grpSpPr>
        <p:pic>
          <p:nvPicPr>
            <p:cNvPr id="3" name="Picture 4">
              <a:extLst>
                <a:ext uri="{FF2B5EF4-FFF2-40B4-BE49-F238E27FC236}">
                  <a16:creationId xmlns:a16="http://schemas.microsoft.com/office/drawing/2014/main" id="{1407C271-D137-192A-80DB-FB367E00EE62}"/>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Shape 3">
              <a:extLst>
                <a:ext uri="{FF2B5EF4-FFF2-40B4-BE49-F238E27FC236}">
                  <a16:creationId xmlns:a16="http://schemas.microsoft.com/office/drawing/2014/main" id="{D0DE6947-F864-4269-FEF9-009ECEB51204}"/>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دانشگاه اصفهان</a:t>
              </a:r>
            </a:p>
          </p:txBody>
        </p:sp>
        <p:sp>
          <p:nvSpPr>
            <p:cNvPr id="5" name="Freeform: Shape 4">
              <a:extLst>
                <a:ext uri="{FF2B5EF4-FFF2-40B4-BE49-F238E27FC236}">
                  <a16:creationId xmlns:a16="http://schemas.microsoft.com/office/drawing/2014/main" id="{695FEA82-30EE-CA8E-CB5F-A2F2D454B9C6}"/>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دانشکده مهندسی کامپیوتر</a:t>
              </a:r>
            </a:p>
          </p:txBody>
        </p:sp>
        <p:sp>
          <p:nvSpPr>
            <p:cNvPr id="6" name="Freeform: Shape 5">
              <a:extLst>
                <a:ext uri="{FF2B5EF4-FFF2-40B4-BE49-F238E27FC236}">
                  <a16:creationId xmlns:a16="http://schemas.microsoft.com/office/drawing/2014/main" id="{AE812EC0-D9E6-C2A6-223C-B7DFD61368A4}"/>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گروه هوش مصنوعی و رباتیک</a:t>
              </a:r>
            </a:p>
          </p:txBody>
        </p:sp>
      </p:grpSp>
      <p:sp>
        <p:nvSpPr>
          <p:cNvPr id="8" name="TextBox 7">
            <a:extLst>
              <a:ext uri="{FF2B5EF4-FFF2-40B4-BE49-F238E27FC236}">
                <a16:creationId xmlns:a16="http://schemas.microsoft.com/office/drawing/2014/main" id="{6FFFF2B2-E4DF-83BC-9B83-151AAEBC0BEA}"/>
              </a:ext>
            </a:extLst>
          </p:cNvPr>
          <p:cNvSpPr txBox="1"/>
          <p:nvPr/>
        </p:nvSpPr>
        <p:spPr>
          <a:xfrm>
            <a:off x="1361428" y="5210469"/>
            <a:ext cx="3238519" cy="276999"/>
          </a:xfrm>
          <a:prstGeom prst="rect">
            <a:avLst/>
          </a:prstGeom>
          <a:solidFill>
            <a:srgbClr val="FFD966"/>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r"/>
            <a:r>
              <a:rPr lang="fa-IR" sz="1200" b="1" dirty="0">
                <a:latin typeface="Vazir Light FD" panose="020B0604020202020204" charset="-78"/>
                <a:cs typeface="Vazir Light FD" panose="020B0604020202020204" charset="-78"/>
              </a:rPr>
              <a:t>محمد امین کیانی، ارائه درس سمینار و روش پژوهش</a:t>
            </a:r>
            <a:endParaRPr lang="en-US" sz="1200" b="1" dirty="0">
              <a:latin typeface="Vazir Light FD" panose="020B0604020202020204" charset="-78"/>
              <a:cs typeface="Vazir Light FD" panose="020B0604020202020204" charset="-78"/>
            </a:endParaRPr>
          </a:p>
        </p:txBody>
      </p:sp>
    </p:spTree>
    <p:extLst>
      <p:ext uri="{BB962C8B-B14F-4D97-AF65-F5344CB8AC3E}">
        <p14:creationId xmlns:p14="http://schemas.microsoft.com/office/powerpoint/2010/main" val="9880444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a:extLst>
            <a:ext uri="{FF2B5EF4-FFF2-40B4-BE49-F238E27FC236}">
              <a16:creationId xmlns:a16="http://schemas.microsoft.com/office/drawing/2014/main" id="{D703560D-EB36-3F3C-AA72-3B5CAE184C2A}"/>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F0C5167D-46E8-7396-6E19-9D4D92BC1405}"/>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sp>
        <p:nvSpPr>
          <p:cNvPr id="48" name="!!Freeform: Shape 20">
            <a:hlinkClick r:id="rId2" action="ppaction://hlinksldjump"/>
            <a:extLst>
              <a:ext uri="{FF2B5EF4-FFF2-40B4-BE49-F238E27FC236}">
                <a16:creationId xmlns:a16="http://schemas.microsoft.com/office/drawing/2014/main" id="{0BFD86FC-8875-CA0A-5A7D-58A1F0BC53F6}"/>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مقدمه</a:t>
            </a:r>
          </a:p>
        </p:txBody>
      </p:sp>
      <p:sp>
        <p:nvSpPr>
          <p:cNvPr id="49" name="Freeform: Shape 48">
            <a:hlinkClick r:id="rId2" action="ppaction://hlinksldjump"/>
            <a:extLst>
              <a:ext uri="{FF2B5EF4-FFF2-40B4-BE49-F238E27FC236}">
                <a16:creationId xmlns:a16="http://schemas.microsoft.com/office/drawing/2014/main" id="{ED1D93AF-379F-8247-37F0-7E8651DCC3BE}"/>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پیشینه</a:t>
            </a:r>
          </a:p>
        </p:txBody>
      </p:sp>
      <p:sp>
        <p:nvSpPr>
          <p:cNvPr id="50" name="!!Freeform: Shape 32">
            <a:hlinkClick r:id="rId2" action="ppaction://hlinksldjump"/>
            <a:extLst>
              <a:ext uri="{FF2B5EF4-FFF2-40B4-BE49-F238E27FC236}">
                <a16:creationId xmlns:a16="http://schemas.microsoft.com/office/drawing/2014/main" id="{1DC5AA31-44BB-C164-067D-D1FCA5EF6A02}"/>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FFD966"/>
          </a:solidFill>
          <a:ln w="12700" cap="flat" cmpd="sng" algn="ctr">
            <a:noFill/>
            <a:prstDash val="dash"/>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2200" b="1" i="0" u="none" strike="noStrike" kern="0" cap="none" spc="0" normalizeH="0" baseline="0" noProof="0" dirty="0">
                <a:ln>
                  <a:noFill/>
                </a:ln>
                <a:solidFill>
                  <a:prstClr val="black">
                    <a:lumMod val="85000"/>
                    <a:lumOff val="15000"/>
                  </a:prstClr>
                </a:solidFill>
                <a:effectLst/>
                <a:uLnTx/>
                <a:uFillTx/>
                <a:latin typeface="Shabnam" panose="020B0603030804020204" pitchFamily="34" charset="-78"/>
                <a:ea typeface="+mn-ea"/>
                <a:cs typeface="Shabnam" panose="020B0603030804020204" pitchFamily="34" charset="-78"/>
              </a:rPr>
              <a:t>  اهداف پژوهش</a:t>
            </a:r>
          </a:p>
        </p:txBody>
      </p:sp>
      <p:sp>
        <p:nvSpPr>
          <p:cNvPr id="51" name="Freeform: Shape 50">
            <a:hlinkClick r:id="rId3" action="ppaction://hlinksldjump"/>
            <a:extLst>
              <a:ext uri="{FF2B5EF4-FFF2-40B4-BE49-F238E27FC236}">
                <a16:creationId xmlns:a16="http://schemas.microsoft.com/office/drawing/2014/main" id="{4C33424C-F31E-F4BA-EFD0-3C53EA3B32F6}"/>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روش پژوهش</a:t>
            </a:r>
          </a:p>
        </p:txBody>
      </p:sp>
      <p:sp>
        <p:nvSpPr>
          <p:cNvPr id="52" name="!!Freeform: Shape 34">
            <a:hlinkClick r:id="" action="ppaction://noaction"/>
            <a:extLst>
              <a:ext uri="{FF2B5EF4-FFF2-40B4-BE49-F238E27FC236}">
                <a16:creationId xmlns:a16="http://schemas.microsoft.com/office/drawing/2014/main" id="{5B371CBC-54C3-3F04-8E3F-4867891025B6}"/>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مراجع</a:t>
            </a:r>
          </a:p>
        </p:txBody>
      </p:sp>
      <p:sp>
        <p:nvSpPr>
          <p:cNvPr id="2" name="Freeform: Shape 1">
            <a:extLst>
              <a:ext uri="{FF2B5EF4-FFF2-40B4-BE49-F238E27FC236}">
                <a16:creationId xmlns:a16="http://schemas.microsoft.com/office/drawing/2014/main" id="{5F793692-9F96-69DF-20FF-670BEE067CF8}"/>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sp>
        <p:nvSpPr>
          <p:cNvPr id="3" name="Freeform: Shape 2">
            <a:extLst>
              <a:ext uri="{FF2B5EF4-FFF2-40B4-BE49-F238E27FC236}">
                <a16:creationId xmlns:a16="http://schemas.microsoft.com/office/drawing/2014/main" id="{3EE17AF5-2552-F890-50D2-BF5292B4D962}"/>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pic>
        <p:nvPicPr>
          <p:cNvPr id="4" name="Graphic 3" descr="Home">
            <a:extLst>
              <a:ext uri="{FF2B5EF4-FFF2-40B4-BE49-F238E27FC236}">
                <a16:creationId xmlns:a16="http://schemas.microsoft.com/office/drawing/2014/main" id="{B0845969-2439-0F36-1F8C-85638317C85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20F68DD4-5E43-796B-4549-02715307DFEB}"/>
              </a:ext>
            </a:extLst>
          </p:cNvPr>
          <p:cNvSpPr txBox="1"/>
          <p:nvPr/>
        </p:nvSpPr>
        <p:spPr>
          <a:xfrm>
            <a:off x="11498811" y="6112895"/>
            <a:ext cx="806054" cy="348557"/>
          </a:xfrm>
          <a:prstGeom prst="rect">
            <a:avLst/>
          </a:prstGeom>
          <a:noFill/>
        </p:spPr>
        <p:txBody>
          <a:bodyPr wrap="square">
            <a:spAutoFit/>
          </a:bodyPr>
          <a:lstStyle/>
          <a:p>
            <a:pPr marL="0" marR="0" lvl="0" indent="0" algn="ctr" defTabSz="1466850" rtl="0" eaLnBrk="1" fontAlgn="auto" latinLnBrk="0" hangingPunct="1">
              <a:lnSpc>
                <a:spcPct val="90000"/>
              </a:lnSpc>
              <a:spcBef>
                <a:spcPct val="0"/>
              </a:spcBef>
              <a:spcAft>
                <a:spcPct val="35000"/>
              </a:spcAft>
              <a:buClrTx/>
              <a:buSzTx/>
              <a:buFontTx/>
              <a:buNone/>
              <a:tabLst/>
              <a:defRPr/>
            </a:pPr>
            <a:r>
              <a:rPr kumimoji="0" lang="fa-IR"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rPr>
              <a:t>14/23</a:t>
            </a:r>
            <a:endParaRPr kumimoji="0" lang="fa-IR" sz="2000"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endParaRPr>
          </a:p>
        </p:txBody>
      </p:sp>
      <p:sp>
        <p:nvSpPr>
          <p:cNvPr id="10" name="Title 1">
            <a:extLst>
              <a:ext uri="{FF2B5EF4-FFF2-40B4-BE49-F238E27FC236}">
                <a16:creationId xmlns:a16="http://schemas.microsoft.com/office/drawing/2014/main" id="{E2069D13-6883-969F-278E-9640F6539DA0}"/>
              </a:ext>
            </a:extLst>
          </p:cNvPr>
          <p:cNvSpPr>
            <a:spLocks noGrp="1"/>
          </p:cNvSpPr>
          <p:nvPr>
            <p:ph type="ctrTitle"/>
          </p:nvPr>
        </p:nvSpPr>
        <p:spPr>
          <a:xfrm>
            <a:off x="1133558" y="947148"/>
            <a:ext cx="8524247" cy="774676"/>
          </a:xfrm>
        </p:spPr>
        <p:txBody>
          <a:bodyPr>
            <a:noAutofit/>
          </a:bodyPr>
          <a:lstStyle/>
          <a:p>
            <a:pPr algn="r" rtl="1"/>
            <a:r>
              <a:rPr lang="fa-IR" sz="4800" b="1" dirty="0">
                <a:solidFill>
                  <a:srgbClr val="262344"/>
                </a:solidFill>
                <a:latin typeface="Estedad Black" panose="02000A03000000000000" pitchFamily="2" charset="-78"/>
                <a:cs typeface="Estedad Black" panose="02000A03000000000000" pitchFamily="2" charset="-78"/>
              </a:rPr>
              <a:t>پرسش‌ها</a:t>
            </a:r>
          </a:p>
        </p:txBody>
      </p:sp>
      <p:grpSp>
        <p:nvGrpSpPr>
          <p:cNvPr id="8" name="Group 7">
            <a:extLst>
              <a:ext uri="{FF2B5EF4-FFF2-40B4-BE49-F238E27FC236}">
                <a16:creationId xmlns:a16="http://schemas.microsoft.com/office/drawing/2014/main" id="{94DCAFD5-5E06-2EE4-3AB1-E8A1A4438520}"/>
              </a:ext>
            </a:extLst>
          </p:cNvPr>
          <p:cNvGrpSpPr/>
          <p:nvPr/>
        </p:nvGrpSpPr>
        <p:grpSpPr>
          <a:xfrm>
            <a:off x="394775" y="415751"/>
            <a:ext cx="1477568" cy="1571887"/>
            <a:chOff x="625145" y="428945"/>
            <a:chExt cx="1438785" cy="1701470"/>
          </a:xfrm>
        </p:grpSpPr>
        <p:pic>
          <p:nvPicPr>
            <p:cNvPr id="9" name="Picture 4">
              <a:extLst>
                <a:ext uri="{FF2B5EF4-FFF2-40B4-BE49-F238E27FC236}">
                  <a16:creationId xmlns:a16="http://schemas.microsoft.com/office/drawing/2014/main" id="{97BCA1BE-789C-7C43-C7E4-B5D66CF8456D}"/>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11" name="Freeform: Shape 10">
              <a:extLst>
                <a:ext uri="{FF2B5EF4-FFF2-40B4-BE49-F238E27FC236}">
                  <a16:creationId xmlns:a16="http://schemas.microsoft.com/office/drawing/2014/main" id="{74366698-E840-E9C5-FD63-75F5DE416DD5}"/>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دانشگاه اصفهان</a:t>
              </a:r>
            </a:p>
          </p:txBody>
        </p:sp>
        <p:sp>
          <p:nvSpPr>
            <p:cNvPr id="14" name="Freeform: Shape 13">
              <a:extLst>
                <a:ext uri="{FF2B5EF4-FFF2-40B4-BE49-F238E27FC236}">
                  <a16:creationId xmlns:a16="http://schemas.microsoft.com/office/drawing/2014/main" id="{D5457E83-1C93-72F2-E0ED-9643A54BAC8D}"/>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دانشکده مهندسی کامپیوتر</a:t>
              </a:r>
            </a:p>
          </p:txBody>
        </p:sp>
        <p:sp>
          <p:nvSpPr>
            <p:cNvPr id="15" name="Freeform: Shape 14">
              <a:extLst>
                <a:ext uri="{FF2B5EF4-FFF2-40B4-BE49-F238E27FC236}">
                  <a16:creationId xmlns:a16="http://schemas.microsoft.com/office/drawing/2014/main" id="{FF661B5C-37A1-8656-4703-20D25CB586CA}"/>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گروه هوش مصنوعی و رباتیک</a:t>
              </a:r>
            </a:p>
          </p:txBody>
        </p:sp>
      </p:grpSp>
      <p:sp>
        <p:nvSpPr>
          <p:cNvPr id="18" name="TextBox 17">
            <a:extLst>
              <a:ext uri="{FF2B5EF4-FFF2-40B4-BE49-F238E27FC236}">
                <a16:creationId xmlns:a16="http://schemas.microsoft.com/office/drawing/2014/main" id="{904A2CD6-7E3E-0062-8E9D-0209F2AD741E}"/>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rPr>
              <a:t>محمد امین کیانی، ارائه درس سمینار و روش پژوهش</a:t>
            </a:r>
            <a:endParaRPr kumimoji="0" lang="en-US"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endParaRPr>
          </a:p>
        </p:txBody>
      </p:sp>
      <p:sp>
        <p:nvSpPr>
          <p:cNvPr id="7" name="TextBox 6">
            <a:extLst>
              <a:ext uri="{FF2B5EF4-FFF2-40B4-BE49-F238E27FC236}">
                <a16:creationId xmlns:a16="http://schemas.microsoft.com/office/drawing/2014/main" id="{5DE4F438-F7E4-0021-1E53-9E9395A03D63}"/>
              </a:ext>
            </a:extLst>
          </p:cNvPr>
          <p:cNvSpPr txBox="1"/>
          <p:nvPr/>
        </p:nvSpPr>
        <p:spPr>
          <a:xfrm>
            <a:off x="1133558" y="1862617"/>
            <a:ext cx="8524247" cy="3992118"/>
          </a:xfrm>
          <a:prstGeom prst="rect">
            <a:avLst/>
          </a:prstGeom>
          <a:noFill/>
        </p:spPr>
        <p:txBody>
          <a:bodyPr wrap="square">
            <a:spAutoFit/>
          </a:bodyPr>
          <a:lstStyle/>
          <a:p>
            <a:pPr marL="285750" marR="0" lvl="0" indent="-285750" algn="just" defTabSz="914400" rtl="1" eaLnBrk="1" fontAlgn="auto" latinLnBrk="0" hangingPunct="1">
              <a:lnSpc>
                <a:spcPct val="170000"/>
              </a:lnSpc>
              <a:spcBef>
                <a:spcPts val="1000"/>
              </a:spcBef>
              <a:spcAft>
                <a:spcPts val="0"/>
              </a:spcAft>
              <a:buClrTx/>
              <a:buSzTx/>
              <a:buFontTx/>
              <a:buChar char="-"/>
              <a:tabLst/>
              <a:defRPr/>
            </a:pPr>
            <a:r>
              <a:rPr kumimoji="0" lang="fa-IR" sz="1400" b="1"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چگونگی مدل‌سازی مسیر احساسی متغیر</a:t>
            </a:r>
          </a:p>
          <a:p>
            <a:pPr marR="0" lvl="0" algn="just" defTabSz="914400" rtl="1" eaLnBrk="1" fontAlgn="auto" latinLnBrk="0" hangingPunct="1">
              <a:lnSpc>
                <a:spcPct val="170000"/>
              </a:lnSpc>
              <a:spcBef>
                <a:spcPts val="1000"/>
              </a:spcBef>
              <a:spcAft>
                <a:spcPts val="0"/>
              </a:spcAft>
              <a:buClrTx/>
              <a:buSzTx/>
              <a:tabLst/>
              <a:defRPr/>
            </a:pPr>
            <a:r>
              <a:rPr kumimoji="0" lang="fa-IR"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چگونه می‌توان سیستمی مولد طراحی کرد که به جای احساسات ایستا، توانایی دریافت و اعمال یک «نقشه احساسی پیوسته و زمان‌تغییر» را در یک قطعه موسیقی راک داشته باشد؟</a:t>
            </a:r>
          </a:p>
          <a:p>
            <a:pPr marL="285750" marR="0" lvl="0" indent="-285750" algn="just" defTabSz="914400" rtl="1" eaLnBrk="1" fontAlgn="auto" latinLnBrk="0" hangingPunct="1">
              <a:lnSpc>
                <a:spcPct val="170000"/>
              </a:lnSpc>
              <a:spcBef>
                <a:spcPts val="1000"/>
              </a:spcBef>
              <a:spcAft>
                <a:spcPts val="0"/>
              </a:spcAft>
              <a:buClrTx/>
              <a:buSzTx/>
              <a:buFontTx/>
              <a:buChar char="-"/>
              <a:tabLst/>
              <a:defRPr/>
            </a:pPr>
            <a:r>
              <a:rPr kumimoji="0" lang="fa-IR" sz="1400" b="1"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چگونگی اعمال سلیقه و شخصی‌سازی</a:t>
            </a:r>
          </a:p>
          <a:p>
            <a:pPr marR="0" lvl="0" algn="just" defTabSz="914400" rtl="1" eaLnBrk="1" fontAlgn="auto" latinLnBrk="0" hangingPunct="1">
              <a:lnSpc>
                <a:spcPct val="170000"/>
              </a:lnSpc>
              <a:spcBef>
                <a:spcPts val="1000"/>
              </a:spcBef>
              <a:spcAft>
                <a:spcPts val="0"/>
              </a:spcAft>
              <a:buClrTx/>
              <a:buSzTx/>
              <a:tabLst/>
              <a:defRPr/>
            </a:pPr>
            <a:r>
              <a:rPr kumimoji="0" lang="fa-IR"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تزریق بردار ترجیحات شخصی کاربر چه تأثیری بر انتخاب پارامترهای نوازندگی (مانند میزان دیستورشن گیتار یا پیچیدگی درامز) برای القای یک احساس خاص دارد؟</a:t>
            </a:r>
          </a:p>
          <a:p>
            <a:pPr marL="285750" marR="0" lvl="0" indent="-285750" algn="just" defTabSz="914400" rtl="1" eaLnBrk="1" fontAlgn="auto" latinLnBrk="0" hangingPunct="1">
              <a:lnSpc>
                <a:spcPct val="170000"/>
              </a:lnSpc>
              <a:spcBef>
                <a:spcPts val="1000"/>
              </a:spcBef>
              <a:spcAft>
                <a:spcPts val="0"/>
              </a:spcAft>
              <a:buClrTx/>
              <a:buSzTx/>
              <a:buFontTx/>
              <a:buChar char="-"/>
              <a:tabLst/>
              <a:defRPr/>
            </a:pPr>
            <a:r>
              <a:rPr kumimoji="0" lang="fa-IR" sz="1400" b="1"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چگونگی استخراج منطق و توضیح‌پذیری </a:t>
            </a:r>
          </a:p>
          <a:p>
            <a:pPr marR="0" lvl="0" algn="just" defTabSz="914400" rtl="1" eaLnBrk="1" fontAlgn="auto" latinLnBrk="0" hangingPunct="1">
              <a:lnSpc>
                <a:spcPct val="170000"/>
              </a:lnSpc>
              <a:spcBef>
                <a:spcPts val="1000"/>
              </a:spcBef>
              <a:spcAft>
                <a:spcPts val="0"/>
              </a:spcAft>
              <a:buClrTx/>
              <a:buSzTx/>
              <a:tabLst/>
              <a:defRPr/>
            </a:pPr>
            <a:r>
              <a:rPr kumimoji="0" lang="fa-IR"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چگونه می‌توان لایه‌ای توضیح‌پذیر در معماری مولد تعبیه کرد تا رابطه معنایی و منطقی میان «ویژگی‌های موسیقیایی تولیدشده» و «مسیر احساسی درخواست‌شده» برای کاربر شفاف گردد؟</a:t>
            </a:r>
          </a:p>
        </p:txBody>
      </p:sp>
    </p:spTree>
    <p:extLst>
      <p:ext uri="{BB962C8B-B14F-4D97-AF65-F5344CB8AC3E}">
        <p14:creationId xmlns:p14="http://schemas.microsoft.com/office/powerpoint/2010/main" val="19422029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a:extLst>
            <a:ext uri="{FF2B5EF4-FFF2-40B4-BE49-F238E27FC236}">
              <a16:creationId xmlns:a16="http://schemas.microsoft.com/office/drawing/2014/main" id="{279BF07A-1271-19AF-6A88-CF8092540DB4}"/>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9BC3E9A5-D69F-0BC7-F04D-0529F58B5C2C}"/>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sp>
        <p:nvSpPr>
          <p:cNvPr id="48" name="!!Freeform: Shape 20">
            <a:hlinkClick r:id="rId2" action="ppaction://hlinksldjump"/>
            <a:extLst>
              <a:ext uri="{FF2B5EF4-FFF2-40B4-BE49-F238E27FC236}">
                <a16:creationId xmlns:a16="http://schemas.microsoft.com/office/drawing/2014/main" id="{7EA9B5EC-86C2-1CC8-1DCC-62ECD62793B9}"/>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مقدمه</a:t>
            </a:r>
          </a:p>
        </p:txBody>
      </p:sp>
      <p:sp>
        <p:nvSpPr>
          <p:cNvPr id="49" name="Freeform: Shape 48">
            <a:hlinkClick r:id="rId2" action="ppaction://hlinksldjump"/>
            <a:extLst>
              <a:ext uri="{FF2B5EF4-FFF2-40B4-BE49-F238E27FC236}">
                <a16:creationId xmlns:a16="http://schemas.microsoft.com/office/drawing/2014/main" id="{33E274F2-702B-A035-7F7D-771E2F87FD0E}"/>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پیشینه</a:t>
            </a:r>
          </a:p>
        </p:txBody>
      </p:sp>
      <p:sp>
        <p:nvSpPr>
          <p:cNvPr id="50" name="!!Freeform: Shape 32">
            <a:hlinkClick r:id="rId2" action="ppaction://hlinksldjump"/>
            <a:extLst>
              <a:ext uri="{FF2B5EF4-FFF2-40B4-BE49-F238E27FC236}">
                <a16:creationId xmlns:a16="http://schemas.microsoft.com/office/drawing/2014/main" id="{04AEC8E0-6932-022D-EEA1-9BC0294095B1}"/>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FFD966"/>
          </a:solidFill>
          <a:ln w="12700" cap="flat" cmpd="sng" algn="ctr">
            <a:noFill/>
            <a:prstDash val="dash"/>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2200" b="1" i="0" u="none" strike="noStrike" kern="0" cap="none" spc="0" normalizeH="0" baseline="0" noProof="0" dirty="0">
                <a:ln>
                  <a:noFill/>
                </a:ln>
                <a:solidFill>
                  <a:prstClr val="black">
                    <a:lumMod val="85000"/>
                    <a:lumOff val="15000"/>
                  </a:prstClr>
                </a:solidFill>
                <a:effectLst/>
                <a:uLnTx/>
                <a:uFillTx/>
                <a:latin typeface="Shabnam" panose="020B0603030804020204" pitchFamily="34" charset="-78"/>
                <a:ea typeface="+mn-ea"/>
                <a:cs typeface="Shabnam" panose="020B0603030804020204" pitchFamily="34" charset="-78"/>
              </a:rPr>
              <a:t>  اهداف پژوهش</a:t>
            </a:r>
          </a:p>
        </p:txBody>
      </p:sp>
      <p:sp>
        <p:nvSpPr>
          <p:cNvPr id="51" name="Freeform: Shape 50">
            <a:hlinkClick r:id="rId3" action="ppaction://hlinksldjump"/>
            <a:extLst>
              <a:ext uri="{FF2B5EF4-FFF2-40B4-BE49-F238E27FC236}">
                <a16:creationId xmlns:a16="http://schemas.microsoft.com/office/drawing/2014/main" id="{8AC2551B-228B-A1B4-4D02-0071A51B91FE}"/>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روش پژوهش</a:t>
            </a:r>
          </a:p>
        </p:txBody>
      </p:sp>
      <p:sp>
        <p:nvSpPr>
          <p:cNvPr id="52" name="!!Freeform: Shape 34">
            <a:hlinkClick r:id="" action="ppaction://noaction"/>
            <a:extLst>
              <a:ext uri="{FF2B5EF4-FFF2-40B4-BE49-F238E27FC236}">
                <a16:creationId xmlns:a16="http://schemas.microsoft.com/office/drawing/2014/main" id="{D9A08503-8F05-5343-A6AA-D831FED1678D}"/>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مراجع</a:t>
            </a:r>
          </a:p>
        </p:txBody>
      </p:sp>
      <p:sp>
        <p:nvSpPr>
          <p:cNvPr id="2" name="Freeform: Shape 1">
            <a:extLst>
              <a:ext uri="{FF2B5EF4-FFF2-40B4-BE49-F238E27FC236}">
                <a16:creationId xmlns:a16="http://schemas.microsoft.com/office/drawing/2014/main" id="{702A76F0-EA95-899F-6299-9B33DAFC72DC}"/>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sp>
        <p:nvSpPr>
          <p:cNvPr id="3" name="Freeform: Shape 2">
            <a:extLst>
              <a:ext uri="{FF2B5EF4-FFF2-40B4-BE49-F238E27FC236}">
                <a16:creationId xmlns:a16="http://schemas.microsoft.com/office/drawing/2014/main" id="{7ACC24D1-729E-3123-278A-3B4C8542BC5D}"/>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pic>
        <p:nvPicPr>
          <p:cNvPr id="4" name="Graphic 3" descr="Home">
            <a:extLst>
              <a:ext uri="{FF2B5EF4-FFF2-40B4-BE49-F238E27FC236}">
                <a16:creationId xmlns:a16="http://schemas.microsoft.com/office/drawing/2014/main" id="{DC7D8ED4-B114-1B62-2C8B-B17EF99B3DE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FA388830-47D1-E408-01FA-FDC492EB29C6}"/>
              </a:ext>
            </a:extLst>
          </p:cNvPr>
          <p:cNvSpPr txBox="1"/>
          <p:nvPr/>
        </p:nvSpPr>
        <p:spPr>
          <a:xfrm>
            <a:off x="11498811" y="6112895"/>
            <a:ext cx="806054" cy="348557"/>
          </a:xfrm>
          <a:prstGeom prst="rect">
            <a:avLst/>
          </a:prstGeom>
          <a:noFill/>
        </p:spPr>
        <p:txBody>
          <a:bodyPr wrap="square">
            <a:spAutoFit/>
          </a:bodyPr>
          <a:lstStyle/>
          <a:p>
            <a:pPr marL="0" marR="0" lvl="0" indent="0" algn="ctr" defTabSz="1466850" rtl="0" eaLnBrk="1" fontAlgn="auto" latinLnBrk="0" hangingPunct="1">
              <a:lnSpc>
                <a:spcPct val="90000"/>
              </a:lnSpc>
              <a:spcBef>
                <a:spcPct val="0"/>
              </a:spcBef>
              <a:spcAft>
                <a:spcPct val="35000"/>
              </a:spcAft>
              <a:buClrTx/>
              <a:buSzTx/>
              <a:buFontTx/>
              <a:buNone/>
              <a:tabLst/>
              <a:defRPr/>
            </a:pPr>
            <a:r>
              <a:rPr kumimoji="0" lang="fa-IR"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rPr>
              <a:t>15/23</a:t>
            </a:r>
            <a:endParaRPr kumimoji="0" lang="fa-IR" sz="2000"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endParaRPr>
          </a:p>
        </p:txBody>
      </p:sp>
      <p:sp>
        <p:nvSpPr>
          <p:cNvPr id="10" name="Title 1">
            <a:extLst>
              <a:ext uri="{FF2B5EF4-FFF2-40B4-BE49-F238E27FC236}">
                <a16:creationId xmlns:a16="http://schemas.microsoft.com/office/drawing/2014/main" id="{AD801FC1-4486-51BB-3894-BDA641FF317B}"/>
              </a:ext>
            </a:extLst>
          </p:cNvPr>
          <p:cNvSpPr>
            <a:spLocks noGrp="1"/>
          </p:cNvSpPr>
          <p:nvPr>
            <p:ph type="ctrTitle"/>
          </p:nvPr>
        </p:nvSpPr>
        <p:spPr>
          <a:xfrm>
            <a:off x="1133558" y="947148"/>
            <a:ext cx="8524247" cy="774676"/>
          </a:xfrm>
        </p:spPr>
        <p:txBody>
          <a:bodyPr>
            <a:noAutofit/>
          </a:bodyPr>
          <a:lstStyle/>
          <a:p>
            <a:pPr algn="r" rtl="1"/>
            <a:r>
              <a:rPr lang="fa-IR" sz="4800" b="1" dirty="0">
                <a:solidFill>
                  <a:srgbClr val="262344"/>
                </a:solidFill>
                <a:latin typeface="Estedad Black" panose="02000A03000000000000" pitchFamily="2" charset="-78"/>
                <a:cs typeface="Estedad Black" panose="02000A03000000000000" pitchFamily="2" charset="-78"/>
              </a:rPr>
              <a:t>فرضیه‌ها</a:t>
            </a:r>
          </a:p>
        </p:txBody>
      </p:sp>
      <p:grpSp>
        <p:nvGrpSpPr>
          <p:cNvPr id="8" name="Group 7">
            <a:extLst>
              <a:ext uri="{FF2B5EF4-FFF2-40B4-BE49-F238E27FC236}">
                <a16:creationId xmlns:a16="http://schemas.microsoft.com/office/drawing/2014/main" id="{1920ACB0-4DB7-ED2A-C19C-92093438783A}"/>
              </a:ext>
            </a:extLst>
          </p:cNvPr>
          <p:cNvGrpSpPr/>
          <p:nvPr/>
        </p:nvGrpSpPr>
        <p:grpSpPr>
          <a:xfrm>
            <a:off x="394775" y="415751"/>
            <a:ext cx="1477568" cy="1571887"/>
            <a:chOff x="625145" y="428945"/>
            <a:chExt cx="1438785" cy="1701470"/>
          </a:xfrm>
        </p:grpSpPr>
        <p:pic>
          <p:nvPicPr>
            <p:cNvPr id="9" name="Picture 4">
              <a:extLst>
                <a:ext uri="{FF2B5EF4-FFF2-40B4-BE49-F238E27FC236}">
                  <a16:creationId xmlns:a16="http://schemas.microsoft.com/office/drawing/2014/main" id="{99ADA4AB-FC5F-EB98-24C7-53E4DEC89D29}"/>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11" name="Freeform: Shape 10">
              <a:extLst>
                <a:ext uri="{FF2B5EF4-FFF2-40B4-BE49-F238E27FC236}">
                  <a16:creationId xmlns:a16="http://schemas.microsoft.com/office/drawing/2014/main" id="{9AFAD63B-FB55-72F0-26A1-4A9D8C2D27EA}"/>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دانشگاه اصفهان</a:t>
              </a:r>
            </a:p>
          </p:txBody>
        </p:sp>
        <p:sp>
          <p:nvSpPr>
            <p:cNvPr id="14" name="Freeform: Shape 13">
              <a:extLst>
                <a:ext uri="{FF2B5EF4-FFF2-40B4-BE49-F238E27FC236}">
                  <a16:creationId xmlns:a16="http://schemas.microsoft.com/office/drawing/2014/main" id="{72D34F2B-AF76-9137-64D6-944AB40607F7}"/>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دانشکده مهندسی کامپیوتر</a:t>
              </a:r>
            </a:p>
          </p:txBody>
        </p:sp>
        <p:sp>
          <p:nvSpPr>
            <p:cNvPr id="15" name="Freeform: Shape 14">
              <a:extLst>
                <a:ext uri="{FF2B5EF4-FFF2-40B4-BE49-F238E27FC236}">
                  <a16:creationId xmlns:a16="http://schemas.microsoft.com/office/drawing/2014/main" id="{0AB63A99-792C-B92A-9005-9D4607357E25}"/>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گروه هوش مصنوعی و رباتیک</a:t>
              </a:r>
            </a:p>
          </p:txBody>
        </p:sp>
      </p:grpSp>
      <p:sp>
        <p:nvSpPr>
          <p:cNvPr id="18" name="TextBox 17">
            <a:extLst>
              <a:ext uri="{FF2B5EF4-FFF2-40B4-BE49-F238E27FC236}">
                <a16:creationId xmlns:a16="http://schemas.microsoft.com/office/drawing/2014/main" id="{897C95EC-2FEC-13B3-519D-5414034A4269}"/>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rPr>
              <a:t>محمد امین کیانی، ارائه درس سمینار و روش پژوهش</a:t>
            </a:r>
            <a:endParaRPr kumimoji="0" lang="en-US"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endParaRPr>
          </a:p>
        </p:txBody>
      </p:sp>
      <p:sp>
        <p:nvSpPr>
          <p:cNvPr id="7" name="TextBox 6">
            <a:extLst>
              <a:ext uri="{FF2B5EF4-FFF2-40B4-BE49-F238E27FC236}">
                <a16:creationId xmlns:a16="http://schemas.microsoft.com/office/drawing/2014/main" id="{B4F95AE5-698A-EDEE-CEB4-9F870F3ED3E7}"/>
              </a:ext>
            </a:extLst>
          </p:cNvPr>
          <p:cNvSpPr txBox="1"/>
          <p:nvPr/>
        </p:nvSpPr>
        <p:spPr>
          <a:xfrm>
            <a:off x="1133558" y="1862617"/>
            <a:ext cx="8524247" cy="3992118"/>
          </a:xfrm>
          <a:prstGeom prst="rect">
            <a:avLst/>
          </a:prstGeom>
          <a:noFill/>
        </p:spPr>
        <p:txBody>
          <a:bodyPr wrap="square">
            <a:spAutoFit/>
          </a:bodyPr>
          <a:lstStyle/>
          <a:p>
            <a:pPr marL="285750" marR="0" lvl="0" indent="-285750" algn="just" defTabSz="914400" rtl="1" eaLnBrk="1" fontAlgn="auto" latinLnBrk="0" hangingPunct="1">
              <a:lnSpc>
                <a:spcPct val="170000"/>
              </a:lnSpc>
              <a:spcBef>
                <a:spcPts val="1000"/>
              </a:spcBef>
              <a:spcAft>
                <a:spcPts val="0"/>
              </a:spcAft>
              <a:buClrTx/>
              <a:buSzTx/>
              <a:buFontTx/>
              <a:buChar char="-"/>
              <a:tabLst/>
              <a:defRPr/>
            </a:pPr>
            <a:r>
              <a:rPr kumimoji="0" lang="fa-IR" sz="1400" b="1"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فرضیه مرتبط با مدل‌سازی زمانی:</a:t>
            </a:r>
          </a:p>
          <a:p>
            <a:pPr marR="0" lvl="0" algn="just" defTabSz="914400" rtl="1" eaLnBrk="1" fontAlgn="auto" latinLnBrk="0" hangingPunct="1">
              <a:lnSpc>
                <a:spcPct val="170000"/>
              </a:lnSpc>
              <a:spcBef>
                <a:spcPts val="1000"/>
              </a:spcBef>
              <a:spcAft>
                <a:spcPts val="0"/>
              </a:spcAft>
              <a:buClrTx/>
              <a:buSzTx/>
              <a:tabLst/>
              <a:defRPr/>
            </a:pPr>
            <a:r>
              <a:rPr kumimoji="0" lang="fa-IR"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استفاده از مدل‌سازی سمبلیک (</a:t>
            </a:r>
            <a:r>
              <a:rPr kumimoji="0" lang="en-US"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MIDI</a:t>
            </a:r>
            <a:r>
              <a:rPr kumimoji="0" lang="fa-IR"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a:t>
            </a:r>
            <a:r>
              <a:rPr kumimoji="0" lang="en-US"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 </a:t>
            </a:r>
            <a:r>
              <a:rPr kumimoji="0" lang="fa-IR"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مبتنی بر معماری ترانسفورمر شرطی‌سازی‌شده، می‌تواند وابستگی‌های زمانیِ مسیر احساسی را به طور موثری در ساختار موسیقی راک بازتولید کند و بر محدودیت‌های پردازشی فائق آید.</a:t>
            </a:r>
          </a:p>
          <a:p>
            <a:pPr marL="285750" marR="0" lvl="0" indent="-285750" algn="just" defTabSz="914400" rtl="1" eaLnBrk="1" fontAlgn="auto" latinLnBrk="0" hangingPunct="1">
              <a:lnSpc>
                <a:spcPct val="170000"/>
              </a:lnSpc>
              <a:spcBef>
                <a:spcPts val="1000"/>
              </a:spcBef>
              <a:spcAft>
                <a:spcPts val="0"/>
              </a:spcAft>
              <a:buClrTx/>
              <a:buSzTx/>
              <a:buFontTx/>
              <a:buChar char="-"/>
              <a:tabLst/>
              <a:defRPr/>
            </a:pPr>
            <a:r>
              <a:rPr kumimoji="0" lang="fa-IR" sz="1400" b="1"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فرضیه مرتبط با شخصی‌سازی:</a:t>
            </a:r>
          </a:p>
          <a:p>
            <a:pPr marR="0" lvl="0" algn="just" defTabSz="914400" rtl="1" eaLnBrk="1" fontAlgn="auto" latinLnBrk="0" hangingPunct="1">
              <a:lnSpc>
                <a:spcPct val="170000"/>
              </a:lnSpc>
              <a:spcBef>
                <a:spcPts val="1000"/>
              </a:spcBef>
              <a:spcAft>
                <a:spcPts val="0"/>
              </a:spcAft>
              <a:buClrTx/>
              <a:buSzTx/>
              <a:tabLst/>
              <a:defRPr/>
            </a:pPr>
            <a:r>
              <a:rPr kumimoji="0" lang="fa-IR"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تعبیه پروفایل شنیداری کاربر به عنوان یک متغیر شرطی در مدل، باعث می‌شود سیستم برای یک «مسیر احساسی یکسان»، خروجی‌های کاملاً متمایز و منطبق بر سلیقه فردی تولید کند.</a:t>
            </a:r>
          </a:p>
          <a:p>
            <a:pPr marL="285750" marR="0" lvl="0" indent="-285750" algn="just" defTabSz="914400" rtl="1" eaLnBrk="1" fontAlgn="auto" latinLnBrk="0" hangingPunct="1">
              <a:lnSpc>
                <a:spcPct val="170000"/>
              </a:lnSpc>
              <a:spcBef>
                <a:spcPts val="1000"/>
              </a:spcBef>
              <a:spcAft>
                <a:spcPts val="0"/>
              </a:spcAft>
              <a:buClrTx/>
              <a:buSzTx/>
              <a:buFontTx/>
              <a:buChar char="-"/>
              <a:tabLst/>
              <a:defRPr/>
            </a:pPr>
            <a:r>
              <a:rPr kumimoji="0" lang="fa-IR" sz="1400" b="1"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فرضیه مرتبط با توضیح‌پذیری:</a:t>
            </a:r>
          </a:p>
          <a:p>
            <a:pPr marR="0" lvl="0" algn="just" defTabSz="914400" rtl="1" eaLnBrk="1" fontAlgn="auto" latinLnBrk="0" hangingPunct="1">
              <a:lnSpc>
                <a:spcPct val="170000"/>
              </a:lnSpc>
              <a:spcBef>
                <a:spcPts val="1000"/>
              </a:spcBef>
              <a:spcAft>
                <a:spcPts val="0"/>
              </a:spcAft>
              <a:buClrTx/>
              <a:buSzTx/>
              <a:tabLst/>
              <a:defRPr/>
            </a:pPr>
            <a:r>
              <a:rPr kumimoji="0" lang="fa-IR"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تعبیه یک لایه میانجی (</a:t>
            </a:r>
            <a:r>
              <a:rPr kumimoji="0" lang="en-US"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Bottleneck</a:t>
            </a:r>
            <a:r>
              <a:rPr kumimoji="0" lang="fa-IR"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a:t>
            </a:r>
            <a:r>
              <a:rPr kumimoji="0" lang="en-US"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 </a:t>
            </a:r>
            <a:r>
              <a:rPr kumimoji="0" lang="fa-IR"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برای رصد پارامترهای سطح بالا (مانند تمپو)، می‌تواند منطق پنهانِ شبکه‌های مولد (</a:t>
            </a:r>
            <a:r>
              <a:rPr kumimoji="0" lang="en-US"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Black-box</a:t>
            </a:r>
            <a:r>
              <a:rPr kumimoji="0" lang="fa-IR"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a:t>
            </a:r>
            <a:r>
              <a:rPr kumimoji="0" lang="en-US"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 </a:t>
            </a:r>
            <a:r>
              <a:rPr kumimoji="0" lang="fa-IR" sz="1400" b="0" i="0" u="none" strike="noStrike" kern="1200" cap="none" spc="0" normalizeH="0" baseline="0" noProof="0" dirty="0">
                <a:ln>
                  <a:noFill/>
                </a:ln>
                <a:solidFill>
                  <a:srgbClr val="000000"/>
                </a:solidFill>
                <a:effectLst/>
                <a:uLnTx/>
                <a:uFillTx/>
                <a:latin typeface="Shabnam" panose="020B0603030804020204" pitchFamily="34" charset="-78"/>
                <a:ea typeface="+mn-ea"/>
                <a:cs typeface="Shabnam" panose="020B0603030804020204" pitchFamily="34" charset="-78"/>
              </a:rPr>
              <a:t>را در قالب ویژگی‌های قابل‌درک موسیقیایی استخراج نماید.</a:t>
            </a:r>
          </a:p>
        </p:txBody>
      </p:sp>
    </p:spTree>
    <p:extLst>
      <p:ext uri="{BB962C8B-B14F-4D97-AF65-F5344CB8AC3E}">
        <p14:creationId xmlns:p14="http://schemas.microsoft.com/office/powerpoint/2010/main" val="2059717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9F2FE93-2B41-43B8-A4BB-8CC1767501DD}"/>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8" name="!!Freeform: Shape 20">
            <a:hlinkClick r:id="rId2" action="ppaction://hlinksldjump"/>
            <a:extLst>
              <a:ext uri="{FF2B5EF4-FFF2-40B4-BE49-F238E27FC236}">
                <a16:creationId xmlns:a16="http://schemas.microsoft.com/office/drawing/2014/main" id="{0D5DBB3B-CB48-4BC6-B242-8CAFEBB0290C}"/>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مقدمه</a:t>
            </a:r>
          </a:p>
        </p:txBody>
      </p:sp>
      <p:sp>
        <p:nvSpPr>
          <p:cNvPr id="49" name="Freeform: Shape 48">
            <a:hlinkClick r:id="rId2" action="ppaction://hlinksldjump"/>
            <a:extLst>
              <a:ext uri="{FF2B5EF4-FFF2-40B4-BE49-F238E27FC236}">
                <a16:creationId xmlns:a16="http://schemas.microsoft.com/office/drawing/2014/main" id="{77D69F18-4B5C-40D6-8116-250D04FED27C}"/>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پیشینه</a:t>
            </a:r>
          </a:p>
        </p:txBody>
      </p:sp>
      <p:sp>
        <p:nvSpPr>
          <p:cNvPr id="50" name="!!Freeform: Shape 32">
            <a:hlinkClick r:id="rId2" action="ppaction://hlinksldjump"/>
            <a:extLst>
              <a:ext uri="{FF2B5EF4-FFF2-40B4-BE49-F238E27FC236}">
                <a16:creationId xmlns:a16="http://schemas.microsoft.com/office/drawing/2014/main" id="{75FA1A5F-92D2-461A-A986-FB3376117D7B}"/>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FFD966"/>
          </a:solidFill>
          <a:ln w="12700" cap="flat" cmpd="sng" algn="ctr">
            <a:noFill/>
            <a:prstDash val="dash"/>
            <a:miter lim="800000"/>
          </a:ln>
          <a:effectLst/>
        </p:spPr>
        <p:txBody>
          <a:bodyPr rtlCol="0" anchor="ctr"/>
          <a:lstStyle/>
          <a:p>
            <a:pPr algn="ctr" rtl="1"/>
            <a:r>
              <a:rPr lang="fa-IR" sz="2200" b="1" kern="0" dirty="0">
                <a:solidFill>
                  <a:prstClr val="black">
                    <a:lumMod val="85000"/>
                    <a:lumOff val="15000"/>
                  </a:prstClr>
                </a:solidFill>
                <a:latin typeface="Shabnam" panose="020B0603030804020204" pitchFamily="34" charset="-78"/>
                <a:cs typeface="Shabnam" panose="020B0603030804020204" pitchFamily="34" charset="-78"/>
              </a:rPr>
              <a:t>  اهداف پژوهش</a:t>
            </a:r>
          </a:p>
        </p:txBody>
      </p:sp>
      <p:sp>
        <p:nvSpPr>
          <p:cNvPr id="51" name="Freeform: Shape 50">
            <a:hlinkClick r:id="rId3" action="ppaction://hlinksldjump"/>
            <a:extLst>
              <a:ext uri="{FF2B5EF4-FFF2-40B4-BE49-F238E27FC236}">
                <a16:creationId xmlns:a16="http://schemas.microsoft.com/office/drawing/2014/main" id="{B9830256-9CC9-4B27-AC6A-ED612AFBC1ED}"/>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روش پژوهش</a:t>
            </a:r>
          </a:p>
        </p:txBody>
      </p:sp>
      <p:sp>
        <p:nvSpPr>
          <p:cNvPr id="52" name="!!Freeform: Shape 34">
            <a:hlinkClick r:id="" action="ppaction://noaction"/>
            <a:extLst>
              <a:ext uri="{FF2B5EF4-FFF2-40B4-BE49-F238E27FC236}">
                <a16:creationId xmlns:a16="http://schemas.microsoft.com/office/drawing/2014/main" id="{837A91C8-1B0B-4D45-8687-D24DC1EB7D28}"/>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مراجع</a:t>
            </a:r>
          </a:p>
        </p:txBody>
      </p:sp>
      <p:sp>
        <p:nvSpPr>
          <p:cNvPr id="2" name="Freeform: Shape 1">
            <a:extLst>
              <a:ext uri="{FF2B5EF4-FFF2-40B4-BE49-F238E27FC236}">
                <a16:creationId xmlns:a16="http://schemas.microsoft.com/office/drawing/2014/main" id="{63683828-7D17-A2ED-77F8-38088A584FED}"/>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dirty="0">
              <a:solidFill>
                <a:prstClr val="white"/>
              </a:solidFill>
              <a:cs typeface="Arial"/>
            </a:endParaRPr>
          </a:p>
        </p:txBody>
      </p:sp>
      <p:sp>
        <p:nvSpPr>
          <p:cNvPr id="3" name="Freeform: Shape 2">
            <a:extLst>
              <a:ext uri="{FF2B5EF4-FFF2-40B4-BE49-F238E27FC236}">
                <a16:creationId xmlns:a16="http://schemas.microsoft.com/office/drawing/2014/main" id="{EE50F63E-B1AA-07CD-8F6C-C39ABE5850DB}"/>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dirty="0">
              <a:solidFill>
                <a:prstClr val="white"/>
              </a:solidFill>
              <a:cs typeface="Arial"/>
            </a:endParaRPr>
          </a:p>
        </p:txBody>
      </p:sp>
      <p:pic>
        <p:nvPicPr>
          <p:cNvPr id="4" name="Graphic 3" descr="Home">
            <a:extLst>
              <a:ext uri="{FF2B5EF4-FFF2-40B4-BE49-F238E27FC236}">
                <a16:creationId xmlns:a16="http://schemas.microsoft.com/office/drawing/2014/main" id="{8A3786AC-F4BE-B4BD-A1C8-5442AE7CAEF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68231082-5B2E-40E5-A7AC-A5E0C8B07B57}"/>
              </a:ext>
            </a:extLst>
          </p:cNvPr>
          <p:cNvSpPr txBox="1"/>
          <p:nvPr/>
        </p:nvSpPr>
        <p:spPr>
          <a:xfrm>
            <a:off x="11498811" y="6112895"/>
            <a:ext cx="806054" cy="348557"/>
          </a:xfrm>
          <a:prstGeom prst="rect">
            <a:avLst/>
          </a:prstGeom>
          <a:noFill/>
        </p:spPr>
        <p:txBody>
          <a:bodyPr wrap="square">
            <a:spAutoFit/>
          </a:bodyPr>
          <a:lstStyle/>
          <a:p>
            <a:pPr marL="0" lvl="0" indent="0" algn="ctr" defTabSz="1466850">
              <a:lnSpc>
                <a:spcPct val="90000"/>
              </a:lnSpc>
              <a:spcBef>
                <a:spcPct val="0"/>
              </a:spcBef>
              <a:spcAft>
                <a:spcPct val="35000"/>
              </a:spcAft>
              <a:buNone/>
            </a:pPr>
            <a:r>
              <a:rPr lang="fa-IR" b="1" kern="1200" dirty="0">
                <a:solidFill>
                  <a:schemeClr val="bg1"/>
                </a:solidFill>
                <a:latin typeface="Vazir Light FD" panose="020B0604020202020204" charset="-78"/>
                <a:cs typeface="Vazir Light FD" panose="020B0604020202020204" charset="-78"/>
              </a:rPr>
              <a:t>16/23</a:t>
            </a:r>
            <a:endParaRPr lang="fa-IR" sz="2000" b="1" kern="1200" dirty="0">
              <a:solidFill>
                <a:schemeClr val="bg1"/>
              </a:solidFill>
              <a:latin typeface="Vazir Light FD" panose="020B0604020202020204" charset="-78"/>
              <a:cs typeface="Vazir Light FD" panose="020B0604020202020204" charset="-78"/>
            </a:endParaRPr>
          </a:p>
        </p:txBody>
      </p:sp>
      <p:sp>
        <p:nvSpPr>
          <p:cNvPr id="10" name="Title 1">
            <a:extLst>
              <a:ext uri="{FF2B5EF4-FFF2-40B4-BE49-F238E27FC236}">
                <a16:creationId xmlns:a16="http://schemas.microsoft.com/office/drawing/2014/main" id="{895F7F24-D5C6-AD90-CA4D-F6B5182E6508}"/>
              </a:ext>
            </a:extLst>
          </p:cNvPr>
          <p:cNvSpPr>
            <a:spLocks noGrp="1"/>
          </p:cNvSpPr>
          <p:nvPr>
            <p:ph type="ctrTitle"/>
          </p:nvPr>
        </p:nvSpPr>
        <p:spPr>
          <a:xfrm>
            <a:off x="1133558" y="947148"/>
            <a:ext cx="8839082" cy="774676"/>
          </a:xfrm>
        </p:spPr>
        <p:txBody>
          <a:bodyPr>
            <a:noAutofit/>
          </a:bodyPr>
          <a:lstStyle/>
          <a:p>
            <a:pPr rtl="1"/>
            <a:r>
              <a:rPr lang="fa-IR" sz="4800" b="1" dirty="0">
                <a:solidFill>
                  <a:srgbClr val="262344"/>
                </a:solidFill>
                <a:latin typeface="Estedad Black" panose="02000A03000000000000" pitchFamily="2" charset="-78"/>
                <a:cs typeface="Estedad Black" panose="02000A03000000000000" pitchFamily="2" charset="-78"/>
              </a:rPr>
              <a:t>مسیر رسیدن به هدف</a:t>
            </a:r>
          </a:p>
        </p:txBody>
      </p:sp>
      <p:grpSp>
        <p:nvGrpSpPr>
          <p:cNvPr id="8" name="Group 7">
            <a:extLst>
              <a:ext uri="{FF2B5EF4-FFF2-40B4-BE49-F238E27FC236}">
                <a16:creationId xmlns:a16="http://schemas.microsoft.com/office/drawing/2014/main" id="{22223707-F8E9-1755-9DE2-3B4A1045A4EA}"/>
              </a:ext>
            </a:extLst>
          </p:cNvPr>
          <p:cNvGrpSpPr/>
          <p:nvPr/>
        </p:nvGrpSpPr>
        <p:grpSpPr>
          <a:xfrm>
            <a:off x="394775" y="415751"/>
            <a:ext cx="1477568" cy="1571887"/>
            <a:chOff x="625145" y="428945"/>
            <a:chExt cx="1438785" cy="1701470"/>
          </a:xfrm>
        </p:grpSpPr>
        <p:pic>
          <p:nvPicPr>
            <p:cNvPr id="9" name="Picture 4">
              <a:extLst>
                <a:ext uri="{FF2B5EF4-FFF2-40B4-BE49-F238E27FC236}">
                  <a16:creationId xmlns:a16="http://schemas.microsoft.com/office/drawing/2014/main" id="{7198E818-C15E-8D3F-BC7E-A827A834B615}"/>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11" name="Freeform: Shape 10">
              <a:extLst>
                <a:ext uri="{FF2B5EF4-FFF2-40B4-BE49-F238E27FC236}">
                  <a16:creationId xmlns:a16="http://schemas.microsoft.com/office/drawing/2014/main" id="{AFF98B46-EADE-EE7C-CE06-A21C2B290A13}"/>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دانشگاه اصفهان</a:t>
              </a:r>
            </a:p>
          </p:txBody>
        </p:sp>
        <p:sp>
          <p:nvSpPr>
            <p:cNvPr id="14" name="Freeform: Shape 13">
              <a:extLst>
                <a:ext uri="{FF2B5EF4-FFF2-40B4-BE49-F238E27FC236}">
                  <a16:creationId xmlns:a16="http://schemas.microsoft.com/office/drawing/2014/main" id="{DE164447-450A-4E4F-011B-BC8DA8C78585}"/>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دانشکده مهندسی کامپیوتر</a:t>
              </a:r>
            </a:p>
          </p:txBody>
        </p:sp>
        <p:sp>
          <p:nvSpPr>
            <p:cNvPr id="15" name="Freeform: Shape 14">
              <a:extLst>
                <a:ext uri="{FF2B5EF4-FFF2-40B4-BE49-F238E27FC236}">
                  <a16:creationId xmlns:a16="http://schemas.microsoft.com/office/drawing/2014/main" id="{25E47DD5-480D-673F-DBD2-70E07C5FD0C3}"/>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گروه هوش مصنوعی و رباتیک</a:t>
              </a:r>
            </a:p>
          </p:txBody>
        </p:sp>
      </p:grpSp>
      <p:sp>
        <p:nvSpPr>
          <p:cNvPr id="18" name="TextBox 17">
            <a:extLst>
              <a:ext uri="{FF2B5EF4-FFF2-40B4-BE49-F238E27FC236}">
                <a16:creationId xmlns:a16="http://schemas.microsoft.com/office/drawing/2014/main" id="{A715E3F8-4C59-09AD-5659-CE172140C679}"/>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r"/>
            <a:r>
              <a:rPr lang="fa-IR" sz="1200" b="1" dirty="0">
                <a:latin typeface="Vazir Light FD" panose="020B0604020202020204" charset="-78"/>
                <a:cs typeface="Vazir Light FD" panose="020B0604020202020204" charset="-78"/>
              </a:rPr>
              <a:t>محمد امین کیانی، ارائه درس سمینار و روش پژوهش</a:t>
            </a:r>
            <a:endParaRPr lang="en-US" sz="1200" b="1" dirty="0">
              <a:latin typeface="Vazir Light FD" panose="020B0604020202020204" charset="-78"/>
              <a:cs typeface="Vazir Light FD" panose="020B0604020202020204" charset="-78"/>
            </a:endParaRPr>
          </a:p>
        </p:txBody>
      </p:sp>
      <p:pic>
        <p:nvPicPr>
          <p:cNvPr id="19" name="Picture 18">
            <a:extLst>
              <a:ext uri="{FF2B5EF4-FFF2-40B4-BE49-F238E27FC236}">
                <a16:creationId xmlns:a16="http://schemas.microsoft.com/office/drawing/2014/main" id="{5033B640-D670-884D-B4A1-11F81F622C97}"/>
              </a:ext>
            </a:extLst>
          </p:cNvPr>
          <p:cNvPicPr>
            <a:picLocks noChangeAspect="1"/>
          </p:cNvPicPr>
          <p:nvPr/>
        </p:nvPicPr>
        <p:blipFill>
          <a:blip r:embed="rId8"/>
          <a:stretch>
            <a:fillRect/>
          </a:stretch>
        </p:blipFill>
        <p:spPr>
          <a:xfrm>
            <a:off x="1972346" y="1723469"/>
            <a:ext cx="7581347" cy="4286613"/>
          </a:xfrm>
          <a:prstGeom prst="rect">
            <a:avLst/>
          </a:prstGeom>
        </p:spPr>
      </p:pic>
    </p:spTree>
    <p:extLst>
      <p:ext uri="{BB962C8B-B14F-4D97-AF65-F5344CB8AC3E}">
        <p14:creationId xmlns:p14="http://schemas.microsoft.com/office/powerpoint/2010/main" val="502606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9F2FE93-2B41-43B8-A4BB-8CC1767501DD}"/>
              </a:ext>
            </a:extLst>
          </p:cNvPr>
          <p:cNvSpPr/>
          <p:nvPr/>
        </p:nvSpPr>
        <p:spPr>
          <a:xfrm>
            <a:off x="1291765" y="1280473"/>
            <a:ext cx="9608457" cy="4297054"/>
          </a:xfrm>
          <a:prstGeom prst="roundRect">
            <a:avLst>
              <a:gd name="adj" fmla="val 1309"/>
            </a:avLst>
          </a:prstGeom>
          <a:solidFill>
            <a:srgbClr val="262344"/>
          </a:solidFill>
          <a:ln>
            <a:solidFill>
              <a:srgbClr val="262344">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3" name="Title 1">
            <a:extLst>
              <a:ext uri="{FF2B5EF4-FFF2-40B4-BE49-F238E27FC236}">
                <a16:creationId xmlns:a16="http://schemas.microsoft.com/office/drawing/2014/main" id="{8E2E3265-0067-49BB-B185-6A88ADF643A9}"/>
              </a:ext>
            </a:extLst>
          </p:cNvPr>
          <p:cNvSpPr>
            <a:spLocks noGrp="1"/>
          </p:cNvSpPr>
          <p:nvPr>
            <p:ph type="ctrTitle"/>
          </p:nvPr>
        </p:nvSpPr>
        <p:spPr>
          <a:xfrm>
            <a:off x="2597297" y="2317953"/>
            <a:ext cx="6690269" cy="1201095"/>
          </a:xfrm>
        </p:spPr>
        <p:txBody>
          <a:bodyPr>
            <a:noAutofit/>
          </a:bodyPr>
          <a:lstStyle/>
          <a:p>
            <a:r>
              <a:rPr lang="fa-IR" sz="6600" dirty="0">
                <a:solidFill>
                  <a:schemeClr val="bg1"/>
                </a:solidFill>
                <a:latin typeface="Estedad Black" panose="02000A03000000000000" pitchFamily="2" charset="-78"/>
                <a:cs typeface="Estedad Black" panose="02000A03000000000000" pitchFamily="2" charset="-78"/>
              </a:rPr>
              <a:t>روش پژوهش</a:t>
            </a:r>
          </a:p>
        </p:txBody>
      </p:sp>
      <p:sp>
        <p:nvSpPr>
          <p:cNvPr id="38" name="Freeform: Shape 37">
            <a:extLst>
              <a:ext uri="{FF2B5EF4-FFF2-40B4-BE49-F238E27FC236}">
                <a16:creationId xmlns:a16="http://schemas.microsoft.com/office/drawing/2014/main" id="{EBBA44A2-354B-4CA5-BA07-20E9E168A8A9}"/>
              </a:ext>
            </a:extLst>
          </p:cNvPr>
          <p:cNvSpPr/>
          <p:nvPr/>
        </p:nvSpPr>
        <p:spPr>
          <a:xfrm>
            <a:off x="5554715" y="1035310"/>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1440" tIns="91440" rIns="91440" bIns="0" numCol="1" spcCol="1270" anchor="ctr" anchorCtr="0">
            <a:noAutofit/>
          </a:bodyPr>
          <a:lstStyle/>
          <a:p>
            <a:pPr marL="0" lvl="0" indent="0" algn="ctr" defTabSz="1466850">
              <a:lnSpc>
                <a:spcPct val="90000"/>
              </a:lnSpc>
              <a:spcBef>
                <a:spcPct val="0"/>
              </a:spcBef>
              <a:spcAft>
                <a:spcPct val="35000"/>
              </a:spcAft>
              <a:buNone/>
            </a:pPr>
            <a:endParaRPr lang="fa-IR" sz="2000" kern="1200" dirty="0">
              <a:cs typeface="B Titr" panose="00000700000000000000" pitchFamily="2" charset="-78"/>
            </a:endParaRPr>
          </a:p>
        </p:txBody>
      </p:sp>
      <p:pic>
        <p:nvPicPr>
          <p:cNvPr id="21" name="Graphic 20" descr="Home">
            <a:extLst>
              <a:ext uri="{FF2B5EF4-FFF2-40B4-BE49-F238E27FC236}">
                <a16:creationId xmlns:a16="http://schemas.microsoft.com/office/drawing/2014/main" id="{445AD03F-DC12-4E8D-81B6-7B74D49A14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1400" y="1048873"/>
            <a:ext cx="389195" cy="389195"/>
          </a:xfrm>
          <a:prstGeom prst="rect">
            <a:avLst/>
          </a:prstGeom>
        </p:spPr>
      </p:pic>
      <p:sp>
        <p:nvSpPr>
          <p:cNvPr id="29" name="!!Freeform: Shape 20">
            <a:hlinkClick r:id="rId4" action="ppaction://hlinksldjump"/>
            <a:extLst>
              <a:ext uri="{FF2B5EF4-FFF2-40B4-BE49-F238E27FC236}">
                <a16:creationId xmlns:a16="http://schemas.microsoft.com/office/drawing/2014/main" id="{FF3AFF16-998E-4019-8AB5-D18BC8C43CB0}"/>
              </a:ext>
            </a:extLst>
          </p:cNvPr>
          <p:cNvSpPr/>
          <p:nvPr/>
        </p:nvSpPr>
        <p:spPr>
          <a:xfrm flipH="1">
            <a:off x="12228020" y="1348992"/>
            <a:ext cx="2127509" cy="57939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اول</a:t>
            </a:r>
          </a:p>
        </p:txBody>
      </p:sp>
      <p:sp>
        <p:nvSpPr>
          <p:cNvPr id="30" name="Freeform: Shape 29">
            <a:hlinkClick r:id="rId4" action="ppaction://hlinksldjump"/>
            <a:extLst>
              <a:ext uri="{FF2B5EF4-FFF2-40B4-BE49-F238E27FC236}">
                <a16:creationId xmlns:a16="http://schemas.microsoft.com/office/drawing/2014/main" id="{5E169015-33E8-4D36-9AE6-2B6696A95EB9}"/>
              </a:ext>
            </a:extLst>
          </p:cNvPr>
          <p:cNvSpPr/>
          <p:nvPr/>
        </p:nvSpPr>
        <p:spPr>
          <a:xfrm flipH="1">
            <a:off x="12228020" y="2252344"/>
            <a:ext cx="2127509" cy="57939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دوم</a:t>
            </a:r>
          </a:p>
        </p:txBody>
      </p:sp>
      <p:sp>
        <p:nvSpPr>
          <p:cNvPr id="36" name="!!Freeform: Shape 32">
            <a:hlinkClick r:id="rId4" action="ppaction://hlinksldjump"/>
            <a:extLst>
              <a:ext uri="{FF2B5EF4-FFF2-40B4-BE49-F238E27FC236}">
                <a16:creationId xmlns:a16="http://schemas.microsoft.com/office/drawing/2014/main" id="{7E06BC56-4CDB-4893-8542-BABB3D350A0C}"/>
              </a:ext>
            </a:extLst>
          </p:cNvPr>
          <p:cNvSpPr/>
          <p:nvPr/>
        </p:nvSpPr>
        <p:spPr>
          <a:xfrm flipH="1">
            <a:off x="12228020" y="3155696"/>
            <a:ext cx="2127510" cy="57939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سوم</a:t>
            </a:r>
          </a:p>
        </p:txBody>
      </p:sp>
      <p:sp>
        <p:nvSpPr>
          <p:cNvPr id="40" name="Freeform: Shape 39">
            <a:hlinkClick r:id="rId5" action="ppaction://hlinksldjump"/>
            <a:extLst>
              <a:ext uri="{FF2B5EF4-FFF2-40B4-BE49-F238E27FC236}">
                <a16:creationId xmlns:a16="http://schemas.microsoft.com/office/drawing/2014/main" id="{AB6D9056-2C7E-4A84-9224-CA946D9C7395}"/>
              </a:ext>
            </a:extLst>
          </p:cNvPr>
          <p:cNvSpPr/>
          <p:nvPr/>
        </p:nvSpPr>
        <p:spPr>
          <a:xfrm flipH="1">
            <a:off x="12228020" y="4059048"/>
            <a:ext cx="2127509" cy="57939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FFD966"/>
          </a:solidFill>
          <a:ln w="12700" cap="flat" cmpd="sng" algn="ctr">
            <a:noFill/>
            <a:prstDash val="dash"/>
            <a:miter lim="800000"/>
          </a:ln>
          <a:effectLst/>
        </p:spPr>
        <p:txBody>
          <a:bodyPr rtlCol="0" anchor="ctr"/>
          <a:lstStyle/>
          <a:p>
            <a:pPr algn="ctr" rtl="1"/>
            <a:r>
              <a:rPr lang="fa-IR" sz="2200" b="1" kern="0" dirty="0">
                <a:solidFill>
                  <a:prstClr val="black">
                    <a:lumMod val="85000"/>
                    <a:lumOff val="15000"/>
                  </a:prstClr>
                </a:solidFill>
                <a:latin typeface="Shabnam" panose="020B0603030804020204" pitchFamily="34" charset="-78"/>
                <a:cs typeface="Shabnam" panose="020B0603030804020204" pitchFamily="34" charset="-78"/>
              </a:rPr>
              <a:t>فصل چهارم</a:t>
            </a:r>
          </a:p>
        </p:txBody>
      </p:sp>
      <p:sp>
        <p:nvSpPr>
          <p:cNvPr id="41" name="!!Freeform: Shape 34">
            <a:hlinkClick r:id="" action="ppaction://noaction"/>
            <a:extLst>
              <a:ext uri="{FF2B5EF4-FFF2-40B4-BE49-F238E27FC236}">
                <a16:creationId xmlns:a16="http://schemas.microsoft.com/office/drawing/2014/main" id="{04703027-9E90-45AC-8F53-1570CFC00486}"/>
              </a:ext>
            </a:extLst>
          </p:cNvPr>
          <p:cNvSpPr/>
          <p:nvPr/>
        </p:nvSpPr>
        <p:spPr>
          <a:xfrm flipH="1">
            <a:off x="12205754" y="4962400"/>
            <a:ext cx="2127509" cy="57939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پنجم</a:t>
            </a:r>
          </a:p>
        </p:txBody>
      </p:sp>
      <p:sp>
        <p:nvSpPr>
          <p:cNvPr id="18" name="Arrow: Chevron 17">
            <a:hlinkClick r:id="rId4" action="ppaction://hlinksldjump"/>
            <a:extLst>
              <a:ext uri="{FF2B5EF4-FFF2-40B4-BE49-F238E27FC236}">
                <a16:creationId xmlns:a16="http://schemas.microsoft.com/office/drawing/2014/main" id="{41A475B3-8E5C-4641-BAFC-7F8BC4ECF8A8}"/>
              </a:ext>
            </a:extLst>
          </p:cNvPr>
          <p:cNvSpPr/>
          <p:nvPr/>
        </p:nvSpPr>
        <p:spPr>
          <a:xfrm>
            <a:off x="6595552" y="1035310"/>
            <a:ext cx="346677" cy="490325"/>
          </a:xfrm>
          <a:prstGeom prst="chevron">
            <a:avLst>
              <a:gd name="adj" fmla="val 35959"/>
            </a:avLst>
          </a:pr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0" tIns="121921" rIns="182880" bIns="121920" numCol="1" spcCol="1270" anchor="ctr" anchorCtr="0">
            <a:noAutofit/>
          </a:bodyPr>
          <a:lstStyle/>
          <a:p>
            <a:pPr algn="ctr" defTabSz="1422400" rtl="1">
              <a:lnSpc>
                <a:spcPct val="90000"/>
              </a:lnSpc>
              <a:spcBef>
                <a:spcPct val="0"/>
              </a:spcBef>
              <a:spcAft>
                <a:spcPct val="35000"/>
              </a:spcAft>
            </a:pPr>
            <a:endParaRPr lang="fa-IR" sz="2400" dirty="0">
              <a:latin typeface="Estedad Black" panose="02000A03000000000000" pitchFamily="2" charset="-78"/>
              <a:cs typeface="Estedad Black" panose="02000A03000000000000" pitchFamily="2" charset="-78"/>
            </a:endParaRPr>
          </a:p>
        </p:txBody>
      </p:sp>
      <p:sp>
        <p:nvSpPr>
          <p:cNvPr id="19" name="Arrow: Chevron 18">
            <a:hlinkClick r:id="rId4" action="ppaction://hlinksldjump"/>
            <a:extLst>
              <a:ext uri="{FF2B5EF4-FFF2-40B4-BE49-F238E27FC236}">
                <a16:creationId xmlns:a16="http://schemas.microsoft.com/office/drawing/2014/main" id="{CE860113-49CB-4A22-8158-531621CFB468}"/>
              </a:ext>
            </a:extLst>
          </p:cNvPr>
          <p:cNvSpPr/>
          <p:nvPr/>
        </p:nvSpPr>
        <p:spPr>
          <a:xfrm flipH="1">
            <a:off x="5249766" y="1035310"/>
            <a:ext cx="346677" cy="490325"/>
          </a:xfrm>
          <a:prstGeom prst="chevron">
            <a:avLst>
              <a:gd name="adj" fmla="val 35959"/>
            </a:avLst>
          </a:pr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0" tIns="121921" rIns="182880" bIns="121920" numCol="1" spcCol="1270" anchor="ctr" anchorCtr="0">
            <a:noAutofit/>
          </a:bodyPr>
          <a:lstStyle/>
          <a:p>
            <a:pPr algn="ctr" defTabSz="1422400" rtl="1">
              <a:lnSpc>
                <a:spcPct val="90000"/>
              </a:lnSpc>
              <a:spcBef>
                <a:spcPct val="0"/>
              </a:spcBef>
              <a:spcAft>
                <a:spcPct val="35000"/>
              </a:spcAft>
            </a:pPr>
            <a:endParaRPr lang="fa-IR" sz="2400" dirty="0">
              <a:latin typeface="Estedad Black" panose="02000A03000000000000" pitchFamily="2" charset="-78"/>
              <a:cs typeface="Estedad Black" panose="02000A03000000000000" pitchFamily="2" charset="-78"/>
            </a:endParaRPr>
          </a:p>
        </p:txBody>
      </p:sp>
      <p:sp>
        <p:nvSpPr>
          <p:cNvPr id="28" name="Freeform: Shape 27">
            <a:extLst>
              <a:ext uri="{FF2B5EF4-FFF2-40B4-BE49-F238E27FC236}">
                <a16:creationId xmlns:a16="http://schemas.microsoft.com/office/drawing/2014/main" id="{DDFE6EF0-0437-48F0-A5BB-EB56C47D268F}"/>
              </a:ext>
            </a:extLst>
          </p:cNvPr>
          <p:cNvSpPr/>
          <p:nvPr/>
        </p:nvSpPr>
        <p:spPr>
          <a:xfrm>
            <a:off x="5554818" y="5337033"/>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1440" tIns="91440" rIns="91440" bIns="0" numCol="1" spcCol="1270" anchor="ctr" anchorCtr="0">
            <a:noAutofit/>
          </a:bodyPr>
          <a:lstStyle/>
          <a:p>
            <a:pPr marL="0" lvl="0" indent="0" algn="ctr" defTabSz="1466850">
              <a:lnSpc>
                <a:spcPct val="90000"/>
              </a:lnSpc>
              <a:spcBef>
                <a:spcPct val="0"/>
              </a:spcBef>
              <a:spcAft>
                <a:spcPct val="35000"/>
              </a:spcAft>
              <a:buNone/>
            </a:pPr>
            <a:endParaRPr lang="fa-IR" sz="2000" kern="1200" dirty="0">
              <a:latin typeface="Estedad Black" panose="02000A03000000000000" pitchFamily="2" charset="-78"/>
              <a:cs typeface="Estedad Black" panose="02000A03000000000000" pitchFamily="2" charset="-78"/>
            </a:endParaRPr>
          </a:p>
        </p:txBody>
      </p:sp>
      <p:sp>
        <p:nvSpPr>
          <p:cNvPr id="7" name="TextBox 6">
            <a:extLst>
              <a:ext uri="{FF2B5EF4-FFF2-40B4-BE49-F238E27FC236}">
                <a16:creationId xmlns:a16="http://schemas.microsoft.com/office/drawing/2014/main" id="{61E9C925-628A-B7FE-8B77-5494D21C5CAF}"/>
              </a:ext>
            </a:extLst>
          </p:cNvPr>
          <p:cNvSpPr txBox="1"/>
          <p:nvPr/>
        </p:nvSpPr>
        <p:spPr>
          <a:xfrm>
            <a:off x="5742961" y="5419805"/>
            <a:ext cx="706272" cy="320088"/>
          </a:xfrm>
          <a:prstGeom prst="rect">
            <a:avLst/>
          </a:prstGeom>
          <a:noFill/>
        </p:spPr>
        <p:txBody>
          <a:bodyPr wrap="square">
            <a:spAutoFit/>
          </a:bodyPr>
          <a:lstStyle/>
          <a:p>
            <a:pPr marL="0" lvl="0" indent="0" algn="ctr" defTabSz="1466850">
              <a:lnSpc>
                <a:spcPct val="90000"/>
              </a:lnSpc>
              <a:spcBef>
                <a:spcPct val="0"/>
              </a:spcBef>
              <a:spcAft>
                <a:spcPct val="35000"/>
              </a:spcAft>
              <a:buNone/>
            </a:pPr>
            <a:r>
              <a:rPr lang="fa-IR" sz="1600" b="1" kern="1200" dirty="0">
                <a:solidFill>
                  <a:srgbClr val="262344"/>
                </a:solidFill>
                <a:latin typeface="Vazir Light FD" panose="020B0604020202020204" charset="-78"/>
                <a:cs typeface="Vazir Light FD" panose="020B0604020202020204" charset="-78"/>
              </a:rPr>
              <a:t>17/23</a:t>
            </a:r>
            <a:endParaRPr lang="fa-IR" b="1" kern="1200" dirty="0">
              <a:solidFill>
                <a:srgbClr val="262344"/>
              </a:solidFill>
              <a:latin typeface="Vazir Light FD" panose="020B0604020202020204" charset="-78"/>
              <a:cs typeface="Vazir Light FD" panose="020B0604020202020204" charset="-78"/>
            </a:endParaRPr>
          </a:p>
        </p:txBody>
      </p:sp>
      <p:grpSp>
        <p:nvGrpSpPr>
          <p:cNvPr id="2" name="Group 1">
            <a:extLst>
              <a:ext uri="{FF2B5EF4-FFF2-40B4-BE49-F238E27FC236}">
                <a16:creationId xmlns:a16="http://schemas.microsoft.com/office/drawing/2014/main" id="{CF66FDF0-8DF5-A55A-A3EB-BD2F21053F33}"/>
              </a:ext>
            </a:extLst>
          </p:cNvPr>
          <p:cNvGrpSpPr/>
          <p:nvPr/>
        </p:nvGrpSpPr>
        <p:grpSpPr>
          <a:xfrm>
            <a:off x="1361428" y="1348790"/>
            <a:ext cx="1390481" cy="1646959"/>
            <a:chOff x="625145" y="428945"/>
            <a:chExt cx="1438785" cy="1701470"/>
          </a:xfrm>
        </p:grpSpPr>
        <p:pic>
          <p:nvPicPr>
            <p:cNvPr id="3" name="Picture 4">
              <a:extLst>
                <a:ext uri="{FF2B5EF4-FFF2-40B4-BE49-F238E27FC236}">
                  <a16:creationId xmlns:a16="http://schemas.microsoft.com/office/drawing/2014/main" id="{905F0492-F945-55AA-FA89-2B85460FD8C4}"/>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Shape 3">
              <a:extLst>
                <a:ext uri="{FF2B5EF4-FFF2-40B4-BE49-F238E27FC236}">
                  <a16:creationId xmlns:a16="http://schemas.microsoft.com/office/drawing/2014/main" id="{84197F89-ECD9-105E-704F-C79C6D4C8B20}"/>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دانشگاه اصفهان</a:t>
              </a:r>
            </a:p>
          </p:txBody>
        </p:sp>
        <p:sp>
          <p:nvSpPr>
            <p:cNvPr id="5" name="Freeform: Shape 4">
              <a:extLst>
                <a:ext uri="{FF2B5EF4-FFF2-40B4-BE49-F238E27FC236}">
                  <a16:creationId xmlns:a16="http://schemas.microsoft.com/office/drawing/2014/main" id="{AF7D5458-12AE-6189-E328-D9FD0E7BD88C}"/>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دانشکده مهندسی کامپیوتر</a:t>
              </a:r>
            </a:p>
          </p:txBody>
        </p:sp>
        <p:sp>
          <p:nvSpPr>
            <p:cNvPr id="6" name="Freeform: Shape 5">
              <a:extLst>
                <a:ext uri="{FF2B5EF4-FFF2-40B4-BE49-F238E27FC236}">
                  <a16:creationId xmlns:a16="http://schemas.microsoft.com/office/drawing/2014/main" id="{A007E7F5-D85F-BD18-50F2-4E3FCBABCC5C}"/>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گروه هوش مصنوعی و رباتیک</a:t>
              </a:r>
            </a:p>
          </p:txBody>
        </p:sp>
      </p:grpSp>
      <p:sp>
        <p:nvSpPr>
          <p:cNvPr id="8" name="TextBox 7">
            <a:extLst>
              <a:ext uri="{FF2B5EF4-FFF2-40B4-BE49-F238E27FC236}">
                <a16:creationId xmlns:a16="http://schemas.microsoft.com/office/drawing/2014/main" id="{A7265AA3-D0B1-3D80-1EDE-CBEFF6399118}"/>
              </a:ext>
            </a:extLst>
          </p:cNvPr>
          <p:cNvSpPr txBox="1"/>
          <p:nvPr/>
        </p:nvSpPr>
        <p:spPr>
          <a:xfrm>
            <a:off x="1361428" y="5210469"/>
            <a:ext cx="3238519" cy="276999"/>
          </a:xfrm>
          <a:prstGeom prst="rect">
            <a:avLst/>
          </a:prstGeom>
          <a:solidFill>
            <a:srgbClr val="FFD966"/>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r"/>
            <a:r>
              <a:rPr lang="fa-IR" sz="1200" b="1" dirty="0">
                <a:latin typeface="Vazir Light FD" panose="020B0604020202020204" charset="-78"/>
                <a:cs typeface="Vazir Light FD" panose="020B0604020202020204" charset="-78"/>
              </a:rPr>
              <a:t>محمد امین کیانی، ارائه درس سمینار و روش پژوهش</a:t>
            </a:r>
            <a:endParaRPr lang="en-US" sz="1200" b="1" dirty="0">
              <a:latin typeface="Vazir Light FD" panose="020B0604020202020204" charset="-78"/>
              <a:cs typeface="Vazir Light FD" panose="020B0604020202020204" charset="-78"/>
            </a:endParaRPr>
          </a:p>
        </p:txBody>
      </p:sp>
      <p:sp>
        <p:nvSpPr>
          <p:cNvPr id="9" name="Subtitle 2">
            <a:extLst>
              <a:ext uri="{FF2B5EF4-FFF2-40B4-BE49-F238E27FC236}">
                <a16:creationId xmlns:a16="http://schemas.microsoft.com/office/drawing/2014/main" id="{B4CC911A-27FC-711D-3F52-55F13AD9836C}"/>
              </a:ext>
            </a:extLst>
          </p:cNvPr>
          <p:cNvSpPr txBox="1">
            <a:spLocks/>
          </p:cNvSpPr>
          <p:nvPr/>
        </p:nvSpPr>
        <p:spPr>
          <a:xfrm>
            <a:off x="2515234" y="3764211"/>
            <a:ext cx="6772332" cy="1201095"/>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rtl="1">
              <a:lnSpc>
                <a:spcPct val="170000"/>
              </a:lnSpc>
            </a:pPr>
            <a:r>
              <a:rPr lang="fa-IR" dirty="0">
                <a:solidFill>
                  <a:schemeClr val="bg1"/>
                </a:solidFill>
                <a:latin typeface="Shabnam" panose="020B0603030804020204" pitchFamily="34" charset="-78"/>
                <a:cs typeface="Shabnam" panose="020B0603030804020204" pitchFamily="34" charset="-78"/>
              </a:rPr>
              <a:t>روال کلی به این صورت است که ما احساس کاربر را به مدل می‌دهیم، مدل با درنظرگرفتن سلیقه‌ی کاربر موسیقی راک تولید می‌کند و در عین حال می‌توانیم تا حدی بفهمیم چرا چنین تصمیمی گرفته‌است.</a:t>
            </a:r>
          </a:p>
        </p:txBody>
      </p:sp>
    </p:spTree>
    <p:extLst>
      <p:ext uri="{BB962C8B-B14F-4D97-AF65-F5344CB8AC3E}">
        <p14:creationId xmlns:p14="http://schemas.microsoft.com/office/powerpoint/2010/main" val="1726075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a:extLst>
            <a:ext uri="{FF2B5EF4-FFF2-40B4-BE49-F238E27FC236}">
              <a16:creationId xmlns:a16="http://schemas.microsoft.com/office/drawing/2014/main" id="{DDADA6C5-591D-7C0D-2C4B-59BFC3D07535}"/>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29045648-9BFA-F74E-EC82-42E903DD9B0B}"/>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sp>
        <p:nvSpPr>
          <p:cNvPr id="48" name="!!Freeform: Shape 20">
            <a:hlinkClick r:id="rId2" action="ppaction://hlinksldjump"/>
            <a:extLst>
              <a:ext uri="{FF2B5EF4-FFF2-40B4-BE49-F238E27FC236}">
                <a16:creationId xmlns:a16="http://schemas.microsoft.com/office/drawing/2014/main" id="{55028919-1429-9084-61A5-ABE67AD87983}"/>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مقدمه</a:t>
            </a:r>
          </a:p>
        </p:txBody>
      </p:sp>
      <p:sp>
        <p:nvSpPr>
          <p:cNvPr id="49" name="Freeform: Shape 48">
            <a:hlinkClick r:id="rId3" action="ppaction://hlinksldjump"/>
            <a:extLst>
              <a:ext uri="{FF2B5EF4-FFF2-40B4-BE49-F238E27FC236}">
                <a16:creationId xmlns:a16="http://schemas.microsoft.com/office/drawing/2014/main" id="{20F79BF8-7DBB-4235-92CC-CB144DED722E}"/>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پیشینه</a:t>
            </a:r>
          </a:p>
        </p:txBody>
      </p:sp>
      <p:sp>
        <p:nvSpPr>
          <p:cNvPr id="50" name="!!Freeform: Shape 32">
            <a:hlinkClick r:id="rId3" action="ppaction://hlinksldjump"/>
            <a:extLst>
              <a:ext uri="{FF2B5EF4-FFF2-40B4-BE49-F238E27FC236}">
                <a16:creationId xmlns:a16="http://schemas.microsoft.com/office/drawing/2014/main" id="{AB9E0099-5D8A-8D4B-7801-F01A893793CC}"/>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اهداف پژوهش</a:t>
            </a:r>
          </a:p>
        </p:txBody>
      </p:sp>
      <p:sp>
        <p:nvSpPr>
          <p:cNvPr id="51" name="Freeform: Shape 50">
            <a:hlinkClick r:id="" action="ppaction://noaction"/>
            <a:extLst>
              <a:ext uri="{FF2B5EF4-FFF2-40B4-BE49-F238E27FC236}">
                <a16:creationId xmlns:a16="http://schemas.microsoft.com/office/drawing/2014/main" id="{4FC223E5-ECFE-84C0-1ADD-AD1C273F5253}"/>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FFD966"/>
          </a:solidFill>
          <a:ln w="12700" cap="flat" cmpd="sng" algn="ctr">
            <a:noFill/>
            <a:prstDash val="dash"/>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2200" b="1" i="0" u="none" strike="noStrike" kern="0" cap="none" spc="0" normalizeH="0" baseline="0" noProof="0" dirty="0">
                <a:ln>
                  <a:noFill/>
                </a:ln>
                <a:solidFill>
                  <a:prstClr val="black">
                    <a:lumMod val="85000"/>
                    <a:lumOff val="15000"/>
                  </a:prstClr>
                </a:solidFill>
                <a:effectLst/>
                <a:uLnTx/>
                <a:uFillTx/>
                <a:latin typeface="Shabnam" panose="020B0603030804020204" pitchFamily="34" charset="-78"/>
                <a:ea typeface="+mn-ea"/>
                <a:cs typeface="Shabnam" panose="020B0603030804020204" pitchFamily="34" charset="-78"/>
              </a:rPr>
              <a:t>روش پژوهش</a:t>
            </a:r>
          </a:p>
        </p:txBody>
      </p:sp>
      <p:sp>
        <p:nvSpPr>
          <p:cNvPr id="52" name="!!Freeform: Shape 34">
            <a:hlinkClick r:id="rId4" action="ppaction://hlinksldjump"/>
            <a:extLst>
              <a:ext uri="{FF2B5EF4-FFF2-40B4-BE49-F238E27FC236}">
                <a16:creationId xmlns:a16="http://schemas.microsoft.com/office/drawing/2014/main" id="{651FB747-59F2-7B1E-3A04-3B3766F0F1D1}"/>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مراجع</a:t>
            </a:r>
          </a:p>
        </p:txBody>
      </p:sp>
      <p:sp>
        <p:nvSpPr>
          <p:cNvPr id="2" name="Freeform: Shape 1">
            <a:extLst>
              <a:ext uri="{FF2B5EF4-FFF2-40B4-BE49-F238E27FC236}">
                <a16:creationId xmlns:a16="http://schemas.microsoft.com/office/drawing/2014/main" id="{2F5F7D58-159B-54E0-CCF2-FFD967DD1742}"/>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sp>
        <p:nvSpPr>
          <p:cNvPr id="3" name="Freeform: Shape 2">
            <a:extLst>
              <a:ext uri="{FF2B5EF4-FFF2-40B4-BE49-F238E27FC236}">
                <a16:creationId xmlns:a16="http://schemas.microsoft.com/office/drawing/2014/main" id="{91C77293-E61C-FD3F-77B6-13E0EEEA1E7E}"/>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pic>
        <p:nvPicPr>
          <p:cNvPr id="4" name="Graphic 3" descr="Home">
            <a:extLst>
              <a:ext uri="{FF2B5EF4-FFF2-40B4-BE49-F238E27FC236}">
                <a16:creationId xmlns:a16="http://schemas.microsoft.com/office/drawing/2014/main" id="{C6D9648D-958E-FEBA-2D1F-8E4A8E6F31E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26895B1D-F51C-D329-EF2F-37DE50D67FCB}"/>
              </a:ext>
            </a:extLst>
          </p:cNvPr>
          <p:cNvSpPr txBox="1"/>
          <p:nvPr/>
        </p:nvSpPr>
        <p:spPr>
          <a:xfrm>
            <a:off x="11498811" y="6112895"/>
            <a:ext cx="806054" cy="348557"/>
          </a:xfrm>
          <a:prstGeom prst="rect">
            <a:avLst/>
          </a:prstGeom>
          <a:noFill/>
        </p:spPr>
        <p:txBody>
          <a:bodyPr wrap="square">
            <a:spAutoFit/>
          </a:bodyPr>
          <a:lstStyle/>
          <a:p>
            <a:pPr marL="0" marR="0" lvl="0" indent="0" algn="ctr" defTabSz="1466850" rtl="0" eaLnBrk="1" fontAlgn="auto" latinLnBrk="0" hangingPunct="1">
              <a:lnSpc>
                <a:spcPct val="90000"/>
              </a:lnSpc>
              <a:spcBef>
                <a:spcPct val="0"/>
              </a:spcBef>
              <a:spcAft>
                <a:spcPct val="35000"/>
              </a:spcAft>
              <a:buClrTx/>
              <a:buSzTx/>
              <a:buFontTx/>
              <a:buNone/>
              <a:tabLst/>
              <a:defRPr/>
            </a:pPr>
            <a:r>
              <a:rPr kumimoji="0" lang="fa-IR"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rPr>
              <a:t>18/23</a:t>
            </a:r>
          </a:p>
        </p:txBody>
      </p:sp>
      <p:sp>
        <p:nvSpPr>
          <p:cNvPr id="10" name="Title 1">
            <a:extLst>
              <a:ext uri="{FF2B5EF4-FFF2-40B4-BE49-F238E27FC236}">
                <a16:creationId xmlns:a16="http://schemas.microsoft.com/office/drawing/2014/main" id="{9829A7BA-19FA-24D5-1C2E-4C8F9EBB3E53}"/>
              </a:ext>
            </a:extLst>
          </p:cNvPr>
          <p:cNvSpPr>
            <a:spLocks noGrp="1"/>
          </p:cNvSpPr>
          <p:nvPr>
            <p:ph type="ctrTitle"/>
          </p:nvPr>
        </p:nvSpPr>
        <p:spPr>
          <a:xfrm>
            <a:off x="676876" y="974936"/>
            <a:ext cx="8839082" cy="774676"/>
          </a:xfrm>
        </p:spPr>
        <p:txBody>
          <a:bodyPr>
            <a:noAutofit/>
          </a:bodyPr>
          <a:lstStyle/>
          <a:p>
            <a:pPr algn="r" rtl="1"/>
            <a:r>
              <a:rPr lang="fa-IR" sz="4800" b="1" dirty="0">
                <a:solidFill>
                  <a:srgbClr val="262344"/>
                </a:solidFill>
                <a:latin typeface="Estedad Black" panose="02000A03000000000000" pitchFamily="2" charset="-78"/>
                <a:cs typeface="Estedad Black" panose="02000A03000000000000" pitchFamily="2" charset="-78"/>
              </a:rPr>
              <a:t>نقشه‌ی اجرایی</a:t>
            </a:r>
          </a:p>
        </p:txBody>
      </p:sp>
      <p:grpSp>
        <p:nvGrpSpPr>
          <p:cNvPr id="14" name="Group 13">
            <a:extLst>
              <a:ext uri="{FF2B5EF4-FFF2-40B4-BE49-F238E27FC236}">
                <a16:creationId xmlns:a16="http://schemas.microsoft.com/office/drawing/2014/main" id="{81C6C472-4AE1-338A-435F-8047F649CBBB}"/>
              </a:ext>
            </a:extLst>
          </p:cNvPr>
          <p:cNvGrpSpPr/>
          <p:nvPr/>
        </p:nvGrpSpPr>
        <p:grpSpPr>
          <a:xfrm>
            <a:off x="394775" y="415751"/>
            <a:ext cx="1477568" cy="1571887"/>
            <a:chOff x="625145" y="428945"/>
            <a:chExt cx="1438785" cy="1701470"/>
          </a:xfrm>
        </p:grpSpPr>
        <p:pic>
          <p:nvPicPr>
            <p:cNvPr id="15" name="Picture 4">
              <a:extLst>
                <a:ext uri="{FF2B5EF4-FFF2-40B4-BE49-F238E27FC236}">
                  <a16:creationId xmlns:a16="http://schemas.microsoft.com/office/drawing/2014/main" id="{9C725FA0-EA9F-AD54-D958-1AC5161C2294}"/>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Shape 15">
              <a:extLst>
                <a:ext uri="{FF2B5EF4-FFF2-40B4-BE49-F238E27FC236}">
                  <a16:creationId xmlns:a16="http://schemas.microsoft.com/office/drawing/2014/main" id="{2FB6A945-5A76-AFEB-2E51-940A52D3F6F2}"/>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دانشگاه اصفهان</a:t>
              </a:r>
            </a:p>
          </p:txBody>
        </p:sp>
        <p:sp>
          <p:nvSpPr>
            <p:cNvPr id="17" name="Freeform: Shape 16">
              <a:extLst>
                <a:ext uri="{FF2B5EF4-FFF2-40B4-BE49-F238E27FC236}">
                  <a16:creationId xmlns:a16="http://schemas.microsoft.com/office/drawing/2014/main" id="{9C9FAB74-BE1A-D57D-9777-656C73E2D6D2}"/>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دانشکده مهندسی کامپیوتر</a:t>
              </a:r>
            </a:p>
          </p:txBody>
        </p:sp>
        <p:sp>
          <p:nvSpPr>
            <p:cNvPr id="18" name="Freeform: Shape 17">
              <a:extLst>
                <a:ext uri="{FF2B5EF4-FFF2-40B4-BE49-F238E27FC236}">
                  <a16:creationId xmlns:a16="http://schemas.microsoft.com/office/drawing/2014/main" id="{E71ADE27-37C1-4A22-3663-69DD18CB55C9}"/>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گروه هوش مصنوعی و رباتیک</a:t>
              </a:r>
            </a:p>
          </p:txBody>
        </p:sp>
      </p:grpSp>
      <p:sp>
        <p:nvSpPr>
          <p:cNvPr id="19" name="TextBox 18">
            <a:extLst>
              <a:ext uri="{FF2B5EF4-FFF2-40B4-BE49-F238E27FC236}">
                <a16:creationId xmlns:a16="http://schemas.microsoft.com/office/drawing/2014/main" id="{76DB705D-500F-8BEF-E7FE-69145F621A24}"/>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rPr>
              <a:t>محمد امین کیانی، ارائه درس سمینار و روش پژوهش</a:t>
            </a:r>
            <a:endParaRPr kumimoji="0" lang="en-US"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endParaRPr>
          </a:p>
        </p:txBody>
      </p:sp>
      <p:pic>
        <p:nvPicPr>
          <p:cNvPr id="9" name="Picture 8">
            <a:extLst>
              <a:ext uri="{FF2B5EF4-FFF2-40B4-BE49-F238E27FC236}">
                <a16:creationId xmlns:a16="http://schemas.microsoft.com/office/drawing/2014/main" id="{E28A868F-C312-819D-B141-93F07C55A24C}"/>
              </a:ext>
            </a:extLst>
          </p:cNvPr>
          <p:cNvPicPr>
            <a:picLocks noChangeAspect="1"/>
          </p:cNvPicPr>
          <p:nvPr/>
        </p:nvPicPr>
        <p:blipFill>
          <a:blip r:embed="rId9"/>
          <a:stretch>
            <a:fillRect/>
          </a:stretch>
        </p:blipFill>
        <p:spPr>
          <a:xfrm>
            <a:off x="487680" y="2196046"/>
            <a:ext cx="9309895" cy="3814035"/>
          </a:xfrm>
          <a:prstGeom prst="rect">
            <a:avLst/>
          </a:prstGeom>
        </p:spPr>
      </p:pic>
      <p:sp>
        <p:nvSpPr>
          <p:cNvPr id="20" name="TextBox 19">
            <a:extLst>
              <a:ext uri="{FF2B5EF4-FFF2-40B4-BE49-F238E27FC236}">
                <a16:creationId xmlns:a16="http://schemas.microsoft.com/office/drawing/2014/main" id="{226EEAEB-D92C-297F-A531-14A977A62D82}"/>
              </a:ext>
            </a:extLst>
          </p:cNvPr>
          <p:cNvSpPr txBox="1"/>
          <p:nvPr/>
        </p:nvSpPr>
        <p:spPr>
          <a:xfrm>
            <a:off x="304800" y="4567065"/>
            <a:ext cx="1477568" cy="553998"/>
          </a:xfrm>
          <a:prstGeom prst="rect">
            <a:avLst/>
          </a:prstGeom>
          <a:noFill/>
        </p:spPr>
        <p:txBody>
          <a:bodyPr wrap="square">
            <a:spAutoFit/>
          </a:bodyPr>
          <a:lstStyle/>
          <a:p>
            <a:pPr algn="just" rtl="1"/>
            <a:r>
              <a:rPr lang="en-US" sz="1000" dirty="0">
                <a:latin typeface="Shabnam" panose="020B0604020202020204" charset="-78"/>
                <a:cs typeface="Shabnam" panose="020B0604020202020204" charset="-78"/>
              </a:rPr>
              <a:t>Valence</a:t>
            </a:r>
            <a:r>
              <a:rPr lang="fa-IR" sz="1000" dirty="0">
                <a:latin typeface="Shabnam" panose="020B0604020202020204" charset="-78"/>
                <a:cs typeface="Shabnam" panose="020B0604020202020204" charset="-78"/>
              </a:rPr>
              <a:t>: چقدر خوشایند</a:t>
            </a:r>
          </a:p>
          <a:p>
            <a:pPr algn="just" rtl="1"/>
            <a:endParaRPr lang="fa-IR" sz="1000" dirty="0">
              <a:latin typeface="Shabnam" panose="020B0604020202020204" charset="-78"/>
              <a:cs typeface="Shabnam" panose="020B0604020202020204" charset="-78"/>
            </a:endParaRPr>
          </a:p>
          <a:p>
            <a:pPr algn="just" rtl="1"/>
            <a:r>
              <a:rPr lang="en-US" sz="1000" dirty="0">
                <a:latin typeface="Shabnam" panose="020B0604020202020204" charset="-78"/>
                <a:cs typeface="Shabnam" panose="020B0604020202020204" charset="-78"/>
              </a:rPr>
              <a:t>Arousal</a:t>
            </a:r>
            <a:r>
              <a:rPr lang="fa-IR" sz="1000" dirty="0">
                <a:latin typeface="Shabnam" panose="020B0604020202020204" charset="-78"/>
                <a:cs typeface="Shabnam" panose="020B0604020202020204" charset="-78"/>
              </a:rPr>
              <a:t>: چقدر پرانرژی</a:t>
            </a:r>
            <a:endParaRPr lang="en-US" sz="1000" dirty="0">
              <a:latin typeface="Shabnam" panose="020B0604020202020204" charset="-78"/>
              <a:cs typeface="Shabnam" panose="020B0604020202020204" charset="-78"/>
            </a:endParaRPr>
          </a:p>
        </p:txBody>
      </p:sp>
      <p:sp>
        <p:nvSpPr>
          <p:cNvPr id="21" name="TextBox 20">
            <a:extLst>
              <a:ext uri="{FF2B5EF4-FFF2-40B4-BE49-F238E27FC236}">
                <a16:creationId xmlns:a16="http://schemas.microsoft.com/office/drawing/2014/main" id="{BA340AF6-E224-D648-EAE6-3622DFDB1DBC}"/>
              </a:ext>
            </a:extLst>
          </p:cNvPr>
          <p:cNvSpPr txBox="1"/>
          <p:nvPr/>
        </p:nvSpPr>
        <p:spPr>
          <a:xfrm>
            <a:off x="3390899" y="3982140"/>
            <a:ext cx="954679" cy="507831"/>
          </a:xfrm>
          <a:prstGeom prst="rect">
            <a:avLst/>
          </a:prstGeom>
          <a:noFill/>
        </p:spPr>
        <p:txBody>
          <a:bodyPr wrap="square">
            <a:spAutoFit/>
          </a:bodyPr>
          <a:lstStyle/>
          <a:p>
            <a:pPr algn="ctr" rtl="1"/>
            <a:r>
              <a:rPr lang="fa-IR" sz="900" dirty="0">
                <a:latin typeface="Shabnam" panose="020B0604020202020204" charset="-78"/>
                <a:cs typeface="Shabnam" panose="020B0604020202020204" charset="-78"/>
              </a:rPr>
              <a:t>الان قطعه چه حال‌وهوایی داشته باشد؟</a:t>
            </a:r>
            <a:endParaRPr lang="en-US" sz="900" dirty="0">
              <a:latin typeface="Shabnam" panose="020B0604020202020204" charset="-78"/>
              <a:cs typeface="Shabnam" panose="020B0604020202020204" charset="-78"/>
            </a:endParaRPr>
          </a:p>
        </p:txBody>
      </p:sp>
      <p:sp>
        <p:nvSpPr>
          <p:cNvPr id="23" name="TextBox 22">
            <a:extLst>
              <a:ext uri="{FF2B5EF4-FFF2-40B4-BE49-F238E27FC236}">
                <a16:creationId xmlns:a16="http://schemas.microsoft.com/office/drawing/2014/main" id="{7A95599E-CB52-801E-8862-6604B80E7E40}"/>
              </a:ext>
            </a:extLst>
          </p:cNvPr>
          <p:cNvSpPr txBox="1"/>
          <p:nvPr/>
        </p:nvSpPr>
        <p:spPr>
          <a:xfrm>
            <a:off x="4557899" y="5946539"/>
            <a:ext cx="1169456" cy="369332"/>
          </a:xfrm>
          <a:prstGeom prst="rect">
            <a:avLst/>
          </a:prstGeom>
          <a:noFill/>
        </p:spPr>
        <p:txBody>
          <a:bodyPr wrap="square">
            <a:spAutoFit/>
          </a:bodyPr>
          <a:lstStyle/>
          <a:p>
            <a:pPr algn="ctr" rtl="1"/>
            <a:r>
              <a:rPr lang="fa-IR" sz="900" dirty="0">
                <a:latin typeface="Shabnam" panose="020B0604020202020204" charset="-78"/>
                <a:cs typeface="Shabnam" panose="020B0604020202020204" charset="-78"/>
              </a:rPr>
              <a:t>به چه نوع موسیقی‌ای علاقه دارد؟</a:t>
            </a:r>
            <a:endParaRPr lang="en-US" sz="900" dirty="0">
              <a:latin typeface="Shabnam" panose="020B0604020202020204" charset="-78"/>
              <a:cs typeface="Shabnam" panose="020B0604020202020204" charset="-78"/>
            </a:endParaRPr>
          </a:p>
        </p:txBody>
      </p:sp>
      <p:sp>
        <p:nvSpPr>
          <p:cNvPr id="24" name="TextBox 23">
            <a:extLst>
              <a:ext uri="{FF2B5EF4-FFF2-40B4-BE49-F238E27FC236}">
                <a16:creationId xmlns:a16="http://schemas.microsoft.com/office/drawing/2014/main" id="{8E22774E-AB71-00FD-59CC-D465CD05DB16}"/>
              </a:ext>
            </a:extLst>
          </p:cNvPr>
          <p:cNvSpPr txBox="1"/>
          <p:nvPr/>
        </p:nvSpPr>
        <p:spPr>
          <a:xfrm>
            <a:off x="5990409" y="4197733"/>
            <a:ext cx="889364" cy="646331"/>
          </a:xfrm>
          <a:prstGeom prst="rect">
            <a:avLst/>
          </a:prstGeom>
          <a:noFill/>
        </p:spPr>
        <p:txBody>
          <a:bodyPr wrap="square">
            <a:spAutoFit/>
          </a:bodyPr>
          <a:lstStyle/>
          <a:p>
            <a:pPr algn="ctr" rtl="1"/>
            <a:r>
              <a:rPr lang="fa-IR" sz="900" dirty="0">
                <a:latin typeface="Shabnam" panose="020B0604020202020204" charset="-78"/>
                <a:cs typeface="Shabnam" panose="020B0604020202020204" charset="-78"/>
              </a:rPr>
              <a:t>خودِ صدا نیست؛ بلکه دستور موسیقی است.</a:t>
            </a:r>
            <a:endParaRPr lang="en-US" sz="900" dirty="0">
              <a:latin typeface="Shabnam" panose="020B0604020202020204" charset="-78"/>
              <a:cs typeface="Shabnam" panose="020B0604020202020204" charset="-78"/>
            </a:endParaRPr>
          </a:p>
        </p:txBody>
      </p:sp>
      <p:sp>
        <p:nvSpPr>
          <p:cNvPr id="26" name="TextBox 25">
            <a:extLst>
              <a:ext uri="{FF2B5EF4-FFF2-40B4-BE49-F238E27FC236}">
                <a16:creationId xmlns:a16="http://schemas.microsoft.com/office/drawing/2014/main" id="{485601D8-4768-111C-B391-488C2D780BF9}"/>
              </a:ext>
            </a:extLst>
          </p:cNvPr>
          <p:cNvSpPr txBox="1"/>
          <p:nvPr/>
        </p:nvSpPr>
        <p:spPr>
          <a:xfrm>
            <a:off x="5990409" y="4827070"/>
            <a:ext cx="889364" cy="646331"/>
          </a:xfrm>
          <a:prstGeom prst="rect">
            <a:avLst/>
          </a:prstGeom>
          <a:noFill/>
        </p:spPr>
        <p:txBody>
          <a:bodyPr wrap="square">
            <a:spAutoFit/>
          </a:bodyPr>
          <a:lstStyle/>
          <a:p>
            <a:pPr algn="ctr" rtl="1"/>
            <a:r>
              <a:rPr lang="fa-IR" sz="900" dirty="0">
                <a:latin typeface="Shabnam" panose="020B0604020202020204" charset="-78"/>
                <a:cs typeface="Shabnam" panose="020B0604020202020204" charset="-78"/>
              </a:rPr>
              <a:t>چه نتی؟</a:t>
            </a:r>
          </a:p>
          <a:p>
            <a:pPr algn="ctr" rtl="1"/>
            <a:r>
              <a:rPr lang="fa-IR" sz="900" dirty="0">
                <a:latin typeface="Shabnam" panose="020B0604020202020204" charset="-78"/>
                <a:cs typeface="Shabnam" panose="020B0604020202020204" charset="-78"/>
              </a:rPr>
              <a:t>در چه زمانی؟</a:t>
            </a:r>
          </a:p>
          <a:p>
            <a:pPr algn="ctr" rtl="1"/>
            <a:r>
              <a:rPr lang="fa-IR" sz="900" dirty="0">
                <a:latin typeface="Shabnam" panose="020B0604020202020204" charset="-78"/>
                <a:cs typeface="Shabnam" panose="020B0604020202020204" charset="-78"/>
              </a:rPr>
              <a:t>با چه شدتی؟</a:t>
            </a:r>
          </a:p>
          <a:p>
            <a:pPr algn="ctr" rtl="1"/>
            <a:r>
              <a:rPr lang="fa-IR" sz="900" dirty="0">
                <a:latin typeface="Shabnam" panose="020B0604020202020204" charset="-78"/>
                <a:cs typeface="Shabnam" panose="020B0604020202020204" charset="-78"/>
              </a:rPr>
              <a:t>با چه سازی؟</a:t>
            </a:r>
            <a:endParaRPr lang="en-US" sz="900" dirty="0">
              <a:latin typeface="Shabnam" panose="020B0604020202020204" charset="-78"/>
              <a:cs typeface="Shabnam" panose="020B0604020202020204" charset="-78"/>
            </a:endParaRPr>
          </a:p>
        </p:txBody>
      </p:sp>
      <p:sp>
        <p:nvSpPr>
          <p:cNvPr id="28" name="TextBox 27">
            <a:extLst>
              <a:ext uri="{FF2B5EF4-FFF2-40B4-BE49-F238E27FC236}">
                <a16:creationId xmlns:a16="http://schemas.microsoft.com/office/drawing/2014/main" id="{9D4E76D9-4F6E-2A7F-9C26-EF3777F75619}"/>
              </a:ext>
            </a:extLst>
          </p:cNvPr>
          <p:cNvSpPr txBox="1"/>
          <p:nvPr/>
        </p:nvSpPr>
        <p:spPr>
          <a:xfrm>
            <a:off x="6994764" y="5196878"/>
            <a:ext cx="1519647" cy="369332"/>
          </a:xfrm>
          <a:prstGeom prst="rect">
            <a:avLst/>
          </a:prstGeom>
          <a:noFill/>
        </p:spPr>
        <p:txBody>
          <a:bodyPr wrap="square">
            <a:spAutoFit/>
          </a:bodyPr>
          <a:lstStyle/>
          <a:p>
            <a:pPr algn="ctr" rtl="1"/>
            <a:r>
              <a:rPr lang="fa-IR" sz="900" dirty="0">
                <a:latin typeface="Shabnam" panose="020B0604020202020204" charset="-78"/>
                <a:cs typeface="Shabnam" panose="020B0604020202020204" charset="-78"/>
              </a:rPr>
              <a:t>گلوگاه مثل یک خلاصه‌کننده‌ی فشرده از اصل دنباله است.</a:t>
            </a:r>
            <a:endParaRPr lang="en-US" sz="900" dirty="0">
              <a:latin typeface="Shabnam" panose="020B0604020202020204" charset="-78"/>
              <a:cs typeface="Shabnam" panose="020B0604020202020204" charset="-78"/>
            </a:endParaRPr>
          </a:p>
        </p:txBody>
      </p:sp>
    </p:spTree>
    <p:extLst>
      <p:ext uri="{BB962C8B-B14F-4D97-AF65-F5344CB8AC3E}">
        <p14:creationId xmlns:p14="http://schemas.microsoft.com/office/powerpoint/2010/main" val="3795728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a:extLst>
            <a:ext uri="{FF2B5EF4-FFF2-40B4-BE49-F238E27FC236}">
              <a16:creationId xmlns:a16="http://schemas.microsoft.com/office/drawing/2014/main" id="{FF3DBA5B-F5A6-A5D4-56DF-6155E4B18923}"/>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FE36DE86-BC05-3FCE-7157-EEC52447F697}"/>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sp>
        <p:nvSpPr>
          <p:cNvPr id="48" name="!!Freeform: Shape 20">
            <a:hlinkClick r:id="rId2" action="ppaction://hlinksldjump"/>
            <a:extLst>
              <a:ext uri="{FF2B5EF4-FFF2-40B4-BE49-F238E27FC236}">
                <a16:creationId xmlns:a16="http://schemas.microsoft.com/office/drawing/2014/main" id="{F2CC63B8-5FE8-9DF5-9BA9-FB30EAE6CBAC}"/>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مقدمه</a:t>
            </a:r>
          </a:p>
        </p:txBody>
      </p:sp>
      <p:sp>
        <p:nvSpPr>
          <p:cNvPr id="49" name="Freeform: Shape 48">
            <a:hlinkClick r:id="rId3" action="ppaction://hlinksldjump"/>
            <a:extLst>
              <a:ext uri="{FF2B5EF4-FFF2-40B4-BE49-F238E27FC236}">
                <a16:creationId xmlns:a16="http://schemas.microsoft.com/office/drawing/2014/main" id="{20FEF1D3-DF26-54E2-BB86-85AC160812D4}"/>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پیشینه</a:t>
            </a:r>
          </a:p>
        </p:txBody>
      </p:sp>
      <p:sp>
        <p:nvSpPr>
          <p:cNvPr id="50" name="!!Freeform: Shape 32">
            <a:hlinkClick r:id="rId3" action="ppaction://hlinksldjump"/>
            <a:extLst>
              <a:ext uri="{FF2B5EF4-FFF2-40B4-BE49-F238E27FC236}">
                <a16:creationId xmlns:a16="http://schemas.microsoft.com/office/drawing/2014/main" id="{4A56EB60-5AFB-B859-337D-FE44A22E0040}"/>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اهداف پژوهش</a:t>
            </a:r>
          </a:p>
        </p:txBody>
      </p:sp>
      <p:sp>
        <p:nvSpPr>
          <p:cNvPr id="51" name="Freeform: Shape 50">
            <a:hlinkClick r:id="" action="ppaction://noaction"/>
            <a:extLst>
              <a:ext uri="{FF2B5EF4-FFF2-40B4-BE49-F238E27FC236}">
                <a16:creationId xmlns:a16="http://schemas.microsoft.com/office/drawing/2014/main" id="{E06D2112-555D-8A07-6502-C7EB0CD4578F}"/>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FFD966"/>
          </a:solidFill>
          <a:ln w="12700" cap="flat" cmpd="sng" algn="ctr">
            <a:noFill/>
            <a:prstDash val="dash"/>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2200" b="1" i="0" u="none" strike="noStrike" kern="0" cap="none" spc="0" normalizeH="0" baseline="0" noProof="0" dirty="0">
                <a:ln>
                  <a:noFill/>
                </a:ln>
                <a:solidFill>
                  <a:prstClr val="black">
                    <a:lumMod val="85000"/>
                    <a:lumOff val="15000"/>
                  </a:prstClr>
                </a:solidFill>
                <a:effectLst/>
                <a:uLnTx/>
                <a:uFillTx/>
                <a:latin typeface="Shabnam" panose="020B0603030804020204" pitchFamily="34" charset="-78"/>
                <a:ea typeface="+mn-ea"/>
                <a:cs typeface="Shabnam" panose="020B0603030804020204" pitchFamily="34" charset="-78"/>
              </a:rPr>
              <a:t>روش پژوهش</a:t>
            </a:r>
          </a:p>
        </p:txBody>
      </p:sp>
      <p:sp>
        <p:nvSpPr>
          <p:cNvPr id="52" name="!!Freeform: Shape 34">
            <a:hlinkClick r:id="rId4" action="ppaction://hlinksldjump"/>
            <a:extLst>
              <a:ext uri="{FF2B5EF4-FFF2-40B4-BE49-F238E27FC236}">
                <a16:creationId xmlns:a16="http://schemas.microsoft.com/office/drawing/2014/main" id="{2CC1C4AE-5FC6-20CD-CE95-F6A6A6723079}"/>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مراجع</a:t>
            </a:r>
          </a:p>
        </p:txBody>
      </p:sp>
      <p:sp>
        <p:nvSpPr>
          <p:cNvPr id="2" name="Freeform: Shape 1">
            <a:extLst>
              <a:ext uri="{FF2B5EF4-FFF2-40B4-BE49-F238E27FC236}">
                <a16:creationId xmlns:a16="http://schemas.microsoft.com/office/drawing/2014/main" id="{077A1863-B15C-5AD7-EFBA-D2922010D56E}"/>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sp>
        <p:nvSpPr>
          <p:cNvPr id="3" name="Freeform: Shape 2">
            <a:extLst>
              <a:ext uri="{FF2B5EF4-FFF2-40B4-BE49-F238E27FC236}">
                <a16:creationId xmlns:a16="http://schemas.microsoft.com/office/drawing/2014/main" id="{69EBD32B-15FD-E300-02E0-1E6EAB0CC22C}"/>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pic>
        <p:nvPicPr>
          <p:cNvPr id="4" name="Graphic 3" descr="Home">
            <a:extLst>
              <a:ext uri="{FF2B5EF4-FFF2-40B4-BE49-F238E27FC236}">
                <a16:creationId xmlns:a16="http://schemas.microsoft.com/office/drawing/2014/main" id="{12E34F8F-2E2F-E8DF-DBF7-E8065EED71F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DE5DC479-9A33-26DF-0684-451D2FFD311A}"/>
              </a:ext>
            </a:extLst>
          </p:cNvPr>
          <p:cNvSpPr txBox="1"/>
          <p:nvPr/>
        </p:nvSpPr>
        <p:spPr>
          <a:xfrm>
            <a:off x="11498811" y="6112895"/>
            <a:ext cx="806054" cy="348557"/>
          </a:xfrm>
          <a:prstGeom prst="rect">
            <a:avLst/>
          </a:prstGeom>
          <a:noFill/>
        </p:spPr>
        <p:txBody>
          <a:bodyPr wrap="square">
            <a:spAutoFit/>
          </a:bodyPr>
          <a:lstStyle/>
          <a:p>
            <a:pPr marL="0" marR="0" lvl="0" indent="0" algn="ctr" defTabSz="1466850" rtl="0" eaLnBrk="1" fontAlgn="auto" latinLnBrk="0" hangingPunct="1">
              <a:lnSpc>
                <a:spcPct val="90000"/>
              </a:lnSpc>
              <a:spcBef>
                <a:spcPct val="0"/>
              </a:spcBef>
              <a:spcAft>
                <a:spcPct val="35000"/>
              </a:spcAft>
              <a:buClrTx/>
              <a:buSzTx/>
              <a:buFontTx/>
              <a:buNone/>
              <a:tabLst/>
              <a:defRPr/>
            </a:pPr>
            <a:r>
              <a:rPr kumimoji="0" lang="fa-IR"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rPr>
              <a:t>19/23</a:t>
            </a:r>
            <a:endParaRPr kumimoji="0" lang="fa-IR" sz="2000" b="1" i="0" u="none" strike="noStrike" kern="1200" cap="none" spc="0" normalizeH="0" baseline="0" noProof="0" dirty="0">
              <a:ln>
                <a:noFill/>
              </a:ln>
              <a:solidFill>
                <a:srgbClr val="FFFFFF"/>
              </a:solidFill>
              <a:effectLst/>
              <a:uLnTx/>
              <a:uFillTx/>
              <a:latin typeface="Vazir Light FD" panose="020B0604020202020204" charset="-78"/>
              <a:ea typeface="+mn-ea"/>
              <a:cs typeface="Vazir Light FD" panose="020B0604020202020204" charset="-78"/>
            </a:endParaRPr>
          </a:p>
        </p:txBody>
      </p:sp>
      <p:sp>
        <p:nvSpPr>
          <p:cNvPr id="10" name="Title 1">
            <a:extLst>
              <a:ext uri="{FF2B5EF4-FFF2-40B4-BE49-F238E27FC236}">
                <a16:creationId xmlns:a16="http://schemas.microsoft.com/office/drawing/2014/main" id="{F141F7D7-3231-4B85-6949-AF0ECC07A0C2}"/>
              </a:ext>
            </a:extLst>
          </p:cNvPr>
          <p:cNvSpPr>
            <a:spLocks noGrp="1"/>
          </p:cNvSpPr>
          <p:nvPr>
            <p:ph type="ctrTitle"/>
          </p:nvPr>
        </p:nvSpPr>
        <p:spPr>
          <a:xfrm>
            <a:off x="676876" y="957518"/>
            <a:ext cx="8839082" cy="774676"/>
          </a:xfrm>
        </p:spPr>
        <p:txBody>
          <a:bodyPr>
            <a:noAutofit/>
          </a:bodyPr>
          <a:lstStyle/>
          <a:p>
            <a:pPr algn="r" rtl="1"/>
            <a:r>
              <a:rPr lang="fa-IR" sz="4800" b="1" dirty="0">
                <a:solidFill>
                  <a:srgbClr val="262344"/>
                </a:solidFill>
                <a:latin typeface="Estedad Black" panose="02000A03000000000000" pitchFamily="2" charset="-78"/>
                <a:cs typeface="Estedad Black" panose="02000A03000000000000" pitchFamily="2" charset="-78"/>
              </a:rPr>
              <a:t>زمان‌بندی تخمینی</a:t>
            </a:r>
          </a:p>
        </p:txBody>
      </p:sp>
      <p:grpSp>
        <p:nvGrpSpPr>
          <p:cNvPr id="14" name="Group 13">
            <a:extLst>
              <a:ext uri="{FF2B5EF4-FFF2-40B4-BE49-F238E27FC236}">
                <a16:creationId xmlns:a16="http://schemas.microsoft.com/office/drawing/2014/main" id="{ADF16546-C088-94F8-7888-525A229E3A3B}"/>
              </a:ext>
            </a:extLst>
          </p:cNvPr>
          <p:cNvGrpSpPr/>
          <p:nvPr/>
        </p:nvGrpSpPr>
        <p:grpSpPr>
          <a:xfrm>
            <a:off x="394775" y="415751"/>
            <a:ext cx="1477568" cy="1571887"/>
            <a:chOff x="625145" y="428945"/>
            <a:chExt cx="1438785" cy="1701470"/>
          </a:xfrm>
        </p:grpSpPr>
        <p:pic>
          <p:nvPicPr>
            <p:cNvPr id="15" name="Picture 4">
              <a:extLst>
                <a:ext uri="{FF2B5EF4-FFF2-40B4-BE49-F238E27FC236}">
                  <a16:creationId xmlns:a16="http://schemas.microsoft.com/office/drawing/2014/main" id="{195B2BC4-8CA3-7E35-233D-9F7488BE8766}"/>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Shape 15">
              <a:extLst>
                <a:ext uri="{FF2B5EF4-FFF2-40B4-BE49-F238E27FC236}">
                  <a16:creationId xmlns:a16="http://schemas.microsoft.com/office/drawing/2014/main" id="{A02D8A08-0317-F9B8-09A7-9993F519AF56}"/>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دانشگاه اصفهان</a:t>
              </a:r>
            </a:p>
          </p:txBody>
        </p:sp>
        <p:sp>
          <p:nvSpPr>
            <p:cNvPr id="17" name="Freeform: Shape 16">
              <a:extLst>
                <a:ext uri="{FF2B5EF4-FFF2-40B4-BE49-F238E27FC236}">
                  <a16:creationId xmlns:a16="http://schemas.microsoft.com/office/drawing/2014/main" id="{5362419A-88C3-AECD-E786-52EEC87DBBCD}"/>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دانشکده مهندسی کامپیوتر</a:t>
              </a:r>
            </a:p>
          </p:txBody>
        </p:sp>
        <p:sp>
          <p:nvSpPr>
            <p:cNvPr id="18" name="Freeform: Shape 17">
              <a:extLst>
                <a:ext uri="{FF2B5EF4-FFF2-40B4-BE49-F238E27FC236}">
                  <a16:creationId xmlns:a16="http://schemas.microsoft.com/office/drawing/2014/main" id="{DBD072D6-137D-DE3F-EC64-E6DD58F9722B}"/>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800" b="1" i="0" u="none" strike="noStrike" kern="1200" cap="none" spc="0" normalizeH="0" baseline="0" noProof="0" dirty="0">
                  <a:ln>
                    <a:noFill/>
                  </a:ln>
                  <a:solidFill>
                    <a:prstClr val="white"/>
                  </a:solidFill>
                  <a:effectLst/>
                  <a:uLnTx/>
                  <a:uFillTx/>
                  <a:latin typeface="Shabnam" panose="020B0603030804020204" pitchFamily="34" charset="-78"/>
                  <a:ea typeface="+mn-ea"/>
                  <a:cs typeface="Shabnam" panose="020B0603030804020204" pitchFamily="34" charset="-78"/>
                </a:rPr>
                <a:t>گروه هوش مصنوعی و رباتیک</a:t>
              </a:r>
            </a:p>
          </p:txBody>
        </p:sp>
      </p:grpSp>
      <p:sp>
        <p:nvSpPr>
          <p:cNvPr id="19" name="TextBox 18">
            <a:extLst>
              <a:ext uri="{FF2B5EF4-FFF2-40B4-BE49-F238E27FC236}">
                <a16:creationId xmlns:a16="http://schemas.microsoft.com/office/drawing/2014/main" id="{75A33E54-DBBA-2F44-59A8-5301C45A0286}"/>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rPr>
              <a:t>محمد امین کیانی، ارائه درس سمینار و روش پژوهش</a:t>
            </a:r>
            <a:endParaRPr kumimoji="0" lang="en-US" sz="1200" b="1" i="0" u="none" strike="noStrike" kern="1200" cap="none" spc="0" normalizeH="0" baseline="0" noProof="0" dirty="0">
              <a:ln>
                <a:noFill/>
              </a:ln>
              <a:solidFill>
                <a:srgbClr val="172144"/>
              </a:solidFill>
              <a:effectLst/>
              <a:uLnTx/>
              <a:uFillTx/>
              <a:latin typeface="Vazir Light FD" panose="020B0604020202020204" charset="-78"/>
              <a:ea typeface="+mn-ea"/>
              <a:cs typeface="Vazir Light FD" panose="020B0604020202020204" charset="-78"/>
            </a:endParaRPr>
          </a:p>
        </p:txBody>
      </p:sp>
      <p:pic>
        <p:nvPicPr>
          <p:cNvPr id="7" name="Picture 6">
            <a:extLst>
              <a:ext uri="{FF2B5EF4-FFF2-40B4-BE49-F238E27FC236}">
                <a16:creationId xmlns:a16="http://schemas.microsoft.com/office/drawing/2014/main" id="{75479FB9-DF01-E74B-AC80-99046794096C}"/>
              </a:ext>
            </a:extLst>
          </p:cNvPr>
          <p:cNvPicPr>
            <a:picLocks noChangeAspect="1"/>
          </p:cNvPicPr>
          <p:nvPr/>
        </p:nvPicPr>
        <p:blipFill>
          <a:blip r:embed="rId9"/>
          <a:stretch>
            <a:fillRect/>
          </a:stretch>
        </p:blipFill>
        <p:spPr>
          <a:xfrm>
            <a:off x="2081349" y="1723469"/>
            <a:ext cx="7694440" cy="4286613"/>
          </a:xfrm>
          <a:prstGeom prst="rect">
            <a:avLst/>
          </a:prstGeom>
        </p:spPr>
      </p:pic>
    </p:spTree>
    <p:extLst>
      <p:ext uri="{BB962C8B-B14F-4D97-AF65-F5344CB8AC3E}">
        <p14:creationId xmlns:p14="http://schemas.microsoft.com/office/powerpoint/2010/main" val="643019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9F2FE93-2B41-43B8-A4BB-8CC1767501DD}"/>
              </a:ext>
            </a:extLst>
          </p:cNvPr>
          <p:cNvSpPr/>
          <p:nvPr/>
        </p:nvSpPr>
        <p:spPr>
          <a:xfrm>
            <a:off x="304800" y="357594"/>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8" name="!!Freeform: Shape 20">
            <a:hlinkClick r:id="rId2" action="ppaction://hlinksldjump"/>
            <a:extLst>
              <a:ext uri="{FF2B5EF4-FFF2-40B4-BE49-F238E27FC236}">
                <a16:creationId xmlns:a16="http://schemas.microsoft.com/office/drawing/2014/main" id="{0D5DBB3B-CB48-4BC6-B242-8CAFEBB0290C}"/>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مقدمه</a:t>
            </a:r>
          </a:p>
        </p:txBody>
      </p:sp>
      <p:sp>
        <p:nvSpPr>
          <p:cNvPr id="49" name="Freeform: Shape 48">
            <a:hlinkClick r:id="rId3" action="ppaction://hlinksldjump"/>
            <a:extLst>
              <a:ext uri="{FF2B5EF4-FFF2-40B4-BE49-F238E27FC236}">
                <a16:creationId xmlns:a16="http://schemas.microsoft.com/office/drawing/2014/main" id="{77D69F18-4B5C-40D6-8116-250D04FED27C}"/>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پیشینه</a:t>
            </a:r>
          </a:p>
        </p:txBody>
      </p:sp>
      <p:sp>
        <p:nvSpPr>
          <p:cNvPr id="50" name="!!Freeform: Shape 32">
            <a:hlinkClick r:id="rId3" action="ppaction://hlinksldjump"/>
            <a:extLst>
              <a:ext uri="{FF2B5EF4-FFF2-40B4-BE49-F238E27FC236}">
                <a16:creationId xmlns:a16="http://schemas.microsoft.com/office/drawing/2014/main" id="{75FA1A5F-92D2-461A-A986-FB3376117D7B}"/>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اهداف پژوهش</a:t>
            </a:r>
          </a:p>
        </p:txBody>
      </p:sp>
      <p:sp>
        <p:nvSpPr>
          <p:cNvPr id="51" name="Freeform: Shape 50">
            <a:hlinkClick r:id="" action="ppaction://noaction"/>
            <a:extLst>
              <a:ext uri="{FF2B5EF4-FFF2-40B4-BE49-F238E27FC236}">
                <a16:creationId xmlns:a16="http://schemas.microsoft.com/office/drawing/2014/main" id="{B9830256-9CC9-4B27-AC6A-ED612AFBC1ED}"/>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FFD966"/>
          </a:solidFill>
          <a:ln w="12700" cap="flat" cmpd="sng" algn="ctr">
            <a:noFill/>
            <a:prstDash val="dash"/>
            <a:miter lim="800000"/>
          </a:ln>
          <a:effectLst/>
        </p:spPr>
        <p:txBody>
          <a:bodyPr rtlCol="0" anchor="ctr"/>
          <a:lstStyle/>
          <a:p>
            <a:pPr algn="ctr" rtl="1"/>
            <a:r>
              <a:rPr lang="fa-IR" sz="2200" b="1" kern="0" dirty="0">
                <a:solidFill>
                  <a:prstClr val="black">
                    <a:lumMod val="85000"/>
                    <a:lumOff val="15000"/>
                  </a:prstClr>
                </a:solidFill>
                <a:latin typeface="Shabnam" panose="020B0603030804020204" pitchFamily="34" charset="-78"/>
                <a:cs typeface="Shabnam" panose="020B0603030804020204" pitchFamily="34" charset="-78"/>
              </a:rPr>
              <a:t>روش پژوهش</a:t>
            </a:r>
          </a:p>
        </p:txBody>
      </p:sp>
      <p:sp>
        <p:nvSpPr>
          <p:cNvPr id="52" name="!!Freeform: Shape 34">
            <a:hlinkClick r:id="rId4" action="ppaction://hlinksldjump"/>
            <a:extLst>
              <a:ext uri="{FF2B5EF4-FFF2-40B4-BE49-F238E27FC236}">
                <a16:creationId xmlns:a16="http://schemas.microsoft.com/office/drawing/2014/main" id="{837A91C8-1B0B-4D45-8687-D24DC1EB7D28}"/>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مراجع</a:t>
            </a:r>
          </a:p>
        </p:txBody>
      </p:sp>
      <p:sp>
        <p:nvSpPr>
          <p:cNvPr id="2" name="Freeform: Shape 1">
            <a:extLst>
              <a:ext uri="{FF2B5EF4-FFF2-40B4-BE49-F238E27FC236}">
                <a16:creationId xmlns:a16="http://schemas.microsoft.com/office/drawing/2014/main" id="{63683828-7D17-A2ED-77F8-38088A584FED}"/>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dirty="0">
              <a:solidFill>
                <a:prstClr val="white"/>
              </a:solidFill>
              <a:cs typeface="Arial"/>
            </a:endParaRPr>
          </a:p>
        </p:txBody>
      </p:sp>
      <p:sp>
        <p:nvSpPr>
          <p:cNvPr id="3" name="Freeform: Shape 2">
            <a:extLst>
              <a:ext uri="{FF2B5EF4-FFF2-40B4-BE49-F238E27FC236}">
                <a16:creationId xmlns:a16="http://schemas.microsoft.com/office/drawing/2014/main" id="{EE50F63E-B1AA-07CD-8F6C-C39ABE5850DB}"/>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dirty="0">
              <a:solidFill>
                <a:prstClr val="white"/>
              </a:solidFill>
              <a:cs typeface="Arial"/>
            </a:endParaRPr>
          </a:p>
        </p:txBody>
      </p:sp>
      <p:pic>
        <p:nvPicPr>
          <p:cNvPr id="4" name="Graphic 3" descr="Home">
            <a:extLst>
              <a:ext uri="{FF2B5EF4-FFF2-40B4-BE49-F238E27FC236}">
                <a16:creationId xmlns:a16="http://schemas.microsoft.com/office/drawing/2014/main" id="{8A3786AC-F4BE-B4BD-A1C8-5442AE7CAEF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68231082-5B2E-40E5-A7AC-A5E0C8B07B57}"/>
              </a:ext>
            </a:extLst>
          </p:cNvPr>
          <p:cNvSpPr txBox="1"/>
          <p:nvPr/>
        </p:nvSpPr>
        <p:spPr>
          <a:xfrm>
            <a:off x="11498811" y="6112895"/>
            <a:ext cx="806054" cy="348557"/>
          </a:xfrm>
          <a:prstGeom prst="rect">
            <a:avLst/>
          </a:prstGeom>
          <a:noFill/>
        </p:spPr>
        <p:txBody>
          <a:bodyPr wrap="square">
            <a:spAutoFit/>
          </a:bodyPr>
          <a:lstStyle/>
          <a:p>
            <a:pPr marL="0" lvl="0" indent="0" algn="ctr" defTabSz="1466850">
              <a:lnSpc>
                <a:spcPct val="90000"/>
              </a:lnSpc>
              <a:spcBef>
                <a:spcPct val="0"/>
              </a:spcBef>
              <a:spcAft>
                <a:spcPct val="35000"/>
              </a:spcAft>
              <a:buNone/>
            </a:pPr>
            <a:r>
              <a:rPr lang="fa-IR" b="1" kern="1200" dirty="0">
                <a:solidFill>
                  <a:schemeClr val="bg1"/>
                </a:solidFill>
                <a:latin typeface="Vazir Light FD" panose="020B0604020202020204" charset="-78"/>
                <a:cs typeface="Vazir Light FD" panose="020B0604020202020204" charset="-78"/>
              </a:rPr>
              <a:t>20/23</a:t>
            </a:r>
            <a:endParaRPr lang="fa-IR" sz="2000" b="1" kern="1200" dirty="0">
              <a:solidFill>
                <a:schemeClr val="bg1"/>
              </a:solidFill>
              <a:latin typeface="Vazir Light FD" panose="020B0604020202020204" charset="-78"/>
              <a:cs typeface="Vazir Light FD" panose="020B0604020202020204" charset="-78"/>
            </a:endParaRPr>
          </a:p>
        </p:txBody>
      </p:sp>
      <p:sp>
        <p:nvSpPr>
          <p:cNvPr id="10" name="Title 1">
            <a:extLst>
              <a:ext uri="{FF2B5EF4-FFF2-40B4-BE49-F238E27FC236}">
                <a16:creationId xmlns:a16="http://schemas.microsoft.com/office/drawing/2014/main" id="{895F7F24-D5C6-AD90-CA4D-F6B5182E6508}"/>
              </a:ext>
            </a:extLst>
          </p:cNvPr>
          <p:cNvSpPr>
            <a:spLocks noGrp="1"/>
          </p:cNvSpPr>
          <p:nvPr>
            <p:ph type="ctrTitle"/>
          </p:nvPr>
        </p:nvSpPr>
        <p:spPr>
          <a:xfrm>
            <a:off x="676876" y="974936"/>
            <a:ext cx="8839082" cy="774676"/>
          </a:xfrm>
        </p:spPr>
        <p:txBody>
          <a:bodyPr>
            <a:noAutofit/>
          </a:bodyPr>
          <a:lstStyle/>
          <a:p>
            <a:pPr algn="r" rtl="1"/>
            <a:r>
              <a:rPr lang="fa-IR" sz="4800" b="1" dirty="0">
                <a:solidFill>
                  <a:srgbClr val="262344"/>
                </a:solidFill>
                <a:latin typeface="Estedad Black" panose="02000A03000000000000" pitchFamily="2" charset="-78"/>
                <a:cs typeface="Estedad Black" panose="02000A03000000000000" pitchFamily="2" charset="-78"/>
              </a:rPr>
              <a:t>جمع‌بندی گزارش</a:t>
            </a:r>
          </a:p>
        </p:txBody>
      </p:sp>
      <p:sp>
        <p:nvSpPr>
          <p:cNvPr id="11" name="Subtitle 2">
            <a:extLst>
              <a:ext uri="{FF2B5EF4-FFF2-40B4-BE49-F238E27FC236}">
                <a16:creationId xmlns:a16="http://schemas.microsoft.com/office/drawing/2014/main" id="{5A284821-3DE8-C6A9-E164-F7E4353BF3E0}"/>
              </a:ext>
            </a:extLst>
          </p:cNvPr>
          <p:cNvSpPr>
            <a:spLocks noGrp="1"/>
          </p:cNvSpPr>
          <p:nvPr>
            <p:ph type="subTitle" idx="1"/>
          </p:nvPr>
        </p:nvSpPr>
        <p:spPr>
          <a:xfrm>
            <a:off x="1872342" y="1976681"/>
            <a:ext cx="7643615" cy="3606866"/>
          </a:xfrm>
        </p:spPr>
        <p:txBody>
          <a:bodyPr>
            <a:normAutofit/>
          </a:bodyPr>
          <a:lstStyle/>
          <a:p>
            <a:pPr algn="just" rtl="1">
              <a:lnSpc>
                <a:spcPct val="170000"/>
              </a:lnSpc>
            </a:pPr>
            <a:r>
              <a:rPr lang="fa-IR" sz="1400" dirty="0">
                <a:solidFill>
                  <a:srgbClr val="000000"/>
                </a:solidFill>
                <a:effectLst/>
                <a:latin typeface="Shabnam" panose="020B0603030804020204" pitchFamily="34" charset="-78"/>
                <a:cs typeface="Shabnam" panose="020B0603030804020204" pitchFamily="34" charset="-78"/>
              </a:rPr>
              <a:t>توسعه سیستم‌های هوشمند برای تولید موسیقی به مرحله‌ای رسیده است که باید از صرفِ "تولید تصادفی" به سمت "تولید هدفمند و همسو با نیازهای عاطفی انسان" حرکت کند. در این ارائه، پس از مرور و تحلیل ۲۰ رویکرد پیشرو در حوزه‌های تولید موسیقی سمبلیک، مدل‌سازی احساسی و هوش مصنوعی توضیح‌پذیر، مشخص شد که موسیقی راک با پتانسیل بالای خود در </a:t>
            </a:r>
            <a:r>
              <a:rPr lang="fa-IR" sz="1400" dirty="0">
                <a:solidFill>
                  <a:srgbClr val="C00000"/>
                </a:solidFill>
                <a:effectLst/>
                <a:latin typeface="Shabnam" panose="020B0603030804020204" pitchFamily="34" charset="-78"/>
                <a:cs typeface="Shabnam" panose="020B0603030804020204" pitchFamily="34" charset="-78"/>
              </a:rPr>
              <a:t>القای احساساتِ متغیر</a:t>
            </a:r>
            <a:r>
              <a:rPr lang="fa-IR" sz="1400" dirty="0">
                <a:solidFill>
                  <a:srgbClr val="000000"/>
                </a:solidFill>
                <a:effectLst/>
                <a:latin typeface="Shabnam" panose="020B0603030804020204" pitchFamily="34" charset="-78"/>
                <a:cs typeface="Shabnam" panose="020B0603030804020204" pitchFamily="34" charset="-78"/>
              </a:rPr>
              <a:t>، در پژوهش‌های فعلی نادیده گرفته شده است. سامانه پیشنهادیِ این پژوهش با تمرکز بر دریافت مسیر احساسی زمان‌تغییر، اعمال سلیقه کاربر و ارائه دلایلِ منطقیِ پشت هر تصمیم موسیقیایی، نه تنها شکاف‌های علمی موجود را پر می‌کند، بلکه به دلیل استفاده از پردازش سمبلیک (به جای فایل‌های صوتی حجیم)، کاملاً با محدودیت‌های پردازشی سخت‌افزاری سازگار است. خروجی این پژوهش در حوزه‌های سلامت، موسیقی درمانی و رسانه‌های تعاملی، کاربردی راهگشا خواهد داشت.</a:t>
            </a:r>
          </a:p>
        </p:txBody>
      </p:sp>
      <p:pic>
        <p:nvPicPr>
          <p:cNvPr id="13" name="Picture Placeholder 3">
            <a:extLst>
              <a:ext uri="{FF2B5EF4-FFF2-40B4-BE49-F238E27FC236}">
                <a16:creationId xmlns:a16="http://schemas.microsoft.com/office/drawing/2014/main" id="{2A3187C2-074D-125A-3D86-649AB6EA3C9A}"/>
              </a:ext>
            </a:extLst>
          </p:cNvPr>
          <p:cNvPicPr>
            <a:picLocks noChangeAspect="1"/>
          </p:cNvPicPr>
          <p:nvPr/>
        </p:nvPicPr>
        <p:blipFill rotWithShape="1">
          <a:blip r:embed="rId7">
            <a:extLst>
              <a:ext uri="{BEBA8EAE-BF5A-486C-A8C5-ECC9F3942E4B}">
                <a14:imgProps xmlns:a14="http://schemas.microsoft.com/office/drawing/2010/main">
                  <a14:imgLayer r:embed="rId8">
                    <a14:imgEffect>
                      <a14:saturation sat="33000"/>
                    </a14:imgEffect>
                  </a14:imgLayer>
                </a14:imgProps>
              </a:ext>
            </a:extLst>
          </a:blip>
          <a:srcRect l="10050" t="11069" r="9964" b="38642"/>
          <a:stretch/>
        </p:blipFill>
        <p:spPr>
          <a:xfrm>
            <a:off x="676876" y="5001708"/>
            <a:ext cx="5863261" cy="941944"/>
          </a:xfrm>
          <a:custGeom>
            <a:avLst/>
            <a:gdLst>
              <a:gd name="connsiteX0" fmla="*/ 9955665 w 11113212"/>
              <a:gd name="connsiteY0" fmla="*/ 462337 h 4304871"/>
              <a:gd name="connsiteX1" fmla="*/ 10087637 w 11113212"/>
              <a:gd name="connsiteY1" fmla="*/ 488981 h 4304871"/>
              <a:gd name="connsiteX2" fmla="*/ 10131010 w 11113212"/>
              <a:gd name="connsiteY2" fmla="*/ 512523 h 4304871"/>
              <a:gd name="connsiteX3" fmla="*/ 10131010 w 11113212"/>
              <a:gd name="connsiteY3" fmla="*/ 2083238 h 4304871"/>
              <a:gd name="connsiteX4" fmla="*/ 10279949 w 11113212"/>
              <a:gd name="connsiteY4" fmla="*/ 2307934 h 4304871"/>
              <a:gd name="connsiteX5" fmla="*/ 10294712 w 11113212"/>
              <a:gd name="connsiteY5" fmla="*/ 2312517 h 4304871"/>
              <a:gd name="connsiteX6" fmla="*/ 10294712 w 11113212"/>
              <a:gd name="connsiteY6" fmla="*/ 3965824 h 4304871"/>
              <a:gd name="connsiteX7" fmla="*/ 9955665 w 11113212"/>
              <a:gd name="connsiteY7" fmla="*/ 4304871 h 4304871"/>
              <a:gd name="connsiteX8" fmla="*/ 9616618 w 11113212"/>
              <a:gd name="connsiteY8" fmla="*/ 3965824 h 4304871"/>
              <a:gd name="connsiteX9" fmla="*/ 9616618 w 11113212"/>
              <a:gd name="connsiteY9" fmla="*/ 2323644 h 4304871"/>
              <a:gd name="connsiteX10" fmla="*/ 9631498 w 11113212"/>
              <a:gd name="connsiteY10" fmla="*/ 2322144 h 4304871"/>
              <a:gd name="connsiteX11" fmla="*/ 9826212 w 11113212"/>
              <a:gd name="connsiteY11" fmla="*/ 2083238 h 4304871"/>
              <a:gd name="connsiteX12" fmla="*/ 9826212 w 11113212"/>
              <a:gd name="connsiteY12" fmla="*/ 488199 h 4304871"/>
              <a:gd name="connsiteX13" fmla="*/ 9887335 w 11113212"/>
              <a:gd name="connsiteY13" fmla="*/ 469225 h 4304871"/>
              <a:gd name="connsiteX14" fmla="*/ 9955665 w 11113212"/>
              <a:gd name="connsiteY14" fmla="*/ 462337 h 4304871"/>
              <a:gd name="connsiteX15" fmla="*/ 3544585 w 11113212"/>
              <a:gd name="connsiteY15" fmla="*/ 462337 h 4304871"/>
              <a:gd name="connsiteX16" fmla="*/ 3676558 w 11113212"/>
              <a:gd name="connsiteY16" fmla="*/ 488981 h 4304871"/>
              <a:gd name="connsiteX17" fmla="*/ 3710992 w 11113212"/>
              <a:gd name="connsiteY17" fmla="*/ 507672 h 4304871"/>
              <a:gd name="connsiteX18" fmla="*/ 3710992 w 11113212"/>
              <a:gd name="connsiteY18" fmla="*/ 2083238 h 4304871"/>
              <a:gd name="connsiteX19" fmla="*/ 3859931 w 11113212"/>
              <a:gd name="connsiteY19" fmla="*/ 2307934 h 4304871"/>
              <a:gd name="connsiteX20" fmla="*/ 3883633 w 11113212"/>
              <a:gd name="connsiteY20" fmla="*/ 2315292 h 4304871"/>
              <a:gd name="connsiteX21" fmla="*/ 3883633 w 11113212"/>
              <a:gd name="connsiteY21" fmla="*/ 3965824 h 4304871"/>
              <a:gd name="connsiteX22" fmla="*/ 3544585 w 11113212"/>
              <a:gd name="connsiteY22" fmla="*/ 4304871 h 4304871"/>
              <a:gd name="connsiteX23" fmla="*/ 3205539 w 11113212"/>
              <a:gd name="connsiteY23" fmla="*/ 3965824 h 4304871"/>
              <a:gd name="connsiteX24" fmla="*/ 3205539 w 11113212"/>
              <a:gd name="connsiteY24" fmla="*/ 2319548 h 4304871"/>
              <a:gd name="connsiteX25" fmla="*/ 3242953 w 11113212"/>
              <a:gd name="connsiteY25" fmla="*/ 2307934 h 4304871"/>
              <a:gd name="connsiteX26" fmla="*/ 3391891 w 11113212"/>
              <a:gd name="connsiteY26" fmla="*/ 2083238 h 4304871"/>
              <a:gd name="connsiteX27" fmla="*/ 3391891 w 11113212"/>
              <a:gd name="connsiteY27" fmla="*/ 500229 h 4304871"/>
              <a:gd name="connsiteX28" fmla="*/ 3412613 w 11113212"/>
              <a:gd name="connsiteY28" fmla="*/ 488981 h 4304871"/>
              <a:gd name="connsiteX29" fmla="*/ 3544585 w 11113212"/>
              <a:gd name="connsiteY29" fmla="*/ 462337 h 4304871"/>
              <a:gd name="connsiteX30" fmla="*/ 1941817 w 11113212"/>
              <a:gd name="connsiteY30" fmla="*/ 462337 h 4304871"/>
              <a:gd name="connsiteX31" fmla="*/ 2280864 w 11113212"/>
              <a:gd name="connsiteY31" fmla="*/ 801384 h 4304871"/>
              <a:gd name="connsiteX32" fmla="*/ 2280864 w 11113212"/>
              <a:gd name="connsiteY32" fmla="*/ 3965824 h 4304871"/>
              <a:gd name="connsiteX33" fmla="*/ 1941817 w 11113212"/>
              <a:gd name="connsiteY33" fmla="*/ 4304871 h 4304871"/>
              <a:gd name="connsiteX34" fmla="*/ 1602770 w 11113212"/>
              <a:gd name="connsiteY34" fmla="*/ 3965824 h 4304871"/>
              <a:gd name="connsiteX35" fmla="*/ 1602770 w 11113212"/>
              <a:gd name="connsiteY35" fmla="*/ 2320080 h 4304871"/>
              <a:gd name="connsiteX36" fmla="*/ 1641898 w 11113212"/>
              <a:gd name="connsiteY36" fmla="*/ 2307934 h 4304871"/>
              <a:gd name="connsiteX37" fmla="*/ 1790837 w 11113212"/>
              <a:gd name="connsiteY37" fmla="*/ 2083238 h 4304871"/>
              <a:gd name="connsiteX38" fmla="*/ 1790837 w 11113212"/>
              <a:gd name="connsiteY38" fmla="*/ 499298 h 4304871"/>
              <a:gd name="connsiteX39" fmla="*/ 1809845 w 11113212"/>
              <a:gd name="connsiteY39" fmla="*/ 488981 h 4304871"/>
              <a:gd name="connsiteX40" fmla="*/ 1941817 w 11113212"/>
              <a:gd name="connsiteY40" fmla="*/ 462337 h 4304871"/>
              <a:gd name="connsiteX41" fmla="*/ 339047 w 11113212"/>
              <a:gd name="connsiteY41" fmla="*/ 462337 h 4304871"/>
              <a:gd name="connsiteX42" fmla="*/ 471019 w 11113212"/>
              <a:gd name="connsiteY42" fmla="*/ 488981 h 4304871"/>
              <a:gd name="connsiteX43" fmla="*/ 503443 w 11113212"/>
              <a:gd name="connsiteY43" fmla="*/ 506580 h 4304871"/>
              <a:gd name="connsiteX44" fmla="*/ 503443 w 11113212"/>
              <a:gd name="connsiteY44" fmla="*/ 2083238 h 4304871"/>
              <a:gd name="connsiteX45" fmla="*/ 652382 w 11113212"/>
              <a:gd name="connsiteY45" fmla="*/ 2307934 h 4304871"/>
              <a:gd name="connsiteX46" fmla="*/ 678093 w 11113212"/>
              <a:gd name="connsiteY46" fmla="*/ 2315916 h 4304871"/>
              <a:gd name="connsiteX47" fmla="*/ 678093 w 11113212"/>
              <a:gd name="connsiteY47" fmla="*/ 3965824 h 4304871"/>
              <a:gd name="connsiteX48" fmla="*/ 339047 w 11113212"/>
              <a:gd name="connsiteY48" fmla="*/ 4304871 h 4304871"/>
              <a:gd name="connsiteX49" fmla="*/ 0 w 11113212"/>
              <a:gd name="connsiteY49" fmla="*/ 3965824 h 4304871"/>
              <a:gd name="connsiteX50" fmla="*/ 0 w 11113212"/>
              <a:gd name="connsiteY50" fmla="*/ 801384 h 4304871"/>
              <a:gd name="connsiteX51" fmla="*/ 339047 w 11113212"/>
              <a:gd name="connsiteY51" fmla="*/ 462337 h 4304871"/>
              <a:gd name="connsiteX52" fmla="*/ 8352895 w 11113212"/>
              <a:gd name="connsiteY52" fmla="*/ 462336 h 4304871"/>
              <a:gd name="connsiteX53" fmla="*/ 8484867 w 11113212"/>
              <a:gd name="connsiteY53" fmla="*/ 488980 h 4304871"/>
              <a:gd name="connsiteX54" fmla="*/ 8507997 w 11113212"/>
              <a:gd name="connsiteY54" fmla="*/ 501535 h 4304871"/>
              <a:gd name="connsiteX55" fmla="*/ 8507997 w 11113212"/>
              <a:gd name="connsiteY55" fmla="*/ 2083238 h 4304871"/>
              <a:gd name="connsiteX56" fmla="*/ 8656936 w 11113212"/>
              <a:gd name="connsiteY56" fmla="*/ 2307934 h 4304871"/>
              <a:gd name="connsiteX57" fmla="*/ 8691942 w 11113212"/>
              <a:gd name="connsiteY57" fmla="*/ 2318801 h 4304871"/>
              <a:gd name="connsiteX58" fmla="*/ 8691942 w 11113212"/>
              <a:gd name="connsiteY58" fmla="*/ 3965824 h 4304871"/>
              <a:gd name="connsiteX59" fmla="*/ 8352895 w 11113212"/>
              <a:gd name="connsiteY59" fmla="*/ 4304871 h 4304871"/>
              <a:gd name="connsiteX60" fmla="*/ 8013848 w 11113212"/>
              <a:gd name="connsiteY60" fmla="*/ 3965824 h 4304871"/>
              <a:gd name="connsiteX61" fmla="*/ 8013848 w 11113212"/>
              <a:gd name="connsiteY61" fmla="*/ 801383 h 4304871"/>
              <a:gd name="connsiteX62" fmla="*/ 8352895 w 11113212"/>
              <a:gd name="connsiteY62" fmla="*/ 462336 h 4304871"/>
              <a:gd name="connsiteX63" fmla="*/ 6750125 w 11113212"/>
              <a:gd name="connsiteY63" fmla="*/ 462336 h 4304871"/>
              <a:gd name="connsiteX64" fmla="*/ 6939689 w 11113212"/>
              <a:gd name="connsiteY64" fmla="*/ 520240 h 4304871"/>
              <a:gd name="connsiteX65" fmla="*/ 6951615 w 11113212"/>
              <a:gd name="connsiteY65" fmla="*/ 530080 h 4304871"/>
              <a:gd name="connsiteX66" fmla="*/ 6951615 w 11113212"/>
              <a:gd name="connsiteY66" fmla="*/ 2083238 h 4304871"/>
              <a:gd name="connsiteX67" fmla="*/ 7059131 w 11113212"/>
              <a:gd name="connsiteY67" fmla="*/ 2285451 h 4304871"/>
              <a:gd name="connsiteX68" fmla="*/ 7089172 w 11113212"/>
              <a:gd name="connsiteY68" fmla="*/ 2301757 h 4304871"/>
              <a:gd name="connsiteX69" fmla="*/ 7089172 w 11113212"/>
              <a:gd name="connsiteY69" fmla="*/ 3965824 h 4304871"/>
              <a:gd name="connsiteX70" fmla="*/ 6750125 w 11113212"/>
              <a:gd name="connsiteY70" fmla="*/ 4304871 h 4304871"/>
              <a:gd name="connsiteX71" fmla="*/ 6411078 w 11113212"/>
              <a:gd name="connsiteY71" fmla="*/ 3965824 h 4304871"/>
              <a:gd name="connsiteX72" fmla="*/ 6411078 w 11113212"/>
              <a:gd name="connsiteY72" fmla="*/ 2316362 h 4304871"/>
              <a:gd name="connsiteX73" fmla="*/ 6438228 w 11113212"/>
              <a:gd name="connsiteY73" fmla="*/ 2307934 h 4304871"/>
              <a:gd name="connsiteX74" fmla="*/ 6587166 w 11113212"/>
              <a:gd name="connsiteY74" fmla="*/ 2083238 h 4304871"/>
              <a:gd name="connsiteX75" fmla="*/ 6587166 w 11113212"/>
              <a:gd name="connsiteY75" fmla="*/ 505799 h 4304871"/>
              <a:gd name="connsiteX76" fmla="*/ 6618153 w 11113212"/>
              <a:gd name="connsiteY76" fmla="*/ 488980 h 4304871"/>
              <a:gd name="connsiteX77" fmla="*/ 6750125 w 11113212"/>
              <a:gd name="connsiteY77" fmla="*/ 462336 h 4304871"/>
              <a:gd name="connsiteX78" fmla="*/ 5147355 w 11113212"/>
              <a:gd name="connsiteY78" fmla="*/ 462336 h 4304871"/>
              <a:gd name="connsiteX79" fmla="*/ 5486402 w 11113212"/>
              <a:gd name="connsiteY79" fmla="*/ 801383 h 4304871"/>
              <a:gd name="connsiteX80" fmla="*/ 5486402 w 11113212"/>
              <a:gd name="connsiteY80" fmla="*/ 3965824 h 4304871"/>
              <a:gd name="connsiteX81" fmla="*/ 5147355 w 11113212"/>
              <a:gd name="connsiteY81" fmla="*/ 4304871 h 4304871"/>
              <a:gd name="connsiteX82" fmla="*/ 4808308 w 11113212"/>
              <a:gd name="connsiteY82" fmla="*/ 3965824 h 4304871"/>
              <a:gd name="connsiteX83" fmla="*/ 4808308 w 11113212"/>
              <a:gd name="connsiteY83" fmla="*/ 2321194 h 4304871"/>
              <a:gd name="connsiteX84" fmla="*/ 4851024 w 11113212"/>
              <a:gd name="connsiteY84" fmla="*/ 2307934 h 4304871"/>
              <a:gd name="connsiteX85" fmla="*/ 4999962 w 11113212"/>
              <a:gd name="connsiteY85" fmla="*/ 2083238 h 4304871"/>
              <a:gd name="connsiteX86" fmla="*/ 4999962 w 11113212"/>
              <a:gd name="connsiteY86" fmla="*/ 497350 h 4304871"/>
              <a:gd name="connsiteX87" fmla="*/ 5015383 w 11113212"/>
              <a:gd name="connsiteY87" fmla="*/ 488980 h 4304871"/>
              <a:gd name="connsiteX88" fmla="*/ 5147355 w 11113212"/>
              <a:gd name="connsiteY88" fmla="*/ 462336 h 4304871"/>
              <a:gd name="connsiteX89" fmla="*/ 2743202 w 11113212"/>
              <a:gd name="connsiteY89" fmla="*/ 61647 h 4304871"/>
              <a:gd name="connsiteX90" fmla="*/ 2875174 w 11113212"/>
              <a:gd name="connsiteY90" fmla="*/ 88291 h 4304871"/>
              <a:gd name="connsiteX91" fmla="*/ 2904172 w 11113212"/>
              <a:gd name="connsiteY91" fmla="*/ 104031 h 4304871"/>
              <a:gd name="connsiteX92" fmla="*/ 2904172 w 11113212"/>
              <a:gd name="connsiteY92" fmla="*/ 2083238 h 4304871"/>
              <a:gd name="connsiteX93" fmla="*/ 3053111 w 11113212"/>
              <a:gd name="connsiteY93" fmla="*/ 2307934 h 4304871"/>
              <a:gd name="connsiteX94" fmla="*/ 3082249 w 11113212"/>
              <a:gd name="connsiteY94" fmla="*/ 2316980 h 4304871"/>
              <a:gd name="connsiteX95" fmla="*/ 3082249 w 11113212"/>
              <a:gd name="connsiteY95" fmla="*/ 3565134 h 4304871"/>
              <a:gd name="connsiteX96" fmla="*/ 2743202 w 11113212"/>
              <a:gd name="connsiteY96" fmla="*/ 3904181 h 4304871"/>
              <a:gd name="connsiteX97" fmla="*/ 2404155 w 11113212"/>
              <a:gd name="connsiteY97" fmla="*/ 3565134 h 4304871"/>
              <a:gd name="connsiteX98" fmla="*/ 2404155 w 11113212"/>
              <a:gd name="connsiteY98" fmla="*/ 400694 h 4304871"/>
              <a:gd name="connsiteX99" fmla="*/ 2743202 w 11113212"/>
              <a:gd name="connsiteY99" fmla="*/ 61647 h 4304871"/>
              <a:gd name="connsiteX100" fmla="*/ 1140432 w 11113212"/>
              <a:gd name="connsiteY100" fmla="*/ 61647 h 4304871"/>
              <a:gd name="connsiteX101" fmla="*/ 1272404 w 11113212"/>
              <a:gd name="connsiteY101" fmla="*/ 88291 h 4304871"/>
              <a:gd name="connsiteX102" fmla="*/ 1303116 w 11113212"/>
              <a:gd name="connsiteY102" fmla="*/ 104961 h 4304871"/>
              <a:gd name="connsiteX103" fmla="*/ 1303116 w 11113212"/>
              <a:gd name="connsiteY103" fmla="*/ 2083238 h 4304871"/>
              <a:gd name="connsiteX104" fmla="*/ 1452055 w 11113212"/>
              <a:gd name="connsiteY104" fmla="*/ 2307934 h 4304871"/>
              <a:gd name="connsiteX105" fmla="*/ 1479479 w 11113212"/>
              <a:gd name="connsiteY105" fmla="*/ 2316447 h 4304871"/>
              <a:gd name="connsiteX106" fmla="*/ 1479479 w 11113212"/>
              <a:gd name="connsiteY106" fmla="*/ 3565134 h 4304871"/>
              <a:gd name="connsiteX107" fmla="*/ 1140432 w 11113212"/>
              <a:gd name="connsiteY107" fmla="*/ 3904181 h 4304871"/>
              <a:gd name="connsiteX108" fmla="*/ 801384 w 11113212"/>
              <a:gd name="connsiteY108" fmla="*/ 3565134 h 4304871"/>
              <a:gd name="connsiteX109" fmla="*/ 801384 w 11113212"/>
              <a:gd name="connsiteY109" fmla="*/ 2320612 h 4304871"/>
              <a:gd name="connsiteX110" fmla="*/ 842225 w 11113212"/>
              <a:gd name="connsiteY110" fmla="*/ 2307934 h 4304871"/>
              <a:gd name="connsiteX111" fmla="*/ 991163 w 11113212"/>
              <a:gd name="connsiteY111" fmla="*/ 2083238 h 4304871"/>
              <a:gd name="connsiteX112" fmla="*/ 991163 w 11113212"/>
              <a:gd name="connsiteY112" fmla="*/ 97679 h 4304871"/>
              <a:gd name="connsiteX113" fmla="*/ 1008460 w 11113212"/>
              <a:gd name="connsiteY113" fmla="*/ 88291 h 4304871"/>
              <a:gd name="connsiteX114" fmla="*/ 1140432 w 11113212"/>
              <a:gd name="connsiteY114" fmla="*/ 61647 h 4304871"/>
              <a:gd name="connsiteX115" fmla="*/ 9154280 w 11113212"/>
              <a:gd name="connsiteY115" fmla="*/ 61646 h 4304871"/>
              <a:gd name="connsiteX116" fmla="*/ 9286252 w 11113212"/>
              <a:gd name="connsiteY116" fmla="*/ 88290 h 4304871"/>
              <a:gd name="connsiteX117" fmla="*/ 9338492 w 11113212"/>
              <a:gd name="connsiteY117" fmla="*/ 116645 h 4304871"/>
              <a:gd name="connsiteX118" fmla="*/ 9338492 w 11113212"/>
              <a:gd name="connsiteY118" fmla="*/ 2083238 h 4304871"/>
              <a:gd name="connsiteX119" fmla="*/ 9487431 w 11113212"/>
              <a:gd name="connsiteY119" fmla="*/ 2307934 h 4304871"/>
              <a:gd name="connsiteX120" fmla="*/ 9493327 w 11113212"/>
              <a:gd name="connsiteY120" fmla="*/ 2309765 h 4304871"/>
              <a:gd name="connsiteX121" fmla="*/ 9493327 w 11113212"/>
              <a:gd name="connsiteY121" fmla="*/ 3565134 h 4304871"/>
              <a:gd name="connsiteX122" fmla="*/ 9154280 w 11113212"/>
              <a:gd name="connsiteY122" fmla="*/ 3904181 h 4304871"/>
              <a:gd name="connsiteX123" fmla="*/ 8815233 w 11113212"/>
              <a:gd name="connsiteY123" fmla="*/ 3565134 h 4304871"/>
              <a:gd name="connsiteX124" fmla="*/ 8815233 w 11113212"/>
              <a:gd name="connsiteY124" fmla="*/ 2317727 h 4304871"/>
              <a:gd name="connsiteX125" fmla="*/ 8846778 w 11113212"/>
              <a:gd name="connsiteY125" fmla="*/ 2307934 h 4304871"/>
              <a:gd name="connsiteX126" fmla="*/ 8995717 w 11113212"/>
              <a:gd name="connsiteY126" fmla="*/ 2083238 h 4304871"/>
              <a:gd name="connsiteX127" fmla="*/ 8995717 w 11113212"/>
              <a:gd name="connsiteY127" fmla="*/ 102723 h 4304871"/>
              <a:gd name="connsiteX128" fmla="*/ 9022308 w 11113212"/>
              <a:gd name="connsiteY128" fmla="*/ 88290 h 4304871"/>
              <a:gd name="connsiteX129" fmla="*/ 9154280 w 11113212"/>
              <a:gd name="connsiteY129" fmla="*/ 61646 h 4304871"/>
              <a:gd name="connsiteX130" fmla="*/ 7551510 w 11113212"/>
              <a:gd name="connsiteY130" fmla="*/ 61646 h 4304871"/>
              <a:gd name="connsiteX131" fmla="*/ 7890557 w 11113212"/>
              <a:gd name="connsiteY131" fmla="*/ 400693 h 4304871"/>
              <a:gd name="connsiteX132" fmla="*/ 7890557 w 11113212"/>
              <a:gd name="connsiteY132" fmla="*/ 3565134 h 4304871"/>
              <a:gd name="connsiteX133" fmla="*/ 7551510 w 11113212"/>
              <a:gd name="connsiteY133" fmla="*/ 3904181 h 4304871"/>
              <a:gd name="connsiteX134" fmla="*/ 7212463 w 11113212"/>
              <a:gd name="connsiteY134" fmla="*/ 3565134 h 4304871"/>
              <a:gd name="connsiteX135" fmla="*/ 7212463 w 11113212"/>
              <a:gd name="connsiteY135" fmla="*/ 2325386 h 4304871"/>
              <a:gd name="connsiteX136" fmla="*/ 7244621 w 11113212"/>
              <a:gd name="connsiteY136" fmla="*/ 2322144 h 4304871"/>
              <a:gd name="connsiteX137" fmla="*/ 7439335 w 11113212"/>
              <a:gd name="connsiteY137" fmla="*/ 2083238 h 4304871"/>
              <a:gd name="connsiteX138" fmla="*/ 7439335 w 11113212"/>
              <a:gd name="connsiteY138" fmla="*/ 82145 h 4304871"/>
              <a:gd name="connsiteX139" fmla="*/ 7483180 w 11113212"/>
              <a:gd name="connsiteY139" fmla="*/ 68534 h 4304871"/>
              <a:gd name="connsiteX140" fmla="*/ 7551510 w 11113212"/>
              <a:gd name="connsiteY140" fmla="*/ 61646 h 4304871"/>
              <a:gd name="connsiteX141" fmla="*/ 5948740 w 11113212"/>
              <a:gd name="connsiteY141" fmla="*/ 61646 h 4304871"/>
              <a:gd name="connsiteX142" fmla="*/ 6080712 w 11113212"/>
              <a:gd name="connsiteY142" fmla="*/ 88290 h 4304871"/>
              <a:gd name="connsiteX143" fmla="*/ 6099446 w 11113212"/>
              <a:gd name="connsiteY143" fmla="*/ 98459 h 4304871"/>
              <a:gd name="connsiteX144" fmla="*/ 6099446 w 11113212"/>
              <a:gd name="connsiteY144" fmla="*/ 2083238 h 4304871"/>
              <a:gd name="connsiteX145" fmla="*/ 6248385 w 11113212"/>
              <a:gd name="connsiteY145" fmla="*/ 2307934 h 4304871"/>
              <a:gd name="connsiteX146" fmla="*/ 6287787 w 11113212"/>
              <a:gd name="connsiteY146" fmla="*/ 2320166 h 4304871"/>
              <a:gd name="connsiteX147" fmla="*/ 6287787 w 11113212"/>
              <a:gd name="connsiteY147" fmla="*/ 3565134 h 4304871"/>
              <a:gd name="connsiteX148" fmla="*/ 5948740 w 11113212"/>
              <a:gd name="connsiteY148" fmla="*/ 3904181 h 4304871"/>
              <a:gd name="connsiteX149" fmla="*/ 5609693 w 11113212"/>
              <a:gd name="connsiteY149" fmla="*/ 3565134 h 4304871"/>
              <a:gd name="connsiteX150" fmla="*/ 5609693 w 11113212"/>
              <a:gd name="connsiteY150" fmla="*/ 400693 h 4304871"/>
              <a:gd name="connsiteX151" fmla="*/ 5948740 w 11113212"/>
              <a:gd name="connsiteY151" fmla="*/ 61646 h 4304871"/>
              <a:gd name="connsiteX152" fmla="*/ 4345970 w 11113212"/>
              <a:gd name="connsiteY152" fmla="*/ 61646 h 4304871"/>
              <a:gd name="connsiteX153" fmla="*/ 4477943 w 11113212"/>
              <a:gd name="connsiteY153" fmla="*/ 88290 h 4304871"/>
              <a:gd name="connsiteX154" fmla="*/ 4512242 w 11113212"/>
              <a:gd name="connsiteY154" fmla="*/ 106908 h 4304871"/>
              <a:gd name="connsiteX155" fmla="*/ 4512242 w 11113212"/>
              <a:gd name="connsiteY155" fmla="*/ 2083238 h 4304871"/>
              <a:gd name="connsiteX156" fmla="*/ 4661181 w 11113212"/>
              <a:gd name="connsiteY156" fmla="*/ 2307934 h 4304871"/>
              <a:gd name="connsiteX157" fmla="*/ 4685017 w 11113212"/>
              <a:gd name="connsiteY157" fmla="*/ 2315334 h 4304871"/>
              <a:gd name="connsiteX158" fmla="*/ 4685017 w 11113212"/>
              <a:gd name="connsiteY158" fmla="*/ 3565134 h 4304871"/>
              <a:gd name="connsiteX159" fmla="*/ 4345970 w 11113212"/>
              <a:gd name="connsiteY159" fmla="*/ 3904181 h 4304871"/>
              <a:gd name="connsiteX160" fmla="*/ 4006923 w 11113212"/>
              <a:gd name="connsiteY160" fmla="*/ 3565134 h 4304871"/>
              <a:gd name="connsiteX161" fmla="*/ 4006923 w 11113212"/>
              <a:gd name="connsiteY161" fmla="*/ 2321236 h 4304871"/>
              <a:gd name="connsiteX162" fmla="*/ 4049774 w 11113212"/>
              <a:gd name="connsiteY162" fmla="*/ 2307934 h 4304871"/>
              <a:gd name="connsiteX163" fmla="*/ 4198712 w 11113212"/>
              <a:gd name="connsiteY163" fmla="*/ 2083238 h 4304871"/>
              <a:gd name="connsiteX164" fmla="*/ 4198712 w 11113212"/>
              <a:gd name="connsiteY164" fmla="*/ 96587 h 4304871"/>
              <a:gd name="connsiteX165" fmla="*/ 4213998 w 11113212"/>
              <a:gd name="connsiteY165" fmla="*/ 88290 h 4304871"/>
              <a:gd name="connsiteX166" fmla="*/ 4345970 w 11113212"/>
              <a:gd name="connsiteY166" fmla="*/ 61646 h 4304871"/>
              <a:gd name="connsiteX167" fmla="*/ 10774166 w 11113212"/>
              <a:gd name="connsiteY167" fmla="*/ 0 h 4304871"/>
              <a:gd name="connsiteX168" fmla="*/ 11113212 w 11113212"/>
              <a:gd name="connsiteY168" fmla="*/ 339046 h 4304871"/>
              <a:gd name="connsiteX169" fmla="*/ 11113212 w 11113212"/>
              <a:gd name="connsiteY169" fmla="*/ 3578343 h 4304871"/>
              <a:gd name="connsiteX170" fmla="*/ 10774166 w 11113212"/>
              <a:gd name="connsiteY170" fmla="*/ 3917389 h 4304871"/>
              <a:gd name="connsiteX171" fmla="*/ 10435120 w 11113212"/>
              <a:gd name="connsiteY171" fmla="*/ 3578343 h 4304871"/>
              <a:gd name="connsiteX172" fmla="*/ 10435120 w 11113212"/>
              <a:gd name="connsiteY172" fmla="*/ 2318697 h 4304871"/>
              <a:gd name="connsiteX173" fmla="*/ 10469791 w 11113212"/>
              <a:gd name="connsiteY173" fmla="*/ 2307934 h 4304871"/>
              <a:gd name="connsiteX174" fmla="*/ 10618730 w 11113212"/>
              <a:gd name="connsiteY174" fmla="*/ 2083238 h 4304871"/>
              <a:gd name="connsiteX175" fmla="*/ 10618730 w 11113212"/>
              <a:gd name="connsiteY175" fmla="*/ 39380 h 4304871"/>
              <a:gd name="connsiteX176" fmla="*/ 10642194 w 11113212"/>
              <a:gd name="connsiteY176" fmla="*/ 26644 h 4304871"/>
              <a:gd name="connsiteX177" fmla="*/ 10774166 w 11113212"/>
              <a:gd name="connsiteY177" fmla="*/ 0 h 430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1113212" h="4304871">
                <a:moveTo>
                  <a:pt x="9955665" y="462337"/>
                </a:moveTo>
                <a:cubicBezTo>
                  <a:pt x="10002477" y="462337"/>
                  <a:pt x="10047074" y="471824"/>
                  <a:pt x="10087637" y="488981"/>
                </a:cubicBezTo>
                <a:lnTo>
                  <a:pt x="10131010" y="512523"/>
                </a:lnTo>
                <a:lnTo>
                  <a:pt x="10131010" y="2083238"/>
                </a:lnTo>
                <a:cubicBezTo>
                  <a:pt x="10131010" y="2184248"/>
                  <a:pt x="10192424" y="2270914"/>
                  <a:pt x="10279949" y="2307934"/>
                </a:cubicBezTo>
                <a:lnTo>
                  <a:pt x="10294712" y="2312517"/>
                </a:lnTo>
                <a:lnTo>
                  <a:pt x="10294712" y="3965824"/>
                </a:lnTo>
                <a:cubicBezTo>
                  <a:pt x="10294712" y="4153074"/>
                  <a:pt x="10142915" y="4304871"/>
                  <a:pt x="9955665" y="4304871"/>
                </a:cubicBezTo>
                <a:cubicBezTo>
                  <a:pt x="9768415" y="4304871"/>
                  <a:pt x="9616618" y="4153074"/>
                  <a:pt x="9616618" y="3965824"/>
                </a:cubicBezTo>
                <a:lnTo>
                  <a:pt x="9616618" y="2323644"/>
                </a:lnTo>
                <a:lnTo>
                  <a:pt x="9631498" y="2322144"/>
                </a:lnTo>
                <a:cubicBezTo>
                  <a:pt x="9742621" y="2299405"/>
                  <a:pt x="9826212" y="2201083"/>
                  <a:pt x="9826212" y="2083238"/>
                </a:cubicBezTo>
                <a:lnTo>
                  <a:pt x="9826212" y="488199"/>
                </a:lnTo>
                <a:lnTo>
                  <a:pt x="9887335" y="469225"/>
                </a:lnTo>
                <a:cubicBezTo>
                  <a:pt x="9909406" y="464709"/>
                  <a:pt x="9932259" y="462337"/>
                  <a:pt x="9955665" y="462337"/>
                </a:cubicBezTo>
                <a:close/>
                <a:moveTo>
                  <a:pt x="3544585" y="462337"/>
                </a:moveTo>
                <a:cubicBezTo>
                  <a:pt x="3591398" y="462337"/>
                  <a:pt x="3635995" y="471824"/>
                  <a:pt x="3676558" y="488981"/>
                </a:cubicBezTo>
                <a:lnTo>
                  <a:pt x="3710992" y="507672"/>
                </a:lnTo>
                <a:lnTo>
                  <a:pt x="3710992" y="2083238"/>
                </a:lnTo>
                <a:cubicBezTo>
                  <a:pt x="3710992" y="2184248"/>
                  <a:pt x="3772406" y="2270914"/>
                  <a:pt x="3859931" y="2307934"/>
                </a:cubicBezTo>
                <a:lnTo>
                  <a:pt x="3883633" y="2315292"/>
                </a:lnTo>
                <a:lnTo>
                  <a:pt x="3883633" y="3965824"/>
                </a:lnTo>
                <a:cubicBezTo>
                  <a:pt x="3883633" y="4153074"/>
                  <a:pt x="3731835" y="4304871"/>
                  <a:pt x="3544585" y="4304871"/>
                </a:cubicBezTo>
                <a:cubicBezTo>
                  <a:pt x="3357335" y="4304871"/>
                  <a:pt x="3205539" y="4153074"/>
                  <a:pt x="3205539" y="3965824"/>
                </a:cubicBezTo>
                <a:lnTo>
                  <a:pt x="3205539" y="2319548"/>
                </a:lnTo>
                <a:lnTo>
                  <a:pt x="3242953" y="2307934"/>
                </a:lnTo>
                <a:cubicBezTo>
                  <a:pt x="3330478" y="2270914"/>
                  <a:pt x="3391891" y="2184248"/>
                  <a:pt x="3391891" y="2083238"/>
                </a:cubicBezTo>
                <a:lnTo>
                  <a:pt x="3391891" y="500229"/>
                </a:lnTo>
                <a:lnTo>
                  <a:pt x="3412613" y="488981"/>
                </a:lnTo>
                <a:cubicBezTo>
                  <a:pt x="3453176" y="471824"/>
                  <a:pt x="3497773" y="462337"/>
                  <a:pt x="3544585" y="462337"/>
                </a:cubicBezTo>
                <a:close/>
                <a:moveTo>
                  <a:pt x="1941817" y="462337"/>
                </a:moveTo>
                <a:cubicBezTo>
                  <a:pt x="2129067" y="462337"/>
                  <a:pt x="2280864" y="614134"/>
                  <a:pt x="2280864" y="801384"/>
                </a:cubicBezTo>
                <a:lnTo>
                  <a:pt x="2280864" y="3965824"/>
                </a:lnTo>
                <a:cubicBezTo>
                  <a:pt x="2280864" y="4153074"/>
                  <a:pt x="2129067" y="4304871"/>
                  <a:pt x="1941817" y="4304871"/>
                </a:cubicBezTo>
                <a:cubicBezTo>
                  <a:pt x="1754567" y="4304871"/>
                  <a:pt x="1602770" y="4153074"/>
                  <a:pt x="1602770" y="3965824"/>
                </a:cubicBezTo>
                <a:lnTo>
                  <a:pt x="1602770" y="2320080"/>
                </a:lnTo>
                <a:lnTo>
                  <a:pt x="1641898" y="2307934"/>
                </a:lnTo>
                <a:cubicBezTo>
                  <a:pt x="1729423" y="2270914"/>
                  <a:pt x="1790837" y="2184248"/>
                  <a:pt x="1790837" y="2083238"/>
                </a:cubicBezTo>
                <a:lnTo>
                  <a:pt x="1790837" y="499298"/>
                </a:lnTo>
                <a:lnTo>
                  <a:pt x="1809845" y="488981"/>
                </a:lnTo>
                <a:cubicBezTo>
                  <a:pt x="1850408" y="471824"/>
                  <a:pt x="1895005" y="462337"/>
                  <a:pt x="1941817" y="462337"/>
                </a:cubicBezTo>
                <a:close/>
                <a:moveTo>
                  <a:pt x="339047" y="462337"/>
                </a:moveTo>
                <a:cubicBezTo>
                  <a:pt x="385860" y="462337"/>
                  <a:pt x="430456" y="471824"/>
                  <a:pt x="471019" y="488981"/>
                </a:cubicBezTo>
                <a:lnTo>
                  <a:pt x="503443" y="506580"/>
                </a:lnTo>
                <a:lnTo>
                  <a:pt x="503443" y="2083238"/>
                </a:lnTo>
                <a:cubicBezTo>
                  <a:pt x="503443" y="2184248"/>
                  <a:pt x="564857" y="2270914"/>
                  <a:pt x="652382" y="2307934"/>
                </a:cubicBezTo>
                <a:lnTo>
                  <a:pt x="678093" y="2315916"/>
                </a:lnTo>
                <a:lnTo>
                  <a:pt x="678093" y="3965824"/>
                </a:lnTo>
                <a:cubicBezTo>
                  <a:pt x="678093" y="4153074"/>
                  <a:pt x="526297" y="4304871"/>
                  <a:pt x="339047" y="4304871"/>
                </a:cubicBezTo>
                <a:cubicBezTo>
                  <a:pt x="151797" y="4304871"/>
                  <a:pt x="0" y="4153074"/>
                  <a:pt x="0" y="3965824"/>
                </a:cubicBezTo>
                <a:lnTo>
                  <a:pt x="0" y="801384"/>
                </a:lnTo>
                <a:cubicBezTo>
                  <a:pt x="0" y="614134"/>
                  <a:pt x="151797" y="462337"/>
                  <a:pt x="339047" y="462337"/>
                </a:cubicBezTo>
                <a:close/>
                <a:moveTo>
                  <a:pt x="8352895" y="462336"/>
                </a:moveTo>
                <a:cubicBezTo>
                  <a:pt x="8399707" y="462336"/>
                  <a:pt x="8444304" y="471823"/>
                  <a:pt x="8484867" y="488980"/>
                </a:cubicBezTo>
                <a:lnTo>
                  <a:pt x="8507997" y="501535"/>
                </a:lnTo>
                <a:lnTo>
                  <a:pt x="8507997" y="2083238"/>
                </a:lnTo>
                <a:cubicBezTo>
                  <a:pt x="8507997" y="2184248"/>
                  <a:pt x="8569411" y="2270914"/>
                  <a:pt x="8656936" y="2307934"/>
                </a:cubicBezTo>
                <a:lnTo>
                  <a:pt x="8691942" y="2318801"/>
                </a:lnTo>
                <a:lnTo>
                  <a:pt x="8691942" y="3965824"/>
                </a:lnTo>
                <a:cubicBezTo>
                  <a:pt x="8691942" y="4153074"/>
                  <a:pt x="8540145" y="4304871"/>
                  <a:pt x="8352895" y="4304871"/>
                </a:cubicBezTo>
                <a:cubicBezTo>
                  <a:pt x="8165645" y="4304871"/>
                  <a:pt x="8013848" y="4153074"/>
                  <a:pt x="8013848" y="3965824"/>
                </a:cubicBezTo>
                <a:lnTo>
                  <a:pt x="8013848" y="801383"/>
                </a:lnTo>
                <a:cubicBezTo>
                  <a:pt x="8013848" y="614133"/>
                  <a:pt x="8165645" y="462336"/>
                  <a:pt x="8352895" y="462336"/>
                </a:cubicBezTo>
                <a:close/>
                <a:moveTo>
                  <a:pt x="6750125" y="462336"/>
                </a:moveTo>
                <a:cubicBezTo>
                  <a:pt x="6820344" y="462336"/>
                  <a:pt x="6885577" y="483683"/>
                  <a:pt x="6939689" y="520240"/>
                </a:cubicBezTo>
                <a:lnTo>
                  <a:pt x="6951615" y="530080"/>
                </a:lnTo>
                <a:lnTo>
                  <a:pt x="6951615" y="2083238"/>
                </a:lnTo>
                <a:cubicBezTo>
                  <a:pt x="6951615" y="2167413"/>
                  <a:pt x="6994264" y="2241627"/>
                  <a:pt x="7059131" y="2285451"/>
                </a:cubicBezTo>
                <a:lnTo>
                  <a:pt x="7089172" y="2301757"/>
                </a:lnTo>
                <a:lnTo>
                  <a:pt x="7089172" y="3965824"/>
                </a:lnTo>
                <a:cubicBezTo>
                  <a:pt x="7089172" y="4153074"/>
                  <a:pt x="6937375" y="4304871"/>
                  <a:pt x="6750125" y="4304871"/>
                </a:cubicBezTo>
                <a:cubicBezTo>
                  <a:pt x="6562875" y="4304871"/>
                  <a:pt x="6411078" y="4153074"/>
                  <a:pt x="6411078" y="3965824"/>
                </a:cubicBezTo>
                <a:lnTo>
                  <a:pt x="6411078" y="2316362"/>
                </a:lnTo>
                <a:lnTo>
                  <a:pt x="6438228" y="2307934"/>
                </a:lnTo>
                <a:cubicBezTo>
                  <a:pt x="6525752" y="2270914"/>
                  <a:pt x="6587166" y="2184248"/>
                  <a:pt x="6587166" y="2083238"/>
                </a:cubicBezTo>
                <a:lnTo>
                  <a:pt x="6587166" y="505799"/>
                </a:lnTo>
                <a:lnTo>
                  <a:pt x="6618153" y="488980"/>
                </a:lnTo>
                <a:cubicBezTo>
                  <a:pt x="6658716" y="471823"/>
                  <a:pt x="6703313" y="462336"/>
                  <a:pt x="6750125" y="462336"/>
                </a:cubicBezTo>
                <a:close/>
                <a:moveTo>
                  <a:pt x="5147355" y="462336"/>
                </a:moveTo>
                <a:cubicBezTo>
                  <a:pt x="5334605" y="462336"/>
                  <a:pt x="5486402" y="614133"/>
                  <a:pt x="5486402" y="801383"/>
                </a:cubicBezTo>
                <a:lnTo>
                  <a:pt x="5486402" y="3965824"/>
                </a:lnTo>
                <a:cubicBezTo>
                  <a:pt x="5486402" y="4153074"/>
                  <a:pt x="5334605" y="4304871"/>
                  <a:pt x="5147355" y="4304871"/>
                </a:cubicBezTo>
                <a:cubicBezTo>
                  <a:pt x="4960105" y="4304871"/>
                  <a:pt x="4808308" y="4153074"/>
                  <a:pt x="4808308" y="3965824"/>
                </a:cubicBezTo>
                <a:lnTo>
                  <a:pt x="4808308" y="2321194"/>
                </a:lnTo>
                <a:lnTo>
                  <a:pt x="4851024" y="2307934"/>
                </a:lnTo>
                <a:cubicBezTo>
                  <a:pt x="4938549" y="2270914"/>
                  <a:pt x="4999962" y="2184248"/>
                  <a:pt x="4999962" y="2083238"/>
                </a:cubicBezTo>
                <a:lnTo>
                  <a:pt x="4999962" y="497350"/>
                </a:lnTo>
                <a:lnTo>
                  <a:pt x="5015383" y="488980"/>
                </a:lnTo>
                <a:cubicBezTo>
                  <a:pt x="5055946" y="471823"/>
                  <a:pt x="5100543" y="462336"/>
                  <a:pt x="5147355" y="462336"/>
                </a:cubicBezTo>
                <a:close/>
                <a:moveTo>
                  <a:pt x="2743202" y="61647"/>
                </a:moveTo>
                <a:cubicBezTo>
                  <a:pt x="2790015" y="61647"/>
                  <a:pt x="2834611" y="71134"/>
                  <a:pt x="2875174" y="88291"/>
                </a:cubicBezTo>
                <a:lnTo>
                  <a:pt x="2904172" y="104031"/>
                </a:lnTo>
                <a:lnTo>
                  <a:pt x="2904172" y="2083238"/>
                </a:lnTo>
                <a:cubicBezTo>
                  <a:pt x="2904172" y="2184248"/>
                  <a:pt x="2965586" y="2270914"/>
                  <a:pt x="3053111" y="2307934"/>
                </a:cubicBezTo>
                <a:lnTo>
                  <a:pt x="3082249" y="2316980"/>
                </a:lnTo>
                <a:lnTo>
                  <a:pt x="3082249" y="3565134"/>
                </a:lnTo>
                <a:cubicBezTo>
                  <a:pt x="3082249" y="3752384"/>
                  <a:pt x="2930452" y="3904181"/>
                  <a:pt x="2743202" y="3904181"/>
                </a:cubicBezTo>
                <a:cubicBezTo>
                  <a:pt x="2555952" y="3904181"/>
                  <a:pt x="2404155" y="3752384"/>
                  <a:pt x="2404155" y="3565134"/>
                </a:cubicBezTo>
                <a:lnTo>
                  <a:pt x="2404155" y="400694"/>
                </a:lnTo>
                <a:cubicBezTo>
                  <a:pt x="2404155" y="213444"/>
                  <a:pt x="2555952" y="61647"/>
                  <a:pt x="2743202" y="61647"/>
                </a:cubicBezTo>
                <a:close/>
                <a:moveTo>
                  <a:pt x="1140432" y="61647"/>
                </a:moveTo>
                <a:cubicBezTo>
                  <a:pt x="1187245" y="61647"/>
                  <a:pt x="1231842" y="71134"/>
                  <a:pt x="1272404" y="88291"/>
                </a:cubicBezTo>
                <a:lnTo>
                  <a:pt x="1303116" y="104961"/>
                </a:lnTo>
                <a:lnTo>
                  <a:pt x="1303116" y="2083238"/>
                </a:lnTo>
                <a:cubicBezTo>
                  <a:pt x="1303116" y="2184248"/>
                  <a:pt x="1364531" y="2270914"/>
                  <a:pt x="1452055" y="2307934"/>
                </a:cubicBezTo>
                <a:lnTo>
                  <a:pt x="1479479" y="2316447"/>
                </a:lnTo>
                <a:lnTo>
                  <a:pt x="1479479" y="3565134"/>
                </a:lnTo>
                <a:cubicBezTo>
                  <a:pt x="1479479" y="3752384"/>
                  <a:pt x="1327682" y="3904181"/>
                  <a:pt x="1140432" y="3904181"/>
                </a:cubicBezTo>
                <a:cubicBezTo>
                  <a:pt x="953182" y="3904181"/>
                  <a:pt x="801384" y="3752384"/>
                  <a:pt x="801384" y="3565134"/>
                </a:cubicBezTo>
                <a:lnTo>
                  <a:pt x="801384" y="2320612"/>
                </a:lnTo>
                <a:lnTo>
                  <a:pt x="842225" y="2307934"/>
                </a:lnTo>
                <a:cubicBezTo>
                  <a:pt x="929750" y="2270914"/>
                  <a:pt x="991163" y="2184248"/>
                  <a:pt x="991163" y="2083238"/>
                </a:cubicBezTo>
                <a:lnTo>
                  <a:pt x="991163" y="97679"/>
                </a:lnTo>
                <a:lnTo>
                  <a:pt x="1008460" y="88291"/>
                </a:lnTo>
                <a:cubicBezTo>
                  <a:pt x="1049023" y="71134"/>
                  <a:pt x="1093620" y="61647"/>
                  <a:pt x="1140432" y="61647"/>
                </a:cubicBezTo>
                <a:close/>
                <a:moveTo>
                  <a:pt x="9154280" y="61646"/>
                </a:moveTo>
                <a:cubicBezTo>
                  <a:pt x="9201093" y="61646"/>
                  <a:pt x="9245689" y="71133"/>
                  <a:pt x="9286252" y="88290"/>
                </a:cubicBezTo>
                <a:lnTo>
                  <a:pt x="9338492" y="116645"/>
                </a:lnTo>
                <a:lnTo>
                  <a:pt x="9338492" y="2083238"/>
                </a:lnTo>
                <a:cubicBezTo>
                  <a:pt x="9338492" y="2184248"/>
                  <a:pt x="9399906" y="2270914"/>
                  <a:pt x="9487431" y="2307934"/>
                </a:cubicBezTo>
                <a:lnTo>
                  <a:pt x="9493327" y="2309765"/>
                </a:lnTo>
                <a:lnTo>
                  <a:pt x="9493327" y="3565134"/>
                </a:lnTo>
                <a:cubicBezTo>
                  <a:pt x="9493327" y="3752384"/>
                  <a:pt x="9341530" y="3904181"/>
                  <a:pt x="9154280" y="3904181"/>
                </a:cubicBezTo>
                <a:cubicBezTo>
                  <a:pt x="8967030" y="3904181"/>
                  <a:pt x="8815233" y="3752384"/>
                  <a:pt x="8815233" y="3565134"/>
                </a:cubicBezTo>
                <a:lnTo>
                  <a:pt x="8815233" y="2317727"/>
                </a:lnTo>
                <a:lnTo>
                  <a:pt x="8846778" y="2307934"/>
                </a:lnTo>
                <a:cubicBezTo>
                  <a:pt x="8934303" y="2270914"/>
                  <a:pt x="8995717" y="2184248"/>
                  <a:pt x="8995717" y="2083238"/>
                </a:cubicBezTo>
                <a:lnTo>
                  <a:pt x="8995717" y="102723"/>
                </a:lnTo>
                <a:lnTo>
                  <a:pt x="9022308" y="88290"/>
                </a:lnTo>
                <a:cubicBezTo>
                  <a:pt x="9062871" y="71133"/>
                  <a:pt x="9107468" y="61646"/>
                  <a:pt x="9154280" y="61646"/>
                </a:cubicBezTo>
                <a:close/>
                <a:moveTo>
                  <a:pt x="7551510" y="61646"/>
                </a:moveTo>
                <a:cubicBezTo>
                  <a:pt x="7738760" y="61646"/>
                  <a:pt x="7890557" y="213443"/>
                  <a:pt x="7890557" y="400693"/>
                </a:cubicBezTo>
                <a:lnTo>
                  <a:pt x="7890557" y="3565134"/>
                </a:lnTo>
                <a:cubicBezTo>
                  <a:pt x="7890557" y="3752384"/>
                  <a:pt x="7738760" y="3904181"/>
                  <a:pt x="7551510" y="3904181"/>
                </a:cubicBezTo>
                <a:cubicBezTo>
                  <a:pt x="7364260" y="3904181"/>
                  <a:pt x="7212463" y="3752384"/>
                  <a:pt x="7212463" y="3565134"/>
                </a:cubicBezTo>
                <a:lnTo>
                  <a:pt x="7212463" y="2325386"/>
                </a:lnTo>
                <a:lnTo>
                  <a:pt x="7244621" y="2322144"/>
                </a:lnTo>
                <a:cubicBezTo>
                  <a:pt x="7355744" y="2299405"/>
                  <a:pt x="7439335" y="2201083"/>
                  <a:pt x="7439335" y="2083238"/>
                </a:cubicBezTo>
                <a:lnTo>
                  <a:pt x="7439335" y="82145"/>
                </a:lnTo>
                <a:lnTo>
                  <a:pt x="7483180" y="68534"/>
                </a:lnTo>
                <a:cubicBezTo>
                  <a:pt x="7505251" y="64018"/>
                  <a:pt x="7528104" y="61646"/>
                  <a:pt x="7551510" y="61646"/>
                </a:cubicBezTo>
                <a:close/>
                <a:moveTo>
                  <a:pt x="5948740" y="61646"/>
                </a:moveTo>
                <a:cubicBezTo>
                  <a:pt x="5995553" y="61646"/>
                  <a:pt x="6040149" y="71133"/>
                  <a:pt x="6080712" y="88290"/>
                </a:cubicBezTo>
                <a:lnTo>
                  <a:pt x="6099446" y="98459"/>
                </a:lnTo>
                <a:lnTo>
                  <a:pt x="6099446" y="2083238"/>
                </a:lnTo>
                <a:cubicBezTo>
                  <a:pt x="6099446" y="2184248"/>
                  <a:pt x="6160860" y="2270914"/>
                  <a:pt x="6248385" y="2307934"/>
                </a:cubicBezTo>
                <a:lnTo>
                  <a:pt x="6287787" y="2320166"/>
                </a:lnTo>
                <a:lnTo>
                  <a:pt x="6287787" y="3565134"/>
                </a:lnTo>
                <a:cubicBezTo>
                  <a:pt x="6287787" y="3752384"/>
                  <a:pt x="6135990" y="3904181"/>
                  <a:pt x="5948740" y="3904181"/>
                </a:cubicBezTo>
                <a:cubicBezTo>
                  <a:pt x="5761490" y="3904181"/>
                  <a:pt x="5609693" y="3752384"/>
                  <a:pt x="5609693" y="3565134"/>
                </a:cubicBezTo>
                <a:lnTo>
                  <a:pt x="5609693" y="400693"/>
                </a:lnTo>
                <a:cubicBezTo>
                  <a:pt x="5609693" y="213443"/>
                  <a:pt x="5761490" y="61646"/>
                  <a:pt x="5948740" y="61646"/>
                </a:cubicBezTo>
                <a:close/>
                <a:moveTo>
                  <a:pt x="4345970" y="61646"/>
                </a:moveTo>
                <a:cubicBezTo>
                  <a:pt x="4392783" y="61646"/>
                  <a:pt x="4437380" y="71133"/>
                  <a:pt x="4477943" y="88290"/>
                </a:cubicBezTo>
                <a:lnTo>
                  <a:pt x="4512242" y="106908"/>
                </a:lnTo>
                <a:lnTo>
                  <a:pt x="4512242" y="2083238"/>
                </a:lnTo>
                <a:cubicBezTo>
                  <a:pt x="4512242" y="2184248"/>
                  <a:pt x="4573656" y="2270914"/>
                  <a:pt x="4661181" y="2307934"/>
                </a:cubicBezTo>
                <a:lnTo>
                  <a:pt x="4685017" y="2315334"/>
                </a:lnTo>
                <a:lnTo>
                  <a:pt x="4685017" y="3565134"/>
                </a:lnTo>
                <a:cubicBezTo>
                  <a:pt x="4685017" y="3752384"/>
                  <a:pt x="4533220" y="3904181"/>
                  <a:pt x="4345970" y="3904181"/>
                </a:cubicBezTo>
                <a:cubicBezTo>
                  <a:pt x="4158720" y="3904181"/>
                  <a:pt x="4006923" y="3752384"/>
                  <a:pt x="4006923" y="3565134"/>
                </a:cubicBezTo>
                <a:lnTo>
                  <a:pt x="4006923" y="2321236"/>
                </a:lnTo>
                <a:lnTo>
                  <a:pt x="4049774" y="2307934"/>
                </a:lnTo>
                <a:cubicBezTo>
                  <a:pt x="4137299" y="2270914"/>
                  <a:pt x="4198712" y="2184248"/>
                  <a:pt x="4198712" y="2083238"/>
                </a:cubicBezTo>
                <a:lnTo>
                  <a:pt x="4198712" y="96587"/>
                </a:lnTo>
                <a:lnTo>
                  <a:pt x="4213998" y="88290"/>
                </a:lnTo>
                <a:cubicBezTo>
                  <a:pt x="4254561" y="71133"/>
                  <a:pt x="4299158" y="61646"/>
                  <a:pt x="4345970" y="61646"/>
                </a:cubicBezTo>
                <a:close/>
                <a:moveTo>
                  <a:pt x="10774166" y="0"/>
                </a:moveTo>
                <a:cubicBezTo>
                  <a:pt x="10961416" y="0"/>
                  <a:pt x="11113212" y="151796"/>
                  <a:pt x="11113212" y="339046"/>
                </a:cubicBezTo>
                <a:lnTo>
                  <a:pt x="11113212" y="3578343"/>
                </a:lnTo>
                <a:cubicBezTo>
                  <a:pt x="11113212" y="3765593"/>
                  <a:pt x="10961416" y="3917389"/>
                  <a:pt x="10774166" y="3917389"/>
                </a:cubicBezTo>
                <a:cubicBezTo>
                  <a:pt x="10586916" y="3917389"/>
                  <a:pt x="10435120" y="3765593"/>
                  <a:pt x="10435120" y="3578343"/>
                </a:cubicBezTo>
                <a:lnTo>
                  <a:pt x="10435120" y="2318697"/>
                </a:lnTo>
                <a:lnTo>
                  <a:pt x="10469791" y="2307934"/>
                </a:lnTo>
                <a:cubicBezTo>
                  <a:pt x="10557316" y="2270914"/>
                  <a:pt x="10618730" y="2184248"/>
                  <a:pt x="10618730" y="2083238"/>
                </a:cubicBezTo>
                <a:lnTo>
                  <a:pt x="10618730" y="39380"/>
                </a:lnTo>
                <a:lnTo>
                  <a:pt x="10642194" y="26644"/>
                </a:lnTo>
                <a:cubicBezTo>
                  <a:pt x="10682757" y="9487"/>
                  <a:pt x="10727354" y="0"/>
                  <a:pt x="10774166" y="0"/>
                </a:cubicBezTo>
                <a:close/>
              </a:path>
            </a:pathLst>
          </a:custGeom>
          <a:solidFill>
            <a:schemeClr val="bg1"/>
          </a:solidFill>
        </p:spPr>
      </p:pic>
      <p:grpSp>
        <p:nvGrpSpPr>
          <p:cNvPr id="14" name="Group 13">
            <a:extLst>
              <a:ext uri="{FF2B5EF4-FFF2-40B4-BE49-F238E27FC236}">
                <a16:creationId xmlns:a16="http://schemas.microsoft.com/office/drawing/2014/main" id="{9614035C-D07E-6212-EA2D-D861529CCB1B}"/>
              </a:ext>
            </a:extLst>
          </p:cNvPr>
          <p:cNvGrpSpPr/>
          <p:nvPr/>
        </p:nvGrpSpPr>
        <p:grpSpPr>
          <a:xfrm>
            <a:off x="394775" y="415751"/>
            <a:ext cx="1477568" cy="1571887"/>
            <a:chOff x="625145" y="428945"/>
            <a:chExt cx="1438785" cy="1701470"/>
          </a:xfrm>
        </p:grpSpPr>
        <p:pic>
          <p:nvPicPr>
            <p:cNvPr id="15" name="Picture 4">
              <a:extLst>
                <a:ext uri="{FF2B5EF4-FFF2-40B4-BE49-F238E27FC236}">
                  <a16:creationId xmlns:a16="http://schemas.microsoft.com/office/drawing/2014/main" id="{FF4FF7E3-415A-479E-5D5D-FA059BCB51FB}"/>
                </a:ext>
              </a:extLst>
            </p:cNvPr>
            <p:cNvPicPr>
              <a:picLocks noChangeAspect="1" noChangeArrowheads="1"/>
            </p:cNvPicPr>
            <p:nvPr/>
          </p:nvPicPr>
          <p:blipFill>
            <a:blip r:embed="rId9">
              <a:extLst>
                <a:ext uri="{96DAC541-7B7A-43D3-8B79-37D633B846F1}">
                  <asvg:svgBlip xmlns:asvg="http://schemas.microsoft.com/office/drawing/2016/SVG/main" r:embed="rId10"/>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Shape 15">
              <a:extLst>
                <a:ext uri="{FF2B5EF4-FFF2-40B4-BE49-F238E27FC236}">
                  <a16:creationId xmlns:a16="http://schemas.microsoft.com/office/drawing/2014/main" id="{6EC21CB7-E72D-D500-71D1-4800CC2BC5F0}"/>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دانشگاه اصفهان</a:t>
              </a:r>
            </a:p>
          </p:txBody>
        </p:sp>
        <p:sp>
          <p:nvSpPr>
            <p:cNvPr id="17" name="Freeform: Shape 16">
              <a:extLst>
                <a:ext uri="{FF2B5EF4-FFF2-40B4-BE49-F238E27FC236}">
                  <a16:creationId xmlns:a16="http://schemas.microsoft.com/office/drawing/2014/main" id="{AFE189A4-2816-0352-B23E-B6E17B3DA4F1}"/>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دانشکده مهندسی کامپیوتر</a:t>
              </a:r>
            </a:p>
          </p:txBody>
        </p:sp>
        <p:sp>
          <p:nvSpPr>
            <p:cNvPr id="18" name="Freeform: Shape 17">
              <a:extLst>
                <a:ext uri="{FF2B5EF4-FFF2-40B4-BE49-F238E27FC236}">
                  <a16:creationId xmlns:a16="http://schemas.microsoft.com/office/drawing/2014/main" id="{3765981C-3CA6-DE09-81FE-054D33E510CE}"/>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گروه هوش مصنوعی و رباتیک</a:t>
              </a:r>
            </a:p>
          </p:txBody>
        </p:sp>
      </p:grpSp>
      <p:sp>
        <p:nvSpPr>
          <p:cNvPr id="19" name="TextBox 18">
            <a:extLst>
              <a:ext uri="{FF2B5EF4-FFF2-40B4-BE49-F238E27FC236}">
                <a16:creationId xmlns:a16="http://schemas.microsoft.com/office/drawing/2014/main" id="{2EE2A33F-05A2-5142-F917-77B1FAFECFB6}"/>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r"/>
            <a:r>
              <a:rPr lang="fa-IR" sz="1200" b="1" dirty="0">
                <a:latin typeface="Vazir Light FD" panose="020B0604020202020204" charset="-78"/>
                <a:cs typeface="Vazir Light FD" panose="020B0604020202020204" charset="-78"/>
              </a:rPr>
              <a:t>محمد امین کیانی، ارائه درس سمینار و روش پژوهش</a:t>
            </a:r>
            <a:endParaRPr lang="en-US" sz="1200" b="1" dirty="0">
              <a:latin typeface="Vazir Light FD" panose="020B0604020202020204" charset="-78"/>
              <a:cs typeface="Vazir Light FD" panose="020B0604020202020204" charset="-78"/>
            </a:endParaRPr>
          </a:p>
        </p:txBody>
      </p:sp>
    </p:spTree>
    <p:extLst>
      <p:ext uri="{BB962C8B-B14F-4D97-AF65-F5344CB8AC3E}">
        <p14:creationId xmlns:p14="http://schemas.microsoft.com/office/powerpoint/2010/main" val="12195180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9F2FE93-2B41-43B8-A4BB-8CC1767501DD}"/>
              </a:ext>
            </a:extLst>
          </p:cNvPr>
          <p:cNvSpPr/>
          <p:nvPr/>
        </p:nvSpPr>
        <p:spPr>
          <a:xfrm>
            <a:off x="1291765" y="1280473"/>
            <a:ext cx="9608457" cy="4297054"/>
          </a:xfrm>
          <a:prstGeom prst="roundRect">
            <a:avLst>
              <a:gd name="adj" fmla="val 1309"/>
            </a:avLst>
          </a:prstGeom>
          <a:solidFill>
            <a:srgbClr val="262344"/>
          </a:solidFill>
          <a:ln>
            <a:solidFill>
              <a:srgbClr val="262344">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3" name="Title 1">
            <a:extLst>
              <a:ext uri="{FF2B5EF4-FFF2-40B4-BE49-F238E27FC236}">
                <a16:creationId xmlns:a16="http://schemas.microsoft.com/office/drawing/2014/main" id="{8E2E3265-0067-49BB-B185-6A88ADF643A9}"/>
              </a:ext>
            </a:extLst>
          </p:cNvPr>
          <p:cNvSpPr>
            <a:spLocks noGrp="1"/>
          </p:cNvSpPr>
          <p:nvPr>
            <p:ph type="ctrTitle"/>
          </p:nvPr>
        </p:nvSpPr>
        <p:spPr>
          <a:xfrm>
            <a:off x="2597297" y="2317953"/>
            <a:ext cx="6690269" cy="1201095"/>
          </a:xfrm>
        </p:spPr>
        <p:txBody>
          <a:bodyPr>
            <a:noAutofit/>
          </a:bodyPr>
          <a:lstStyle/>
          <a:p>
            <a:r>
              <a:rPr lang="fa-IR" sz="6600" dirty="0">
                <a:solidFill>
                  <a:schemeClr val="bg1"/>
                </a:solidFill>
                <a:latin typeface="Estedad Black" panose="02000A03000000000000" pitchFamily="2" charset="-78"/>
                <a:cs typeface="Estedad Black" panose="02000A03000000000000" pitchFamily="2" charset="-78"/>
              </a:rPr>
              <a:t>مراجع</a:t>
            </a:r>
          </a:p>
        </p:txBody>
      </p:sp>
      <p:sp>
        <p:nvSpPr>
          <p:cNvPr id="38" name="Freeform: Shape 37">
            <a:extLst>
              <a:ext uri="{FF2B5EF4-FFF2-40B4-BE49-F238E27FC236}">
                <a16:creationId xmlns:a16="http://schemas.microsoft.com/office/drawing/2014/main" id="{EBBA44A2-354B-4CA5-BA07-20E9E168A8A9}"/>
              </a:ext>
            </a:extLst>
          </p:cNvPr>
          <p:cNvSpPr/>
          <p:nvPr/>
        </p:nvSpPr>
        <p:spPr>
          <a:xfrm>
            <a:off x="5554715" y="1035310"/>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1440" tIns="91440" rIns="91440" bIns="0" numCol="1" spcCol="1270" anchor="ctr" anchorCtr="0">
            <a:noAutofit/>
          </a:bodyPr>
          <a:lstStyle/>
          <a:p>
            <a:pPr marL="0" lvl="0" indent="0" algn="ctr" defTabSz="1466850">
              <a:lnSpc>
                <a:spcPct val="90000"/>
              </a:lnSpc>
              <a:spcBef>
                <a:spcPct val="0"/>
              </a:spcBef>
              <a:spcAft>
                <a:spcPct val="35000"/>
              </a:spcAft>
              <a:buNone/>
            </a:pPr>
            <a:endParaRPr lang="fa-IR" sz="2000" kern="1200" dirty="0">
              <a:cs typeface="B Titr" panose="00000700000000000000" pitchFamily="2" charset="-78"/>
            </a:endParaRPr>
          </a:p>
        </p:txBody>
      </p:sp>
      <p:pic>
        <p:nvPicPr>
          <p:cNvPr id="21" name="Graphic 20" descr="Home">
            <a:extLst>
              <a:ext uri="{FF2B5EF4-FFF2-40B4-BE49-F238E27FC236}">
                <a16:creationId xmlns:a16="http://schemas.microsoft.com/office/drawing/2014/main" id="{445AD03F-DC12-4E8D-81B6-7B74D49A14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1400" y="1048873"/>
            <a:ext cx="389195" cy="389195"/>
          </a:xfrm>
          <a:prstGeom prst="rect">
            <a:avLst/>
          </a:prstGeom>
        </p:spPr>
      </p:pic>
      <p:sp>
        <p:nvSpPr>
          <p:cNvPr id="29" name="!!Freeform: Shape 20">
            <a:hlinkClick r:id="rId4" action="ppaction://hlinksldjump"/>
            <a:extLst>
              <a:ext uri="{FF2B5EF4-FFF2-40B4-BE49-F238E27FC236}">
                <a16:creationId xmlns:a16="http://schemas.microsoft.com/office/drawing/2014/main" id="{FF3AFF16-998E-4019-8AB5-D18BC8C43CB0}"/>
              </a:ext>
            </a:extLst>
          </p:cNvPr>
          <p:cNvSpPr/>
          <p:nvPr/>
        </p:nvSpPr>
        <p:spPr>
          <a:xfrm flipH="1">
            <a:off x="12228020" y="1348992"/>
            <a:ext cx="2127509" cy="57939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اول</a:t>
            </a:r>
          </a:p>
        </p:txBody>
      </p:sp>
      <p:sp>
        <p:nvSpPr>
          <p:cNvPr id="30" name="Freeform: Shape 29">
            <a:hlinkClick r:id="rId5" action="ppaction://hlinksldjump"/>
            <a:extLst>
              <a:ext uri="{FF2B5EF4-FFF2-40B4-BE49-F238E27FC236}">
                <a16:creationId xmlns:a16="http://schemas.microsoft.com/office/drawing/2014/main" id="{5E169015-33E8-4D36-9AE6-2B6696A95EB9}"/>
              </a:ext>
            </a:extLst>
          </p:cNvPr>
          <p:cNvSpPr/>
          <p:nvPr/>
        </p:nvSpPr>
        <p:spPr>
          <a:xfrm flipH="1">
            <a:off x="12228020" y="2252344"/>
            <a:ext cx="2127509" cy="57939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12700" cap="flat" cmpd="sng" algn="ctr">
            <a:noFill/>
            <a:prstDash val="dash"/>
            <a:miter lim="800000"/>
          </a:ln>
          <a:effectLst/>
        </p:spPr>
        <p:txBody>
          <a:bodyPr rtlCol="0" anchor="ctr"/>
          <a:lstStyle/>
          <a:p>
            <a:pPr algn="ctr" rtl="1"/>
            <a:r>
              <a:rPr lang="fa-IR" dirty="0">
                <a:solidFill>
                  <a:prstClr val="white"/>
                </a:solidFill>
                <a:latin typeface="Shabnam" panose="020B0603030804020204" pitchFamily="34" charset="-78"/>
                <a:cs typeface="Shabnam" panose="020B0603030804020204" pitchFamily="34" charset="-78"/>
              </a:rPr>
              <a:t>فصل</a:t>
            </a:r>
            <a:r>
              <a:rPr lang="fa-IR" sz="2200" b="1" kern="0" dirty="0">
                <a:solidFill>
                  <a:prstClr val="black">
                    <a:lumMod val="85000"/>
                    <a:lumOff val="15000"/>
                  </a:prstClr>
                </a:solidFill>
                <a:latin typeface="Shabnam" panose="020B0603030804020204" pitchFamily="34" charset="-78"/>
                <a:cs typeface="Shabnam" panose="020B0603030804020204" pitchFamily="34" charset="-78"/>
              </a:rPr>
              <a:t> </a:t>
            </a:r>
            <a:r>
              <a:rPr lang="fa-IR" dirty="0">
                <a:solidFill>
                  <a:prstClr val="white"/>
                </a:solidFill>
                <a:latin typeface="Shabnam" panose="020B0603030804020204" pitchFamily="34" charset="-78"/>
                <a:cs typeface="Shabnam" panose="020B0603030804020204" pitchFamily="34" charset="-78"/>
              </a:rPr>
              <a:t>دوم</a:t>
            </a:r>
          </a:p>
        </p:txBody>
      </p:sp>
      <p:sp>
        <p:nvSpPr>
          <p:cNvPr id="36" name="!!Freeform: Shape 32">
            <a:hlinkClick r:id="rId5" action="ppaction://hlinksldjump"/>
            <a:extLst>
              <a:ext uri="{FF2B5EF4-FFF2-40B4-BE49-F238E27FC236}">
                <a16:creationId xmlns:a16="http://schemas.microsoft.com/office/drawing/2014/main" id="{7E06BC56-4CDB-4893-8542-BABB3D350A0C}"/>
              </a:ext>
            </a:extLst>
          </p:cNvPr>
          <p:cNvSpPr/>
          <p:nvPr/>
        </p:nvSpPr>
        <p:spPr>
          <a:xfrm flipH="1">
            <a:off x="12228020" y="3155696"/>
            <a:ext cx="2127510" cy="57939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سوم</a:t>
            </a:r>
          </a:p>
        </p:txBody>
      </p:sp>
      <p:sp>
        <p:nvSpPr>
          <p:cNvPr id="40" name="Freeform: Shape 39">
            <a:hlinkClick r:id="rId6" action="ppaction://hlinksldjump"/>
            <a:extLst>
              <a:ext uri="{FF2B5EF4-FFF2-40B4-BE49-F238E27FC236}">
                <a16:creationId xmlns:a16="http://schemas.microsoft.com/office/drawing/2014/main" id="{AB6D9056-2C7E-4A84-9224-CA946D9C7395}"/>
              </a:ext>
            </a:extLst>
          </p:cNvPr>
          <p:cNvSpPr/>
          <p:nvPr/>
        </p:nvSpPr>
        <p:spPr>
          <a:xfrm flipH="1">
            <a:off x="12228020" y="4059048"/>
            <a:ext cx="2127509" cy="57939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فصل چهارم</a:t>
            </a:r>
          </a:p>
        </p:txBody>
      </p:sp>
      <p:sp>
        <p:nvSpPr>
          <p:cNvPr id="41" name="!!Freeform: Shape 34">
            <a:hlinkClick r:id="" action="ppaction://noaction"/>
            <a:extLst>
              <a:ext uri="{FF2B5EF4-FFF2-40B4-BE49-F238E27FC236}">
                <a16:creationId xmlns:a16="http://schemas.microsoft.com/office/drawing/2014/main" id="{04703027-9E90-45AC-8F53-1570CFC00486}"/>
              </a:ext>
            </a:extLst>
          </p:cNvPr>
          <p:cNvSpPr/>
          <p:nvPr/>
        </p:nvSpPr>
        <p:spPr>
          <a:xfrm flipH="1">
            <a:off x="12205754" y="4962400"/>
            <a:ext cx="2127509" cy="57939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FFD966"/>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200" b="1" kern="0" dirty="0">
                <a:solidFill>
                  <a:prstClr val="black">
                    <a:lumMod val="85000"/>
                    <a:lumOff val="15000"/>
                  </a:prstClr>
                </a:solidFill>
                <a:latin typeface="Shabnam" panose="020B0603030804020204" pitchFamily="34" charset="-78"/>
                <a:cs typeface="Shabnam" panose="020B0603030804020204" pitchFamily="34" charset="-78"/>
              </a:rPr>
              <a:t>فصل</a:t>
            </a:r>
            <a:r>
              <a:rPr lang="fa-IR" dirty="0">
                <a:solidFill>
                  <a:prstClr val="white"/>
                </a:solidFill>
                <a:latin typeface="Shabnam" panose="020B0603030804020204" pitchFamily="34" charset="-78"/>
                <a:cs typeface="Shabnam" panose="020B0603030804020204" pitchFamily="34" charset="-78"/>
              </a:rPr>
              <a:t> </a:t>
            </a:r>
            <a:r>
              <a:rPr lang="fa-IR" sz="2200" b="1" kern="0" dirty="0">
                <a:solidFill>
                  <a:prstClr val="black">
                    <a:lumMod val="85000"/>
                    <a:lumOff val="15000"/>
                  </a:prstClr>
                </a:solidFill>
                <a:latin typeface="Shabnam" panose="020B0603030804020204" pitchFamily="34" charset="-78"/>
                <a:cs typeface="Shabnam" panose="020B0603030804020204" pitchFamily="34" charset="-78"/>
              </a:rPr>
              <a:t>پنجم</a:t>
            </a:r>
          </a:p>
        </p:txBody>
      </p:sp>
      <p:sp>
        <p:nvSpPr>
          <p:cNvPr id="39" name="Subtitle 2">
            <a:extLst>
              <a:ext uri="{FF2B5EF4-FFF2-40B4-BE49-F238E27FC236}">
                <a16:creationId xmlns:a16="http://schemas.microsoft.com/office/drawing/2014/main" id="{BE6B9C04-DB38-4FC5-933F-3F77469B36BE}"/>
              </a:ext>
            </a:extLst>
          </p:cNvPr>
          <p:cNvSpPr>
            <a:spLocks noGrp="1"/>
          </p:cNvSpPr>
          <p:nvPr>
            <p:ph type="subTitle" idx="1"/>
          </p:nvPr>
        </p:nvSpPr>
        <p:spPr>
          <a:xfrm>
            <a:off x="2515234" y="3764211"/>
            <a:ext cx="6772332" cy="1201095"/>
          </a:xfrm>
        </p:spPr>
        <p:txBody>
          <a:bodyPr>
            <a:normAutofit/>
          </a:bodyPr>
          <a:lstStyle/>
          <a:p>
            <a:pPr rtl="1">
              <a:lnSpc>
                <a:spcPct val="170000"/>
              </a:lnSpc>
            </a:pPr>
            <a:r>
              <a:rPr lang="fa-IR" dirty="0">
                <a:solidFill>
                  <a:schemeClr val="bg1"/>
                </a:solidFill>
                <a:effectLst/>
                <a:latin typeface="Shabnam" panose="020B0603030804020204" pitchFamily="34" charset="-78"/>
                <a:cs typeface="Shabnam" panose="020B0603030804020204" pitchFamily="34" charset="-78"/>
              </a:rPr>
              <a:t>لیستی از تمامی بررسی‌های انجام‌شده:</a:t>
            </a:r>
          </a:p>
        </p:txBody>
      </p:sp>
      <p:sp>
        <p:nvSpPr>
          <p:cNvPr id="18" name="Arrow: Chevron 17">
            <a:hlinkClick r:id="rId4" action="ppaction://hlinksldjump"/>
            <a:extLst>
              <a:ext uri="{FF2B5EF4-FFF2-40B4-BE49-F238E27FC236}">
                <a16:creationId xmlns:a16="http://schemas.microsoft.com/office/drawing/2014/main" id="{41A475B3-8E5C-4641-BAFC-7F8BC4ECF8A8}"/>
              </a:ext>
            </a:extLst>
          </p:cNvPr>
          <p:cNvSpPr/>
          <p:nvPr/>
        </p:nvSpPr>
        <p:spPr>
          <a:xfrm>
            <a:off x="6595552" y="1035310"/>
            <a:ext cx="346677" cy="490325"/>
          </a:xfrm>
          <a:prstGeom prst="chevron">
            <a:avLst>
              <a:gd name="adj" fmla="val 35959"/>
            </a:avLst>
          </a:pr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0" tIns="121921" rIns="182880" bIns="121920" numCol="1" spcCol="1270" anchor="ctr" anchorCtr="0">
            <a:noAutofit/>
          </a:bodyPr>
          <a:lstStyle/>
          <a:p>
            <a:pPr algn="ctr" defTabSz="1422400" rtl="1">
              <a:lnSpc>
                <a:spcPct val="90000"/>
              </a:lnSpc>
              <a:spcBef>
                <a:spcPct val="0"/>
              </a:spcBef>
              <a:spcAft>
                <a:spcPct val="35000"/>
              </a:spcAft>
            </a:pPr>
            <a:endParaRPr lang="fa-IR" sz="2400" dirty="0">
              <a:latin typeface="Estedad Black" panose="02000A03000000000000" pitchFamily="2" charset="-78"/>
              <a:cs typeface="Estedad Black" panose="02000A03000000000000" pitchFamily="2" charset="-78"/>
            </a:endParaRPr>
          </a:p>
        </p:txBody>
      </p:sp>
      <p:sp>
        <p:nvSpPr>
          <p:cNvPr id="19" name="Arrow: Chevron 18">
            <a:hlinkClick r:id="rId4" action="ppaction://hlinksldjump"/>
            <a:extLst>
              <a:ext uri="{FF2B5EF4-FFF2-40B4-BE49-F238E27FC236}">
                <a16:creationId xmlns:a16="http://schemas.microsoft.com/office/drawing/2014/main" id="{CE860113-49CB-4A22-8158-531621CFB468}"/>
              </a:ext>
            </a:extLst>
          </p:cNvPr>
          <p:cNvSpPr/>
          <p:nvPr/>
        </p:nvSpPr>
        <p:spPr>
          <a:xfrm flipH="1">
            <a:off x="5249766" y="1035310"/>
            <a:ext cx="346677" cy="490325"/>
          </a:xfrm>
          <a:prstGeom prst="chevron">
            <a:avLst>
              <a:gd name="adj" fmla="val 35959"/>
            </a:avLst>
          </a:pr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0" tIns="121921" rIns="182880" bIns="121920" numCol="1" spcCol="1270" anchor="ctr" anchorCtr="0">
            <a:noAutofit/>
          </a:bodyPr>
          <a:lstStyle/>
          <a:p>
            <a:pPr algn="ctr" defTabSz="1422400" rtl="1">
              <a:lnSpc>
                <a:spcPct val="90000"/>
              </a:lnSpc>
              <a:spcBef>
                <a:spcPct val="0"/>
              </a:spcBef>
              <a:spcAft>
                <a:spcPct val="35000"/>
              </a:spcAft>
            </a:pPr>
            <a:endParaRPr lang="fa-IR" sz="2400" dirty="0">
              <a:latin typeface="Estedad Black" panose="02000A03000000000000" pitchFamily="2" charset="-78"/>
              <a:cs typeface="Estedad Black" panose="02000A03000000000000" pitchFamily="2" charset="-78"/>
            </a:endParaRPr>
          </a:p>
        </p:txBody>
      </p:sp>
      <p:sp>
        <p:nvSpPr>
          <p:cNvPr id="28" name="Freeform: Shape 27">
            <a:extLst>
              <a:ext uri="{FF2B5EF4-FFF2-40B4-BE49-F238E27FC236}">
                <a16:creationId xmlns:a16="http://schemas.microsoft.com/office/drawing/2014/main" id="{DDFE6EF0-0437-48F0-A5BB-EB56C47D268F}"/>
              </a:ext>
            </a:extLst>
          </p:cNvPr>
          <p:cNvSpPr/>
          <p:nvPr/>
        </p:nvSpPr>
        <p:spPr>
          <a:xfrm>
            <a:off x="5554818" y="5337033"/>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FFD966"/>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1440" tIns="91440" rIns="91440" bIns="0" numCol="1" spcCol="1270" anchor="ctr" anchorCtr="0">
            <a:noAutofit/>
          </a:bodyPr>
          <a:lstStyle/>
          <a:p>
            <a:pPr marL="0" lvl="0" indent="0" algn="ctr" defTabSz="1466850">
              <a:lnSpc>
                <a:spcPct val="90000"/>
              </a:lnSpc>
              <a:spcBef>
                <a:spcPct val="0"/>
              </a:spcBef>
              <a:spcAft>
                <a:spcPct val="35000"/>
              </a:spcAft>
              <a:buNone/>
            </a:pPr>
            <a:endParaRPr lang="fa-IR" sz="2000" kern="1200" dirty="0">
              <a:latin typeface="Estedad Black" panose="02000A03000000000000" pitchFamily="2" charset="-78"/>
              <a:cs typeface="Estedad Black" panose="02000A03000000000000" pitchFamily="2" charset="-78"/>
            </a:endParaRPr>
          </a:p>
        </p:txBody>
      </p:sp>
      <p:sp>
        <p:nvSpPr>
          <p:cNvPr id="7" name="TextBox 6">
            <a:extLst>
              <a:ext uri="{FF2B5EF4-FFF2-40B4-BE49-F238E27FC236}">
                <a16:creationId xmlns:a16="http://schemas.microsoft.com/office/drawing/2014/main" id="{61E9C925-628A-B7FE-8B77-5494D21C5CAF}"/>
              </a:ext>
            </a:extLst>
          </p:cNvPr>
          <p:cNvSpPr txBox="1"/>
          <p:nvPr/>
        </p:nvSpPr>
        <p:spPr>
          <a:xfrm>
            <a:off x="5742961" y="5419805"/>
            <a:ext cx="706272" cy="320088"/>
          </a:xfrm>
          <a:prstGeom prst="rect">
            <a:avLst/>
          </a:prstGeom>
          <a:noFill/>
        </p:spPr>
        <p:txBody>
          <a:bodyPr wrap="square">
            <a:spAutoFit/>
          </a:bodyPr>
          <a:lstStyle/>
          <a:p>
            <a:pPr marL="0" lvl="0" indent="0" algn="ctr" defTabSz="1466850">
              <a:lnSpc>
                <a:spcPct val="90000"/>
              </a:lnSpc>
              <a:spcBef>
                <a:spcPct val="0"/>
              </a:spcBef>
              <a:spcAft>
                <a:spcPct val="35000"/>
              </a:spcAft>
              <a:buNone/>
            </a:pPr>
            <a:r>
              <a:rPr lang="fa-IR" sz="1600" b="1" kern="1200" dirty="0">
                <a:solidFill>
                  <a:srgbClr val="262344"/>
                </a:solidFill>
                <a:latin typeface="Vazir Light FD" panose="020B0604020202020204" charset="-78"/>
                <a:cs typeface="Vazir Light FD" panose="020B0604020202020204" charset="-78"/>
              </a:rPr>
              <a:t>21/23</a:t>
            </a:r>
          </a:p>
        </p:txBody>
      </p:sp>
      <p:grpSp>
        <p:nvGrpSpPr>
          <p:cNvPr id="2" name="Group 1">
            <a:extLst>
              <a:ext uri="{FF2B5EF4-FFF2-40B4-BE49-F238E27FC236}">
                <a16:creationId xmlns:a16="http://schemas.microsoft.com/office/drawing/2014/main" id="{12DB1C11-C7F0-FE3D-D48A-816D4CE334C0}"/>
              </a:ext>
            </a:extLst>
          </p:cNvPr>
          <p:cNvGrpSpPr/>
          <p:nvPr/>
        </p:nvGrpSpPr>
        <p:grpSpPr>
          <a:xfrm>
            <a:off x="1361428" y="1348790"/>
            <a:ext cx="1390481" cy="1646959"/>
            <a:chOff x="625145" y="428945"/>
            <a:chExt cx="1438785" cy="1701470"/>
          </a:xfrm>
        </p:grpSpPr>
        <p:pic>
          <p:nvPicPr>
            <p:cNvPr id="3" name="Picture 4">
              <a:extLst>
                <a:ext uri="{FF2B5EF4-FFF2-40B4-BE49-F238E27FC236}">
                  <a16:creationId xmlns:a16="http://schemas.microsoft.com/office/drawing/2014/main" id="{6A42938C-7289-7EE5-5188-0FFA8EDFA9AA}"/>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863096" y="428945"/>
              <a:ext cx="962882" cy="851278"/>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Shape 3">
              <a:extLst>
                <a:ext uri="{FF2B5EF4-FFF2-40B4-BE49-F238E27FC236}">
                  <a16:creationId xmlns:a16="http://schemas.microsoft.com/office/drawing/2014/main" id="{79B3A90E-6264-213C-5E89-D0523A3AC470}"/>
                </a:ext>
              </a:extLst>
            </p:cNvPr>
            <p:cNvSpPr/>
            <p:nvPr/>
          </p:nvSpPr>
          <p:spPr>
            <a:xfrm flipH="1">
              <a:off x="863096" y="1287868"/>
              <a:ext cx="962882"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دانشگاه اصفهان</a:t>
              </a:r>
            </a:p>
          </p:txBody>
        </p:sp>
        <p:sp>
          <p:nvSpPr>
            <p:cNvPr id="5" name="Freeform: Shape 4">
              <a:extLst>
                <a:ext uri="{FF2B5EF4-FFF2-40B4-BE49-F238E27FC236}">
                  <a16:creationId xmlns:a16="http://schemas.microsoft.com/office/drawing/2014/main" id="{AD67B9C9-BD87-9F60-C945-FDCB69BEBB88}"/>
                </a:ext>
              </a:extLst>
            </p:cNvPr>
            <p:cNvSpPr/>
            <p:nvPr/>
          </p:nvSpPr>
          <p:spPr>
            <a:xfrm flipH="1">
              <a:off x="634912" y="1573814"/>
              <a:ext cx="1429017"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دانشکده مهندسی کامپیوتر</a:t>
              </a:r>
            </a:p>
          </p:txBody>
        </p:sp>
        <p:sp>
          <p:nvSpPr>
            <p:cNvPr id="6" name="Freeform: Shape 5">
              <a:extLst>
                <a:ext uri="{FF2B5EF4-FFF2-40B4-BE49-F238E27FC236}">
                  <a16:creationId xmlns:a16="http://schemas.microsoft.com/office/drawing/2014/main" id="{76993357-EDA3-B45F-A36C-3391A1B44FA1}"/>
                </a:ext>
              </a:extLst>
            </p:cNvPr>
            <p:cNvSpPr/>
            <p:nvPr/>
          </p:nvSpPr>
          <p:spPr>
            <a:xfrm flipH="1">
              <a:off x="625145" y="1859760"/>
              <a:ext cx="1438785" cy="27065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گروه هوش مصنوعی و رباتیک</a:t>
              </a:r>
            </a:p>
          </p:txBody>
        </p:sp>
      </p:grpSp>
      <p:sp>
        <p:nvSpPr>
          <p:cNvPr id="8" name="TextBox 7">
            <a:extLst>
              <a:ext uri="{FF2B5EF4-FFF2-40B4-BE49-F238E27FC236}">
                <a16:creationId xmlns:a16="http://schemas.microsoft.com/office/drawing/2014/main" id="{9EBFA044-FF06-CDCF-05E6-C8D2D1F87B73}"/>
              </a:ext>
            </a:extLst>
          </p:cNvPr>
          <p:cNvSpPr txBox="1"/>
          <p:nvPr/>
        </p:nvSpPr>
        <p:spPr>
          <a:xfrm>
            <a:off x="1361428" y="5210469"/>
            <a:ext cx="3238519" cy="276999"/>
          </a:xfrm>
          <a:prstGeom prst="rect">
            <a:avLst/>
          </a:prstGeom>
          <a:solidFill>
            <a:srgbClr val="FFD966"/>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r"/>
            <a:r>
              <a:rPr lang="fa-IR" sz="1200" b="1" dirty="0">
                <a:latin typeface="Vazir Light FD" panose="020B0604020202020204" charset="-78"/>
                <a:cs typeface="Vazir Light FD" panose="020B0604020202020204" charset="-78"/>
              </a:rPr>
              <a:t>محمد امین کیانی، ارائه درس سمینار و روش پژوهش</a:t>
            </a:r>
            <a:endParaRPr lang="en-US" sz="1200" b="1" dirty="0">
              <a:latin typeface="Vazir Light FD" panose="020B0604020202020204" charset="-78"/>
              <a:cs typeface="Vazir Light FD" panose="020B0604020202020204" charset="-78"/>
            </a:endParaRPr>
          </a:p>
        </p:txBody>
      </p:sp>
    </p:spTree>
    <p:extLst>
      <p:ext uri="{BB962C8B-B14F-4D97-AF65-F5344CB8AC3E}">
        <p14:creationId xmlns:p14="http://schemas.microsoft.com/office/powerpoint/2010/main" val="39540188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9F2FE93-2B41-43B8-A4BB-8CC1767501DD}"/>
              </a:ext>
            </a:extLst>
          </p:cNvPr>
          <p:cNvSpPr/>
          <p:nvPr/>
        </p:nvSpPr>
        <p:spPr>
          <a:xfrm>
            <a:off x="305986" y="387461"/>
            <a:ext cx="10580914" cy="6142812"/>
          </a:xfrm>
          <a:prstGeom prst="roundRect">
            <a:avLst>
              <a:gd name="adj" fmla="val 1309"/>
            </a:avLst>
          </a:prstGeom>
          <a:solidFill>
            <a:schemeClr val="bg1"/>
          </a:solidFill>
          <a:ln>
            <a:solidFill>
              <a:srgbClr val="262344"/>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48" name="!!Freeform: Shape 20">
            <a:hlinkClick r:id="rId2" action="ppaction://hlinksldjump"/>
            <a:extLst>
              <a:ext uri="{FF2B5EF4-FFF2-40B4-BE49-F238E27FC236}">
                <a16:creationId xmlns:a16="http://schemas.microsoft.com/office/drawing/2014/main" id="{0D5DBB3B-CB48-4BC6-B242-8CAFEBB0290C}"/>
              </a:ext>
            </a:extLst>
          </p:cNvPr>
          <p:cNvSpPr/>
          <p:nvPr/>
        </p:nvSpPr>
        <p:spPr>
          <a:xfrm flipH="1">
            <a:off x="10105805" y="1292694"/>
            <a:ext cx="2551805" cy="694944"/>
          </a:xfrm>
          <a:custGeom>
            <a:avLst/>
            <a:gdLst>
              <a:gd name="connsiteX0" fmla="*/ 3876375 w 4307610"/>
              <a:gd name="connsiteY0" fmla="*/ 0 h 765434"/>
              <a:gd name="connsiteX1" fmla="*/ 2676576 w 4307610"/>
              <a:gd name="connsiteY1" fmla="*/ 0 h 765434"/>
              <a:gd name="connsiteX2" fmla="*/ 1631034 w 4307610"/>
              <a:gd name="connsiteY2" fmla="*/ 0 h 765434"/>
              <a:gd name="connsiteX3" fmla="*/ 431235 w 4307610"/>
              <a:gd name="connsiteY3" fmla="*/ 0 h 765434"/>
              <a:gd name="connsiteX4" fmla="*/ 0 w 4307610"/>
              <a:gd name="connsiteY4" fmla="*/ 382717 h 765434"/>
              <a:gd name="connsiteX5" fmla="*/ 431235 w 4307610"/>
              <a:gd name="connsiteY5" fmla="*/ 765434 h 765434"/>
              <a:gd name="connsiteX6" fmla="*/ 1631034 w 4307610"/>
              <a:gd name="connsiteY6" fmla="*/ 765434 h 765434"/>
              <a:gd name="connsiteX7" fmla="*/ 2676576 w 4307610"/>
              <a:gd name="connsiteY7" fmla="*/ 765434 h 765434"/>
              <a:gd name="connsiteX8" fmla="*/ 3876375 w 4307610"/>
              <a:gd name="connsiteY8" fmla="*/ 765434 h 765434"/>
              <a:gd name="connsiteX9" fmla="*/ 4307610 w 4307610"/>
              <a:gd name="connsiteY9" fmla="*/ 382717 h 7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4">
                <a:moveTo>
                  <a:pt x="3876375" y="0"/>
                </a:moveTo>
                <a:lnTo>
                  <a:pt x="2676576" y="0"/>
                </a:lnTo>
                <a:lnTo>
                  <a:pt x="1631034" y="0"/>
                </a:lnTo>
                <a:lnTo>
                  <a:pt x="431235" y="0"/>
                </a:lnTo>
                <a:lnTo>
                  <a:pt x="0" y="382717"/>
                </a:lnTo>
                <a:lnTo>
                  <a:pt x="431235" y="765434"/>
                </a:lnTo>
                <a:lnTo>
                  <a:pt x="1631034" y="765434"/>
                </a:lnTo>
                <a:lnTo>
                  <a:pt x="2676576" y="765434"/>
                </a:lnTo>
                <a:lnTo>
                  <a:pt x="3876375" y="765434"/>
                </a:lnTo>
                <a:lnTo>
                  <a:pt x="4307610" y="382717"/>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مقدمه</a:t>
            </a:r>
          </a:p>
        </p:txBody>
      </p:sp>
      <p:sp>
        <p:nvSpPr>
          <p:cNvPr id="49" name="Freeform: Shape 48">
            <a:hlinkClick r:id="rId3" action="ppaction://hlinksldjump"/>
            <a:extLst>
              <a:ext uri="{FF2B5EF4-FFF2-40B4-BE49-F238E27FC236}">
                <a16:creationId xmlns:a16="http://schemas.microsoft.com/office/drawing/2014/main" id="{77D69F18-4B5C-40D6-8116-250D04FED27C}"/>
              </a:ext>
            </a:extLst>
          </p:cNvPr>
          <p:cNvSpPr/>
          <p:nvPr/>
        </p:nvSpPr>
        <p:spPr>
          <a:xfrm flipH="1">
            <a:off x="10105805" y="2196046"/>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پیشینه</a:t>
            </a:r>
          </a:p>
        </p:txBody>
      </p:sp>
      <p:sp>
        <p:nvSpPr>
          <p:cNvPr id="50" name="!!Freeform: Shape 32">
            <a:hlinkClick r:id="rId3" action="ppaction://hlinksldjump"/>
            <a:extLst>
              <a:ext uri="{FF2B5EF4-FFF2-40B4-BE49-F238E27FC236}">
                <a16:creationId xmlns:a16="http://schemas.microsoft.com/office/drawing/2014/main" id="{75FA1A5F-92D2-461A-A986-FB3376117D7B}"/>
              </a:ext>
            </a:extLst>
          </p:cNvPr>
          <p:cNvSpPr/>
          <p:nvPr/>
        </p:nvSpPr>
        <p:spPr>
          <a:xfrm flipH="1">
            <a:off x="10105804" y="3099398"/>
            <a:ext cx="2551806" cy="694944"/>
          </a:xfrm>
          <a:custGeom>
            <a:avLst/>
            <a:gdLst>
              <a:gd name="connsiteX0" fmla="*/ 3876376 w 4307611"/>
              <a:gd name="connsiteY0" fmla="*/ 0 h 765433"/>
              <a:gd name="connsiteX1" fmla="*/ 2676577 w 4307611"/>
              <a:gd name="connsiteY1" fmla="*/ 0 h 765433"/>
              <a:gd name="connsiteX2" fmla="*/ 1631034 w 4307611"/>
              <a:gd name="connsiteY2" fmla="*/ 0 h 765433"/>
              <a:gd name="connsiteX3" fmla="*/ 431235 w 4307611"/>
              <a:gd name="connsiteY3" fmla="*/ 0 h 765433"/>
              <a:gd name="connsiteX4" fmla="*/ 0 w 4307611"/>
              <a:gd name="connsiteY4" fmla="*/ 382716 h 765433"/>
              <a:gd name="connsiteX5" fmla="*/ 431235 w 4307611"/>
              <a:gd name="connsiteY5" fmla="*/ 765433 h 765433"/>
              <a:gd name="connsiteX6" fmla="*/ 1631034 w 4307611"/>
              <a:gd name="connsiteY6" fmla="*/ 765433 h 765433"/>
              <a:gd name="connsiteX7" fmla="*/ 2676577 w 4307611"/>
              <a:gd name="connsiteY7" fmla="*/ 765433 h 765433"/>
              <a:gd name="connsiteX8" fmla="*/ 3876376 w 4307611"/>
              <a:gd name="connsiteY8" fmla="*/ 765433 h 765433"/>
              <a:gd name="connsiteX9" fmla="*/ 4307611 w 4307611"/>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1" h="765433">
                <a:moveTo>
                  <a:pt x="3876376" y="0"/>
                </a:moveTo>
                <a:lnTo>
                  <a:pt x="2676577" y="0"/>
                </a:lnTo>
                <a:lnTo>
                  <a:pt x="1631034" y="0"/>
                </a:lnTo>
                <a:lnTo>
                  <a:pt x="431235" y="0"/>
                </a:lnTo>
                <a:lnTo>
                  <a:pt x="0" y="382716"/>
                </a:lnTo>
                <a:lnTo>
                  <a:pt x="431235" y="765433"/>
                </a:lnTo>
                <a:lnTo>
                  <a:pt x="1631034" y="765433"/>
                </a:lnTo>
                <a:lnTo>
                  <a:pt x="2676577" y="765433"/>
                </a:lnTo>
                <a:lnTo>
                  <a:pt x="3876376" y="765433"/>
                </a:lnTo>
                <a:lnTo>
                  <a:pt x="4307611"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اهداف پژوهش</a:t>
            </a:r>
          </a:p>
        </p:txBody>
      </p:sp>
      <p:sp>
        <p:nvSpPr>
          <p:cNvPr id="51" name="Freeform: Shape 50">
            <a:hlinkClick r:id="" action="ppaction://noaction"/>
            <a:extLst>
              <a:ext uri="{FF2B5EF4-FFF2-40B4-BE49-F238E27FC236}">
                <a16:creationId xmlns:a16="http://schemas.microsoft.com/office/drawing/2014/main" id="{B9830256-9CC9-4B27-AC6A-ED612AFBC1ED}"/>
              </a:ext>
            </a:extLst>
          </p:cNvPr>
          <p:cNvSpPr/>
          <p:nvPr/>
        </p:nvSpPr>
        <p:spPr>
          <a:xfrm flipH="1">
            <a:off x="10105805" y="4002750"/>
            <a:ext cx="2551805" cy="694944"/>
          </a:xfrm>
          <a:custGeom>
            <a:avLst/>
            <a:gdLst>
              <a:gd name="connsiteX0" fmla="*/ 3876375 w 4307610"/>
              <a:gd name="connsiteY0" fmla="*/ 0 h 765433"/>
              <a:gd name="connsiteX1" fmla="*/ 2676576 w 4307610"/>
              <a:gd name="connsiteY1" fmla="*/ 0 h 765433"/>
              <a:gd name="connsiteX2" fmla="*/ 1631034 w 4307610"/>
              <a:gd name="connsiteY2" fmla="*/ 0 h 765433"/>
              <a:gd name="connsiteX3" fmla="*/ 431235 w 4307610"/>
              <a:gd name="connsiteY3" fmla="*/ 0 h 765433"/>
              <a:gd name="connsiteX4" fmla="*/ 0 w 4307610"/>
              <a:gd name="connsiteY4" fmla="*/ 382716 h 765433"/>
              <a:gd name="connsiteX5" fmla="*/ 431235 w 4307610"/>
              <a:gd name="connsiteY5" fmla="*/ 765433 h 765433"/>
              <a:gd name="connsiteX6" fmla="*/ 1631034 w 4307610"/>
              <a:gd name="connsiteY6" fmla="*/ 765433 h 765433"/>
              <a:gd name="connsiteX7" fmla="*/ 2676576 w 4307610"/>
              <a:gd name="connsiteY7" fmla="*/ 765433 h 765433"/>
              <a:gd name="connsiteX8" fmla="*/ 3876375 w 4307610"/>
              <a:gd name="connsiteY8" fmla="*/ 765433 h 765433"/>
              <a:gd name="connsiteX9" fmla="*/ 4307610 w 4307610"/>
              <a:gd name="connsiteY9" fmla="*/ 382716 h 76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3">
                <a:moveTo>
                  <a:pt x="3876375" y="0"/>
                </a:moveTo>
                <a:lnTo>
                  <a:pt x="2676576" y="0"/>
                </a:lnTo>
                <a:lnTo>
                  <a:pt x="1631034" y="0"/>
                </a:lnTo>
                <a:lnTo>
                  <a:pt x="431235" y="0"/>
                </a:lnTo>
                <a:lnTo>
                  <a:pt x="0" y="382716"/>
                </a:lnTo>
                <a:lnTo>
                  <a:pt x="431235" y="765433"/>
                </a:lnTo>
                <a:lnTo>
                  <a:pt x="1631034" y="765433"/>
                </a:lnTo>
                <a:lnTo>
                  <a:pt x="2676576" y="765433"/>
                </a:lnTo>
                <a:lnTo>
                  <a:pt x="3876375" y="765433"/>
                </a:lnTo>
                <a:lnTo>
                  <a:pt x="4307610" y="382716"/>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prstClr val="white"/>
                </a:solidFill>
                <a:latin typeface="Shabnam" panose="020B0603030804020204" pitchFamily="34" charset="-78"/>
                <a:cs typeface="Shabnam" panose="020B0603030804020204" pitchFamily="34" charset="-78"/>
              </a:rPr>
              <a:t>روش پژوهش</a:t>
            </a:r>
          </a:p>
        </p:txBody>
      </p:sp>
      <p:sp>
        <p:nvSpPr>
          <p:cNvPr id="52" name="!!Freeform: Shape 34">
            <a:hlinkClick r:id="" action="ppaction://noaction"/>
            <a:extLst>
              <a:ext uri="{FF2B5EF4-FFF2-40B4-BE49-F238E27FC236}">
                <a16:creationId xmlns:a16="http://schemas.microsoft.com/office/drawing/2014/main" id="{837A91C8-1B0B-4D45-8687-D24DC1EB7D28}"/>
              </a:ext>
            </a:extLst>
          </p:cNvPr>
          <p:cNvSpPr/>
          <p:nvPr/>
        </p:nvSpPr>
        <p:spPr>
          <a:xfrm flipH="1">
            <a:off x="10083539" y="4906102"/>
            <a:ext cx="2551805" cy="694944"/>
          </a:xfrm>
          <a:custGeom>
            <a:avLst/>
            <a:gdLst>
              <a:gd name="connsiteX0" fmla="*/ 3876375 w 4307610"/>
              <a:gd name="connsiteY0" fmla="*/ 0 h 765432"/>
              <a:gd name="connsiteX1" fmla="*/ 2676576 w 4307610"/>
              <a:gd name="connsiteY1" fmla="*/ 0 h 765432"/>
              <a:gd name="connsiteX2" fmla="*/ 1631034 w 4307610"/>
              <a:gd name="connsiteY2" fmla="*/ 0 h 765432"/>
              <a:gd name="connsiteX3" fmla="*/ 431235 w 4307610"/>
              <a:gd name="connsiteY3" fmla="*/ 0 h 765432"/>
              <a:gd name="connsiteX4" fmla="*/ 0 w 4307610"/>
              <a:gd name="connsiteY4" fmla="*/ 382716 h 765432"/>
              <a:gd name="connsiteX5" fmla="*/ 431235 w 4307610"/>
              <a:gd name="connsiteY5" fmla="*/ 765432 h 765432"/>
              <a:gd name="connsiteX6" fmla="*/ 1631034 w 4307610"/>
              <a:gd name="connsiteY6" fmla="*/ 765432 h 765432"/>
              <a:gd name="connsiteX7" fmla="*/ 2676576 w 4307610"/>
              <a:gd name="connsiteY7" fmla="*/ 765432 h 765432"/>
              <a:gd name="connsiteX8" fmla="*/ 3876375 w 4307610"/>
              <a:gd name="connsiteY8" fmla="*/ 765432 h 765432"/>
              <a:gd name="connsiteX9" fmla="*/ 4307610 w 4307610"/>
              <a:gd name="connsiteY9" fmla="*/ 382716 h 7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7610" h="765432">
                <a:moveTo>
                  <a:pt x="3876375" y="0"/>
                </a:moveTo>
                <a:lnTo>
                  <a:pt x="2676576" y="0"/>
                </a:lnTo>
                <a:lnTo>
                  <a:pt x="1631034" y="0"/>
                </a:lnTo>
                <a:lnTo>
                  <a:pt x="431235" y="0"/>
                </a:lnTo>
                <a:lnTo>
                  <a:pt x="0" y="382716"/>
                </a:lnTo>
                <a:lnTo>
                  <a:pt x="431235" y="765432"/>
                </a:lnTo>
                <a:lnTo>
                  <a:pt x="1631034" y="765432"/>
                </a:lnTo>
                <a:lnTo>
                  <a:pt x="2676576" y="765432"/>
                </a:lnTo>
                <a:lnTo>
                  <a:pt x="3876375" y="765432"/>
                </a:lnTo>
                <a:lnTo>
                  <a:pt x="4307610" y="382716"/>
                </a:lnTo>
                <a:close/>
              </a:path>
            </a:pathLst>
          </a:custGeom>
          <a:solidFill>
            <a:srgbClr val="FFD966"/>
          </a:solidFill>
          <a:ln w="12700" cap="flat" cmpd="sng" algn="ctr">
            <a:noFill/>
            <a:prstDash val="dash"/>
            <a:miter lim="800000"/>
          </a:ln>
          <a:effectLst/>
        </p:spPr>
        <p:txBody>
          <a:bodyPr rtlCol="0" anchor="ctr"/>
          <a:lstStyle/>
          <a:p>
            <a:pPr algn="ctr" rtl="1"/>
            <a:r>
              <a:rPr lang="fa-IR" sz="2200" b="1" kern="0" dirty="0">
                <a:solidFill>
                  <a:prstClr val="black">
                    <a:lumMod val="85000"/>
                    <a:lumOff val="15000"/>
                  </a:prstClr>
                </a:solidFill>
                <a:latin typeface="Shabnam" panose="020B0603030804020204" pitchFamily="34" charset="-78"/>
                <a:cs typeface="Shabnam" panose="020B0603030804020204" pitchFamily="34" charset="-78"/>
              </a:rPr>
              <a:t>مراجع</a:t>
            </a:r>
          </a:p>
        </p:txBody>
      </p:sp>
      <p:sp>
        <p:nvSpPr>
          <p:cNvPr id="2" name="Freeform: Shape 1">
            <a:extLst>
              <a:ext uri="{FF2B5EF4-FFF2-40B4-BE49-F238E27FC236}">
                <a16:creationId xmlns:a16="http://schemas.microsoft.com/office/drawing/2014/main" id="{63683828-7D17-A2ED-77F8-38088A584FED}"/>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dirty="0">
              <a:solidFill>
                <a:prstClr val="white"/>
              </a:solidFill>
              <a:cs typeface="Arial"/>
            </a:endParaRPr>
          </a:p>
        </p:txBody>
      </p:sp>
      <p:sp>
        <p:nvSpPr>
          <p:cNvPr id="3" name="Freeform: Shape 2">
            <a:extLst>
              <a:ext uri="{FF2B5EF4-FFF2-40B4-BE49-F238E27FC236}">
                <a16:creationId xmlns:a16="http://schemas.microsoft.com/office/drawing/2014/main" id="{EE50F63E-B1AA-07CD-8F6C-C39ABE5850DB}"/>
              </a:ext>
            </a:extLst>
          </p:cNvPr>
          <p:cNvSpPr/>
          <p:nvPr/>
        </p:nvSpPr>
        <p:spPr>
          <a:xfrm>
            <a:off x="11459054" y="354516"/>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dirty="0">
              <a:solidFill>
                <a:prstClr val="white"/>
              </a:solidFill>
              <a:cs typeface="Arial"/>
            </a:endParaRPr>
          </a:p>
        </p:txBody>
      </p:sp>
      <p:pic>
        <p:nvPicPr>
          <p:cNvPr id="4" name="Graphic 3" descr="Home">
            <a:extLst>
              <a:ext uri="{FF2B5EF4-FFF2-40B4-BE49-F238E27FC236}">
                <a16:creationId xmlns:a16="http://schemas.microsoft.com/office/drawing/2014/main" id="{8A3786AC-F4BE-B4BD-A1C8-5442AE7CAEF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86471" y="405081"/>
            <a:ext cx="389195" cy="389195"/>
          </a:xfrm>
          <a:prstGeom prst="rect">
            <a:avLst/>
          </a:prstGeom>
        </p:spPr>
      </p:pic>
      <p:sp>
        <p:nvSpPr>
          <p:cNvPr id="5" name="TextBox 4">
            <a:extLst>
              <a:ext uri="{FF2B5EF4-FFF2-40B4-BE49-F238E27FC236}">
                <a16:creationId xmlns:a16="http://schemas.microsoft.com/office/drawing/2014/main" id="{68231082-5B2E-40E5-A7AC-A5E0C8B07B57}"/>
              </a:ext>
            </a:extLst>
          </p:cNvPr>
          <p:cNvSpPr txBox="1"/>
          <p:nvPr/>
        </p:nvSpPr>
        <p:spPr>
          <a:xfrm>
            <a:off x="11498811" y="6112895"/>
            <a:ext cx="806054" cy="348557"/>
          </a:xfrm>
          <a:prstGeom prst="rect">
            <a:avLst/>
          </a:prstGeom>
          <a:noFill/>
        </p:spPr>
        <p:txBody>
          <a:bodyPr wrap="square">
            <a:spAutoFit/>
          </a:bodyPr>
          <a:lstStyle/>
          <a:p>
            <a:pPr marL="0" lvl="0" indent="0" algn="ctr" defTabSz="1466850">
              <a:lnSpc>
                <a:spcPct val="90000"/>
              </a:lnSpc>
              <a:spcBef>
                <a:spcPct val="0"/>
              </a:spcBef>
              <a:spcAft>
                <a:spcPct val="35000"/>
              </a:spcAft>
              <a:buNone/>
            </a:pPr>
            <a:r>
              <a:rPr lang="fa-IR" b="1" kern="1200" dirty="0">
                <a:solidFill>
                  <a:schemeClr val="bg1"/>
                </a:solidFill>
                <a:latin typeface="Vazir Light FD" panose="020B0604020202020204" charset="-78"/>
                <a:cs typeface="Vazir Light FD" panose="020B0604020202020204" charset="-78"/>
              </a:rPr>
              <a:t>22/23</a:t>
            </a:r>
          </a:p>
        </p:txBody>
      </p:sp>
      <p:grpSp>
        <p:nvGrpSpPr>
          <p:cNvPr id="77" name="Group 3">
            <a:extLst>
              <a:ext uri="{FF2B5EF4-FFF2-40B4-BE49-F238E27FC236}">
                <a16:creationId xmlns:a16="http://schemas.microsoft.com/office/drawing/2014/main" id="{FD831EF2-D053-E979-2D8F-30EC49306581}"/>
              </a:ext>
            </a:extLst>
          </p:cNvPr>
          <p:cNvGrpSpPr>
            <a:grpSpLocks/>
          </p:cNvGrpSpPr>
          <p:nvPr/>
        </p:nvGrpSpPr>
        <p:grpSpPr bwMode="auto">
          <a:xfrm rot="5400000">
            <a:off x="-900275" y="1651212"/>
            <a:ext cx="5785320" cy="3196204"/>
            <a:chOff x="358345" y="933087"/>
            <a:chExt cx="10911983" cy="5919787"/>
          </a:xfrm>
          <a:solidFill>
            <a:srgbClr val="262344"/>
          </a:solidFill>
        </p:grpSpPr>
        <p:grpSp>
          <p:nvGrpSpPr>
            <p:cNvPr id="78" name="Group 86">
              <a:extLst>
                <a:ext uri="{FF2B5EF4-FFF2-40B4-BE49-F238E27FC236}">
                  <a16:creationId xmlns:a16="http://schemas.microsoft.com/office/drawing/2014/main" id="{948089C8-2E1C-9E9C-A22F-968B9EEEA737}"/>
                </a:ext>
              </a:extLst>
            </p:cNvPr>
            <p:cNvGrpSpPr>
              <a:grpSpLocks/>
            </p:cNvGrpSpPr>
            <p:nvPr/>
          </p:nvGrpSpPr>
          <p:grpSpPr bwMode="auto">
            <a:xfrm rot="6513247">
              <a:off x="8662476" y="2900632"/>
              <a:ext cx="1213307" cy="966312"/>
              <a:chOff x="1114944" y="4582116"/>
              <a:chExt cx="1213307" cy="966312"/>
            </a:xfrm>
            <a:grpFill/>
          </p:grpSpPr>
          <p:sp>
            <p:nvSpPr>
              <p:cNvPr id="117" name="Freeform: Shape 116">
                <a:extLst>
                  <a:ext uri="{FF2B5EF4-FFF2-40B4-BE49-F238E27FC236}">
                    <a16:creationId xmlns:a16="http://schemas.microsoft.com/office/drawing/2014/main" id="{1D16515E-0AC8-4D0A-B527-A8E9B49939F5}"/>
                  </a:ext>
                </a:extLst>
              </p:cNvPr>
              <p:cNvSpPr/>
              <p:nvPr/>
            </p:nvSpPr>
            <p:spPr>
              <a:xfrm rot="17539451">
                <a:off x="1331452" y="4476400"/>
                <a:ext cx="747159" cy="1204276"/>
              </a:xfrm>
              <a:custGeom>
                <a:avLst/>
                <a:gdLst>
                  <a:gd name="connsiteX0" fmla="*/ 1317784 w 1323975"/>
                  <a:gd name="connsiteY0" fmla="*/ 1857851 h 2076450"/>
                  <a:gd name="connsiteX1" fmla="*/ 1104424 w 1323975"/>
                  <a:gd name="connsiteY1" fmla="*/ 2073116 h 2076450"/>
                  <a:gd name="connsiteX2" fmla="*/ 228124 w 1323975"/>
                  <a:gd name="connsiteY2" fmla="*/ 2075974 h 2076450"/>
                  <a:gd name="connsiteX3" fmla="*/ 12859 w 1323975"/>
                  <a:gd name="connsiteY3" fmla="*/ 1862614 h 2076450"/>
                  <a:gd name="connsiteX4" fmla="*/ 7144 w 1323975"/>
                  <a:gd name="connsiteY4" fmla="*/ 225266 h 2076450"/>
                  <a:gd name="connsiteX5" fmla="*/ 220504 w 1323975"/>
                  <a:gd name="connsiteY5" fmla="*/ 10001 h 2076450"/>
                  <a:gd name="connsiteX6" fmla="*/ 1096804 w 1323975"/>
                  <a:gd name="connsiteY6" fmla="*/ 7144 h 2076450"/>
                  <a:gd name="connsiteX7" fmla="*/ 1312069 w 1323975"/>
                  <a:gd name="connsiteY7" fmla="*/ 220504 h 2076450"/>
                  <a:gd name="connsiteX8" fmla="*/ 1317784 w 1323975"/>
                  <a:gd name="connsiteY8" fmla="*/ 1857851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3975" h="2076450">
                    <a:moveTo>
                      <a:pt x="1317784" y="1857851"/>
                    </a:moveTo>
                    <a:cubicBezTo>
                      <a:pt x="1317784" y="1975961"/>
                      <a:pt x="1221581" y="2073116"/>
                      <a:pt x="1104424" y="2073116"/>
                    </a:cubicBezTo>
                    <a:lnTo>
                      <a:pt x="228124" y="2075974"/>
                    </a:lnTo>
                    <a:cubicBezTo>
                      <a:pt x="110014" y="2075974"/>
                      <a:pt x="12859" y="1979771"/>
                      <a:pt x="12859" y="1862614"/>
                    </a:cubicBezTo>
                    <a:lnTo>
                      <a:pt x="7144" y="225266"/>
                    </a:lnTo>
                    <a:cubicBezTo>
                      <a:pt x="7144" y="107156"/>
                      <a:pt x="103346" y="10954"/>
                      <a:pt x="220504" y="10001"/>
                    </a:cubicBezTo>
                    <a:lnTo>
                      <a:pt x="1096804" y="7144"/>
                    </a:lnTo>
                    <a:cubicBezTo>
                      <a:pt x="1214914" y="7144"/>
                      <a:pt x="1312069" y="103346"/>
                      <a:pt x="1312069" y="220504"/>
                    </a:cubicBezTo>
                    <a:lnTo>
                      <a:pt x="1317784" y="1857851"/>
                    </a:ln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sp>
            <p:nvSpPr>
              <p:cNvPr id="118" name="Freeform: Shape 117">
                <a:extLst>
                  <a:ext uri="{FF2B5EF4-FFF2-40B4-BE49-F238E27FC236}">
                    <a16:creationId xmlns:a16="http://schemas.microsoft.com/office/drawing/2014/main" id="{D8A2D35E-8CDB-7EF0-309A-05B27EE4B3B4}"/>
                  </a:ext>
                </a:extLst>
              </p:cNvPr>
              <p:cNvSpPr/>
              <p:nvPr/>
            </p:nvSpPr>
            <p:spPr>
              <a:xfrm rot="17539451">
                <a:off x="1215114" y="4718169"/>
                <a:ext cx="567249" cy="575682"/>
              </a:xfrm>
              <a:custGeom>
                <a:avLst/>
                <a:gdLst>
                  <a:gd name="connsiteX0" fmla="*/ 504352 w 1000125"/>
                  <a:gd name="connsiteY0" fmla="*/ 998699 h 1000125"/>
                  <a:gd name="connsiteX1" fmla="*/ 7147 w 1000125"/>
                  <a:gd name="connsiteY1" fmla="*/ 504352 h 1000125"/>
                  <a:gd name="connsiteX2" fmla="*/ 501494 w 1000125"/>
                  <a:gd name="connsiteY2" fmla="*/ 7147 h 1000125"/>
                  <a:gd name="connsiteX3" fmla="*/ 998699 w 1000125"/>
                  <a:gd name="connsiteY3" fmla="*/ 501494 h 1000125"/>
                  <a:gd name="connsiteX4" fmla="*/ 504352 w 1000125"/>
                  <a:gd name="connsiteY4" fmla="*/ 998699 h 1000125"/>
                  <a:gd name="connsiteX5" fmla="*/ 501494 w 1000125"/>
                  <a:gd name="connsiteY5" fmla="*/ 83347 h 1000125"/>
                  <a:gd name="connsiteX6" fmla="*/ 83347 w 1000125"/>
                  <a:gd name="connsiteY6" fmla="*/ 504352 h 1000125"/>
                  <a:gd name="connsiteX7" fmla="*/ 504352 w 1000125"/>
                  <a:gd name="connsiteY7" fmla="*/ 922499 h 1000125"/>
                  <a:gd name="connsiteX8" fmla="*/ 922499 w 1000125"/>
                  <a:gd name="connsiteY8" fmla="*/ 501494 h 1000125"/>
                  <a:gd name="connsiteX9" fmla="*/ 501494 w 1000125"/>
                  <a:gd name="connsiteY9" fmla="*/ 83347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125" h="1000125">
                    <a:moveTo>
                      <a:pt x="504352" y="998699"/>
                    </a:moveTo>
                    <a:cubicBezTo>
                      <a:pt x="230984" y="999652"/>
                      <a:pt x="8099" y="777719"/>
                      <a:pt x="7147" y="504352"/>
                    </a:cubicBezTo>
                    <a:cubicBezTo>
                      <a:pt x="6194" y="230984"/>
                      <a:pt x="228127" y="8099"/>
                      <a:pt x="501494" y="7147"/>
                    </a:cubicBezTo>
                    <a:cubicBezTo>
                      <a:pt x="774862" y="6194"/>
                      <a:pt x="997747" y="228127"/>
                      <a:pt x="998699" y="501494"/>
                    </a:cubicBezTo>
                    <a:cubicBezTo>
                      <a:pt x="999652" y="774862"/>
                      <a:pt x="777719" y="997747"/>
                      <a:pt x="504352" y="998699"/>
                    </a:cubicBezTo>
                    <a:close/>
                    <a:moveTo>
                      <a:pt x="501494" y="83347"/>
                    </a:moveTo>
                    <a:cubicBezTo>
                      <a:pt x="270037" y="84299"/>
                      <a:pt x="82394" y="272894"/>
                      <a:pt x="83347" y="504352"/>
                    </a:cubicBezTo>
                    <a:cubicBezTo>
                      <a:pt x="84299" y="735809"/>
                      <a:pt x="272894" y="923452"/>
                      <a:pt x="504352" y="922499"/>
                    </a:cubicBezTo>
                    <a:cubicBezTo>
                      <a:pt x="735809" y="921547"/>
                      <a:pt x="923452" y="732952"/>
                      <a:pt x="922499" y="501494"/>
                    </a:cubicBezTo>
                    <a:cubicBezTo>
                      <a:pt x="922499" y="270037"/>
                      <a:pt x="732952" y="82394"/>
                      <a:pt x="501494" y="83347"/>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19" name="Freeform: Shape 118">
                <a:extLst>
                  <a:ext uri="{FF2B5EF4-FFF2-40B4-BE49-F238E27FC236}">
                    <a16:creationId xmlns:a16="http://schemas.microsoft.com/office/drawing/2014/main" id="{11916E7B-96A3-3632-D71D-843657657186}"/>
                  </a:ext>
                </a:extLst>
              </p:cNvPr>
              <p:cNvSpPr/>
              <p:nvPr/>
            </p:nvSpPr>
            <p:spPr>
              <a:xfrm rot="17539451">
                <a:off x="1246286" y="4732235"/>
                <a:ext cx="512217" cy="522771"/>
              </a:xfrm>
              <a:custGeom>
                <a:avLst/>
                <a:gdLst>
                  <a:gd name="connsiteX0" fmla="*/ 900592 w 904875"/>
                  <a:gd name="connsiteY0" fmla="*/ 451965 h 904875"/>
                  <a:gd name="connsiteX1" fmla="*/ 455775 w 904875"/>
                  <a:gd name="connsiteY1" fmla="*/ 900592 h 904875"/>
                  <a:gd name="connsiteX2" fmla="*/ 7147 w 904875"/>
                  <a:gd name="connsiteY2" fmla="*/ 455775 h 904875"/>
                  <a:gd name="connsiteX3" fmla="*/ 451965 w 904875"/>
                  <a:gd name="connsiteY3" fmla="*/ 7147 h 904875"/>
                  <a:gd name="connsiteX4" fmla="*/ 900592 w 904875"/>
                  <a:gd name="connsiteY4" fmla="*/ 451965 h 904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875" h="904875">
                    <a:moveTo>
                      <a:pt x="900592" y="451965"/>
                    </a:moveTo>
                    <a:cubicBezTo>
                      <a:pt x="901545" y="698662"/>
                      <a:pt x="702472" y="899640"/>
                      <a:pt x="455775" y="900592"/>
                    </a:cubicBezTo>
                    <a:cubicBezTo>
                      <a:pt x="209077" y="901545"/>
                      <a:pt x="8100" y="702472"/>
                      <a:pt x="7147" y="455775"/>
                    </a:cubicBezTo>
                    <a:cubicBezTo>
                      <a:pt x="6195" y="209077"/>
                      <a:pt x="205267" y="8100"/>
                      <a:pt x="451965" y="7147"/>
                    </a:cubicBezTo>
                    <a:cubicBezTo>
                      <a:pt x="698662" y="6195"/>
                      <a:pt x="899640" y="205267"/>
                      <a:pt x="900592" y="451965"/>
                    </a:cubicBezTo>
                    <a:close/>
                  </a:path>
                </a:pathLst>
              </a:custGeom>
              <a:grpFill/>
              <a:ln w="12700" cap="flat" cmpd="sng" algn="ctr">
                <a:solidFill>
                  <a:srgbClr val="FFFFFF"/>
                </a:solidFill>
                <a:prstDash val="solid"/>
                <a:miter lim="800000"/>
              </a:ln>
              <a:effec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a:ea typeface="+mn-ea"/>
                  <a:cs typeface="Arial"/>
                </a:endParaRPr>
              </a:p>
            </p:txBody>
          </p:sp>
          <p:sp>
            <p:nvSpPr>
              <p:cNvPr id="120" name="Freeform: Shape 119">
                <a:extLst>
                  <a:ext uri="{FF2B5EF4-FFF2-40B4-BE49-F238E27FC236}">
                    <a16:creationId xmlns:a16="http://schemas.microsoft.com/office/drawing/2014/main" id="{5AC7C6CA-EDBD-50C8-C7B1-96E369429B24}"/>
                  </a:ext>
                </a:extLst>
              </p:cNvPr>
              <p:cNvSpPr/>
              <p:nvPr/>
            </p:nvSpPr>
            <p:spPr>
              <a:xfrm rot="17539451">
                <a:off x="1332818" y="4804278"/>
                <a:ext cx="347122" cy="349218"/>
              </a:xfrm>
              <a:custGeom>
                <a:avLst/>
                <a:gdLst>
                  <a:gd name="connsiteX0" fmla="*/ 209079 w 609600"/>
                  <a:gd name="connsiteY0" fmla="*/ 587216 h 609600"/>
                  <a:gd name="connsiteX1" fmla="*/ 7149 w 609600"/>
                  <a:gd name="connsiteY1" fmla="*/ 306229 h 609600"/>
                  <a:gd name="connsiteX2" fmla="*/ 304329 w 609600"/>
                  <a:gd name="connsiteY2" fmla="*/ 7144 h 609600"/>
                  <a:gd name="connsiteX3" fmla="*/ 400531 w 609600"/>
                  <a:gd name="connsiteY3" fmla="*/ 22384 h 609600"/>
                  <a:gd name="connsiteX4" fmla="*/ 603414 w 609600"/>
                  <a:gd name="connsiteY4" fmla="*/ 303371 h 609600"/>
                  <a:gd name="connsiteX5" fmla="*/ 306234 w 609600"/>
                  <a:gd name="connsiteY5" fmla="*/ 603409 h 609600"/>
                  <a:gd name="connsiteX6" fmla="*/ 209079 w 609600"/>
                  <a:gd name="connsiteY6" fmla="*/ 587216 h 609600"/>
                  <a:gd name="connsiteX7" fmla="*/ 376719 w 609600"/>
                  <a:gd name="connsiteY7" fmla="*/ 92869 h 609600"/>
                  <a:gd name="connsiteX8" fmla="*/ 304329 w 609600"/>
                  <a:gd name="connsiteY8" fmla="*/ 81439 h 609600"/>
                  <a:gd name="connsiteX9" fmla="*/ 81444 w 609600"/>
                  <a:gd name="connsiteY9" fmla="*/ 306229 h 609600"/>
                  <a:gd name="connsiteX10" fmla="*/ 233844 w 609600"/>
                  <a:gd name="connsiteY10" fmla="*/ 517684 h 609600"/>
                  <a:gd name="connsiteX11" fmla="*/ 306234 w 609600"/>
                  <a:gd name="connsiteY11" fmla="*/ 529114 h 609600"/>
                  <a:gd name="connsiteX12" fmla="*/ 529119 w 609600"/>
                  <a:gd name="connsiteY12" fmla="*/ 304324 h 609600"/>
                  <a:gd name="connsiteX13" fmla="*/ 376719 w 609600"/>
                  <a:gd name="connsiteY13" fmla="*/ 92869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9600" h="609600">
                    <a:moveTo>
                      <a:pt x="209079" y="587216"/>
                    </a:moveTo>
                    <a:cubicBezTo>
                      <a:pt x="89064" y="546259"/>
                      <a:pt x="7149" y="433864"/>
                      <a:pt x="7149" y="306229"/>
                    </a:cubicBezTo>
                    <a:cubicBezTo>
                      <a:pt x="6196" y="141446"/>
                      <a:pt x="139546" y="8096"/>
                      <a:pt x="304329" y="7144"/>
                    </a:cubicBezTo>
                    <a:cubicBezTo>
                      <a:pt x="337666" y="7144"/>
                      <a:pt x="370051" y="11906"/>
                      <a:pt x="400531" y="22384"/>
                    </a:cubicBezTo>
                    <a:cubicBezTo>
                      <a:pt x="521499" y="63341"/>
                      <a:pt x="602461" y="176689"/>
                      <a:pt x="603414" y="303371"/>
                    </a:cubicBezTo>
                    <a:cubicBezTo>
                      <a:pt x="603414" y="468154"/>
                      <a:pt x="470064" y="602456"/>
                      <a:pt x="306234" y="603409"/>
                    </a:cubicBezTo>
                    <a:cubicBezTo>
                      <a:pt x="272896" y="603409"/>
                      <a:pt x="240511" y="597694"/>
                      <a:pt x="209079" y="587216"/>
                    </a:cubicBezTo>
                    <a:close/>
                    <a:moveTo>
                      <a:pt x="376719" y="92869"/>
                    </a:moveTo>
                    <a:cubicBezTo>
                      <a:pt x="353859" y="85249"/>
                      <a:pt x="329094" y="81439"/>
                      <a:pt x="304329" y="81439"/>
                    </a:cubicBezTo>
                    <a:cubicBezTo>
                      <a:pt x="180504" y="81439"/>
                      <a:pt x="80491" y="182404"/>
                      <a:pt x="81444" y="306229"/>
                    </a:cubicBezTo>
                    <a:cubicBezTo>
                      <a:pt x="81444" y="401479"/>
                      <a:pt x="142404" y="487204"/>
                      <a:pt x="233844" y="517684"/>
                    </a:cubicBezTo>
                    <a:cubicBezTo>
                      <a:pt x="257656" y="525304"/>
                      <a:pt x="281469" y="529114"/>
                      <a:pt x="306234" y="529114"/>
                    </a:cubicBezTo>
                    <a:cubicBezTo>
                      <a:pt x="430059" y="529114"/>
                      <a:pt x="530071" y="428149"/>
                      <a:pt x="529119" y="304324"/>
                    </a:cubicBezTo>
                    <a:cubicBezTo>
                      <a:pt x="528166" y="208121"/>
                      <a:pt x="467206" y="123349"/>
                      <a:pt x="376719" y="92869"/>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21" name="Freeform: Shape 120">
                <a:extLst>
                  <a:ext uri="{FF2B5EF4-FFF2-40B4-BE49-F238E27FC236}">
                    <a16:creationId xmlns:a16="http://schemas.microsoft.com/office/drawing/2014/main" id="{2C127CAD-1641-9241-CFB8-4C37936FB08A}"/>
                  </a:ext>
                </a:extLst>
              </p:cNvPr>
              <p:cNvSpPr/>
              <p:nvPr/>
            </p:nvSpPr>
            <p:spPr>
              <a:xfrm rot="17539451">
                <a:off x="1451906" y="4966533"/>
                <a:ext cx="91013" cy="91008"/>
              </a:xfrm>
              <a:custGeom>
                <a:avLst/>
                <a:gdLst>
                  <a:gd name="connsiteX0" fmla="*/ 163354 w 161925"/>
                  <a:gd name="connsiteY0" fmla="*/ 85249 h 161925"/>
                  <a:gd name="connsiteX1" fmla="*/ 85249 w 161925"/>
                  <a:gd name="connsiteY1" fmla="*/ 163354 h 161925"/>
                  <a:gd name="connsiteX2" fmla="*/ 7144 w 161925"/>
                  <a:gd name="connsiteY2" fmla="*/ 85249 h 161925"/>
                  <a:gd name="connsiteX3" fmla="*/ 85249 w 161925"/>
                  <a:gd name="connsiteY3" fmla="*/ 7144 h 161925"/>
                  <a:gd name="connsiteX4" fmla="*/ 163354 w 161925"/>
                  <a:gd name="connsiteY4" fmla="*/ 85249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354" y="85249"/>
                    </a:moveTo>
                    <a:cubicBezTo>
                      <a:pt x="163354" y="128111"/>
                      <a:pt x="129064" y="163354"/>
                      <a:pt x="85249" y="163354"/>
                    </a:cubicBezTo>
                    <a:cubicBezTo>
                      <a:pt x="42386" y="163354"/>
                      <a:pt x="7144" y="129064"/>
                      <a:pt x="7144" y="85249"/>
                    </a:cubicBezTo>
                    <a:cubicBezTo>
                      <a:pt x="7144" y="42386"/>
                      <a:pt x="41434" y="7144"/>
                      <a:pt x="85249" y="7144"/>
                    </a:cubicBezTo>
                    <a:cubicBezTo>
                      <a:pt x="128111" y="8096"/>
                      <a:pt x="162401" y="42386"/>
                      <a:pt x="163354" y="85249"/>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22" name="Freeform: Shape 121">
                <a:extLst>
                  <a:ext uri="{FF2B5EF4-FFF2-40B4-BE49-F238E27FC236}">
                    <a16:creationId xmlns:a16="http://schemas.microsoft.com/office/drawing/2014/main" id="{B21A6F34-17B9-5BF6-161E-D9531F23CD24}"/>
                  </a:ext>
                </a:extLst>
              </p:cNvPr>
              <p:cNvSpPr/>
              <p:nvPr/>
            </p:nvSpPr>
            <p:spPr>
              <a:xfrm rot="17539451">
                <a:off x="1792652" y="4989319"/>
                <a:ext cx="402154" cy="402131"/>
              </a:xfrm>
              <a:custGeom>
                <a:avLst/>
                <a:gdLst>
                  <a:gd name="connsiteX0" fmla="*/ 354811 w 704850"/>
                  <a:gd name="connsiteY0" fmla="*/ 700568 h 704850"/>
                  <a:gd name="connsiteX1" fmla="*/ 7148 w 704850"/>
                  <a:gd name="connsiteY1" fmla="*/ 354811 h 704850"/>
                  <a:gd name="connsiteX2" fmla="*/ 352906 w 704850"/>
                  <a:gd name="connsiteY2" fmla="*/ 7148 h 704850"/>
                  <a:gd name="connsiteX3" fmla="*/ 700568 w 704850"/>
                  <a:gd name="connsiteY3" fmla="*/ 352906 h 704850"/>
                  <a:gd name="connsiteX4" fmla="*/ 354811 w 704850"/>
                  <a:gd name="connsiteY4" fmla="*/ 700568 h 704850"/>
                  <a:gd name="connsiteX5" fmla="*/ 352906 w 704850"/>
                  <a:gd name="connsiteY5" fmla="*/ 71918 h 704850"/>
                  <a:gd name="connsiteX6" fmla="*/ 71918 w 704850"/>
                  <a:gd name="connsiteY6" fmla="*/ 354811 h 704850"/>
                  <a:gd name="connsiteX7" fmla="*/ 354811 w 704850"/>
                  <a:gd name="connsiteY7" fmla="*/ 635798 h 704850"/>
                  <a:gd name="connsiteX8" fmla="*/ 635798 w 704850"/>
                  <a:gd name="connsiteY8" fmla="*/ 352906 h 704850"/>
                  <a:gd name="connsiteX9" fmla="*/ 352906 w 704850"/>
                  <a:gd name="connsiteY9" fmla="*/ 71918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850" h="704850">
                    <a:moveTo>
                      <a:pt x="354811" y="700568"/>
                    </a:moveTo>
                    <a:cubicBezTo>
                      <a:pt x="163358" y="701521"/>
                      <a:pt x="7148" y="546263"/>
                      <a:pt x="7148" y="354811"/>
                    </a:cubicBezTo>
                    <a:cubicBezTo>
                      <a:pt x="6196" y="163358"/>
                      <a:pt x="161453" y="7148"/>
                      <a:pt x="352906" y="7148"/>
                    </a:cubicBezTo>
                    <a:cubicBezTo>
                      <a:pt x="544358" y="6196"/>
                      <a:pt x="699616" y="161453"/>
                      <a:pt x="700568" y="352906"/>
                    </a:cubicBezTo>
                    <a:cubicBezTo>
                      <a:pt x="701521" y="543406"/>
                      <a:pt x="546263" y="699616"/>
                      <a:pt x="354811" y="700568"/>
                    </a:cubicBezTo>
                    <a:close/>
                    <a:moveTo>
                      <a:pt x="352906" y="71918"/>
                    </a:moveTo>
                    <a:cubicBezTo>
                      <a:pt x="197648" y="72871"/>
                      <a:pt x="70966" y="199553"/>
                      <a:pt x="71918" y="354811"/>
                    </a:cubicBezTo>
                    <a:cubicBezTo>
                      <a:pt x="72871" y="510068"/>
                      <a:pt x="199553" y="636751"/>
                      <a:pt x="354811" y="635798"/>
                    </a:cubicBezTo>
                    <a:cubicBezTo>
                      <a:pt x="510068" y="634846"/>
                      <a:pt x="636751" y="508163"/>
                      <a:pt x="635798" y="352906"/>
                    </a:cubicBezTo>
                    <a:cubicBezTo>
                      <a:pt x="635798" y="196696"/>
                      <a:pt x="508163" y="70966"/>
                      <a:pt x="352906" y="71918"/>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23" name="Freeform: Shape 122">
                <a:extLst>
                  <a:ext uri="{FF2B5EF4-FFF2-40B4-BE49-F238E27FC236}">
                    <a16:creationId xmlns:a16="http://schemas.microsoft.com/office/drawing/2014/main" id="{929C7118-7C7C-07FC-C18E-EF1858D240B4}"/>
                  </a:ext>
                </a:extLst>
              </p:cNvPr>
              <p:cNvSpPr/>
              <p:nvPr/>
            </p:nvSpPr>
            <p:spPr>
              <a:xfrm rot="17539451">
                <a:off x="1819192" y="5027382"/>
                <a:ext cx="347122" cy="353453"/>
              </a:xfrm>
              <a:custGeom>
                <a:avLst/>
                <a:gdLst>
                  <a:gd name="connsiteX0" fmla="*/ 607224 w 609600"/>
                  <a:gd name="connsiteY0" fmla="*/ 306234 h 609600"/>
                  <a:gd name="connsiteX1" fmla="*/ 308139 w 609600"/>
                  <a:gd name="connsiteY1" fmla="*/ 607224 h 609600"/>
                  <a:gd name="connsiteX2" fmla="*/ 7149 w 609600"/>
                  <a:gd name="connsiteY2" fmla="*/ 308139 h 609600"/>
                  <a:gd name="connsiteX3" fmla="*/ 306234 w 609600"/>
                  <a:gd name="connsiteY3" fmla="*/ 7149 h 609600"/>
                  <a:gd name="connsiteX4" fmla="*/ 607224 w 609600"/>
                  <a:gd name="connsiteY4" fmla="*/ 30623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 h="609600">
                    <a:moveTo>
                      <a:pt x="607224" y="306234"/>
                    </a:moveTo>
                    <a:cubicBezTo>
                      <a:pt x="608176" y="471969"/>
                      <a:pt x="473874" y="607224"/>
                      <a:pt x="308139" y="607224"/>
                    </a:cubicBezTo>
                    <a:cubicBezTo>
                      <a:pt x="142404" y="608176"/>
                      <a:pt x="7149" y="473874"/>
                      <a:pt x="7149" y="308139"/>
                    </a:cubicBezTo>
                    <a:cubicBezTo>
                      <a:pt x="6196" y="142404"/>
                      <a:pt x="140499" y="7149"/>
                      <a:pt x="306234" y="7149"/>
                    </a:cubicBezTo>
                    <a:cubicBezTo>
                      <a:pt x="471969" y="6196"/>
                      <a:pt x="606271" y="140499"/>
                      <a:pt x="607224" y="306234"/>
                    </a:cubicBezTo>
                    <a:close/>
                  </a:path>
                </a:pathLst>
              </a:custGeom>
              <a:grpFill/>
              <a:ln w="12700" cap="flat" cmpd="sng" algn="ctr">
                <a:solidFill>
                  <a:srgbClr val="FFFFFF"/>
                </a:solidFill>
                <a:prstDash val="solid"/>
                <a:miter lim="800000"/>
              </a:ln>
              <a:effec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24" name="Freeform: Shape 123">
                <a:extLst>
                  <a:ext uri="{FF2B5EF4-FFF2-40B4-BE49-F238E27FC236}">
                    <a16:creationId xmlns:a16="http://schemas.microsoft.com/office/drawing/2014/main" id="{BBD4CAA7-0AD9-7A38-A8D9-6100AE36FB9B}"/>
                  </a:ext>
                </a:extLst>
              </p:cNvPr>
              <p:cNvSpPr/>
              <p:nvPr/>
            </p:nvSpPr>
            <p:spPr>
              <a:xfrm rot="17539451">
                <a:off x="1893554" y="5103184"/>
                <a:ext cx="201078" cy="203182"/>
              </a:xfrm>
              <a:custGeom>
                <a:avLst/>
                <a:gdLst>
                  <a:gd name="connsiteX0" fmla="*/ 124301 w 352425"/>
                  <a:gd name="connsiteY0" fmla="*/ 343376 h 352425"/>
                  <a:gd name="connsiteX1" fmla="*/ 7144 w 352425"/>
                  <a:gd name="connsiteY1" fmla="*/ 180499 h 352425"/>
                  <a:gd name="connsiteX2" fmla="*/ 179546 w 352425"/>
                  <a:gd name="connsiteY2" fmla="*/ 7144 h 352425"/>
                  <a:gd name="connsiteX3" fmla="*/ 235744 w 352425"/>
                  <a:gd name="connsiteY3" fmla="*/ 16669 h 352425"/>
                  <a:gd name="connsiteX4" fmla="*/ 352901 w 352425"/>
                  <a:gd name="connsiteY4" fmla="*/ 179546 h 352425"/>
                  <a:gd name="connsiteX5" fmla="*/ 302419 w 352425"/>
                  <a:gd name="connsiteY5" fmla="*/ 301466 h 352425"/>
                  <a:gd name="connsiteX6" fmla="*/ 180499 w 352425"/>
                  <a:gd name="connsiteY6" fmla="*/ 352901 h 352425"/>
                  <a:gd name="connsiteX7" fmla="*/ 124301 w 352425"/>
                  <a:gd name="connsiteY7" fmla="*/ 343376 h 352425"/>
                  <a:gd name="connsiteX8" fmla="*/ 215741 w 352425"/>
                  <a:gd name="connsiteY8" fmla="*/ 72866 h 352425"/>
                  <a:gd name="connsiteX9" fmla="*/ 179546 w 352425"/>
                  <a:gd name="connsiteY9" fmla="*/ 67151 h 352425"/>
                  <a:gd name="connsiteX10" fmla="*/ 68104 w 352425"/>
                  <a:gd name="connsiteY10" fmla="*/ 179546 h 352425"/>
                  <a:gd name="connsiteX11" fmla="*/ 144304 w 352425"/>
                  <a:gd name="connsiteY11" fmla="*/ 285274 h 352425"/>
                  <a:gd name="connsiteX12" fmla="*/ 180499 w 352425"/>
                  <a:gd name="connsiteY12" fmla="*/ 290989 h 352425"/>
                  <a:gd name="connsiteX13" fmla="*/ 291941 w 352425"/>
                  <a:gd name="connsiteY13" fmla="*/ 178594 h 352425"/>
                  <a:gd name="connsiteX14" fmla="*/ 215741 w 352425"/>
                  <a:gd name="connsiteY14" fmla="*/ 72866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2425" h="352425">
                    <a:moveTo>
                      <a:pt x="124301" y="343376"/>
                    </a:moveTo>
                    <a:cubicBezTo>
                      <a:pt x="54769" y="319564"/>
                      <a:pt x="7144" y="253841"/>
                      <a:pt x="7144" y="180499"/>
                    </a:cubicBezTo>
                    <a:cubicBezTo>
                      <a:pt x="7144" y="85249"/>
                      <a:pt x="84296" y="7144"/>
                      <a:pt x="179546" y="7144"/>
                    </a:cubicBezTo>
                    <a:cubicBezTo>
                      <a:pt x="198596" y="7144"/>
                      <a:pt x="217646" y="10001"/>
                      <a:pt x="235744" y="16669"/>
                    </a:cubicBezTo>
                    <a:cubicBezTo>
                      <a:pt x="305276" y="40481"/>
                      <a:pt x="352901" y="106204"/>
                      <a:pt x="352901" y="179546"/>
                    </a:cubicBezTo>
                    <a:cubicBezTo>
                      <a:pt x="352901" y="225266"/>
                      <a:pt x="334804" y="269081"/>
                      <a:pt x="302419" y="301466"/>
                    </a:cubicBezTo>
                    <a:cubicBezTo>
                      <a:pt x="270034" y="333851"/>
                      <a:pt x="226219" y="351949"/>
                      <a:pt x="180499" y="352901"/>
                    </a:cubicBezTo>
                    <a:cubicBezTo>
                      <a:pt x="161449" y="351949"/>
                      <a:pt x="142399" y="349091"/>
                      <a:pt x="124301" y="343376"/>
                    </a:cubicBezTo>
                    <a:close/>
                    <a:moveTo>
                      <a:pt x="215741" y="72866"/>
                    </a:moveTo>
                    <a:cubicBezTo>
                      <a:pt x="204311" y="69056"/>
                      <a:pt x="191929" y="67151"/>
                      <a:pt x="179546" y="67151"/>
                    </a:cubicBezTo>
                    <a:cubicBezTo>
                      <a:pt x="117634" y="67151"/>
                      <a:pt x="67151" y="117634"/>
                      <a:pt x="68104" y="179546"/>
                    </a:cubicBezTo>
                    <a:cubicBezTo>
                      <a:pt x="68104" y="227171"/>
                      <a:pt x="98584" y="270034"/>
                      <a:pt x="144304" y="285274"/>
                    </a:cubicBezTo>
                    <a:cubicBezTo>
                      <a:pt x="155734" y="289084"/>
                      <a:pt x="168116" y="290989"/>
                      <a:pt x="180499" y="290989"/>
                    </a:cubicBezTo>
                    <a:cubicBezTo>
                      <a:pt x="242411" y="290989"/>
                      <a:pt x="292894" y="240506"/>
                      <a:pt x="291941" y="178594"/>
                    </a:cubicBezTo>
                    <a:cubicBezTo>
                      <a:pt x="291941" y="130969"/>
                      <a:pt x="261461" y="88106"/>
                      <a:pt x="215741" y="72866"/>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25" name="Freeform: Shape 124">
                <a:extLst>
                  <a:ext uri="{FF2B5EF4-FFF2-40B4-BE49-F238E27FC236}">
                    <a16:creationId xmlns:a16="http://schemas.microsoft.com/office/drawing/2014/main" id="{505F8F65-2501-789A-EFAF-01EB1FFBF31C}"/>
                  </a:ext>
                </a:extLst>
              </p:cNvPr>
              <p:cNvSpPr/>
              <p:nvPr/>
            </p:nvSpPr>
            <p:spPr>
              <a:xfrm rot="17539451">
                <a:off x="1963306" y="5176931"/>
                <a:ext cx="65614" cy="67727"/>
              </a:xfrm>
              <a:custGeom>
                <a:avLst/>
                <a:gdLst>
                  <a:gd name="connsiteX0" fmla="*/ 111919 w 114300"/>
                  <a:gd name="connsiteY0" fmla="*/ 59531 h 114300"/>
                  <a:gd name="connsiteX1" fmla="*/ 59531 w 114300"/>
                  <a:gd name="connsiteY1" fmla="*/ 111919 h 114300"/>
                  <a:gd name="connsiteX2" fmla="*/ 7144 w 114300"/>
                  <a:gd name="connsiteY2" fmla="*/ 59531 h 114300"/>
                  <a:gd name="connsiteX3" fmla="*/ 59531 w 114300"/>
                  <a:gd name="connsiteY3" fmla="*/ 7144 h 114300"/>
                  <a:gd name="connsiteX4" fmla="*/ 111919 w 114300"/>
                  <a:gd name="connsiteY4" fmla="*/ 5953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1919" y="59531"/>
                    </a:moveTo>
                    <a:cubicBezTo>
                      <a:pt x="111919" y="88106"/>
                      <a:pt x="89059" y="111919"/>
                      <a:pt x="59531" y="111919"/>
                    </a:cubicBezTo>
                    <a:cubicBezTo>
                      <a:pt x="30956" y="111919"/>
                      <a:pt x="7144" y="89059"/>
                      <a:pt x="7144" y="59531"/>
                    </a:cubicBezTo>
                    <a:cubicBezTo>
                      <a:pt x="7144" y="30956"/>
                      <a:pt x="30004" y="7144"/>
                      <a:pt x="59531" y="7144"/>
                    </a:cubicBezTo>
                    <a:cubicBezTo>
                      <a:pt x="88106" y="7144"/>
                      <a:pt x="111919" y="30004"/>
                      <a:pt x="111919" y="59531"/>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26" name="Freeform: Shape 125">
                <a:extLst>
                  <a:ext uri="{FF2B5EF4-FFF2-40B4-BE49-F238E27FC236}">
                    <a16:creationId xmlns:a16="http://schemas.microsoft.com/office/drawing/2014/main" id="{FFE4E096-4DA2-D7F1-65D2-4158BD9ECF7F}"/>
                  </a:ext>
                </a:extLst>
              </p:cNvPr>
              <p:cNvSpPr/>
              <p:nvPr/>
            </p:nvSpPr>
            <p:spPr>
              <a:xfrm rot="17539451">
                <a:off x="1109185" y="5128616"/>
                <a:ext cx="65615" cy="63494"/>
              </a:xfrm>
              <a:custGeom>
                <a:avLst/>
                <a:gdLst>
                  <a:gd name="connsiteX0" fmla="*/ 111919 w 114300"/>
                  <a:gd name="connsiteY0" fmla="*/ 59531 h 114300"/>
                  <a:gd name="connsiteX1" fmla="*/ 59531 w 114300"/>
                  <a:gd name="connsiteY1" fmla="*/ 111919 h 114300"/>
                  <a:gd name="connsiteX2" fmla="*/ 7144 w 114300"/>
                  <a:gd name="connsiteY2" fmla="*/ 59531 h 114300"/>
                  <a:gd name="connsiteX3" fmla="*/ 59531 w 114300"/>
                  <a:gd name="connsiteY3" fmla="*/ 7144 h 114300"/>
                  <a:gd name="connsiteX4" fmla="*/ 111919 w 114300"/>
                  <a:gd name="connsiteY4" fmla="*/ 5953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1919" y="59531"/>
                    </a:moveTo>
                    <a:cubicBezTo>
                      <a:pt x="111919" y="88106"/>
                      <a:pt x="89059" y="111919"/>
                      <a:pt x="59531" y="111919"/>
                    </a:cubicBezTo>
                    <a:cubicBezTo>
                      <a:pt x="30956" y="111919"/>
                      <a:pt x="7144" y="89059"/>
                      <a:pt x="7144" y="59531"/>
                    </a:cubicBezTo>
                    <a:cubicBezTo>
                      <a:pt x="7144" y="30956"/>
                      <a:pt x="30004" y="7144"/>
                      <a:pt x="59531" y="7144"/>
                    </a:cubicBezTo>
                    <a:cubicBezTo>
                      <a:pt x="88106" y="7144"/>
                      <a:pt x="111919" y="30956"/>
                      <a:pt x="111919" y="59531"/>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27" name="Freeform: Shape 126">
                <a:extLst>
                  <a:ext uri="{FF2B5EF4-FFF2-40B4-BE49-F238E27FC236}">
                    <a16:creationId xmlns:a16="http://schemas.microsoft.com/office/drawing/2014/main" id="{7070F135-919C-DF89-BB16-4B8EDE31FB73}"/>
                  </a:ext>
                </a:extLst>
              </p:cNvPr>
              <p:cNvSpPr/>
              <p:nvPr/>
            </p:nvSpPr>
            <p:spPr>
              <a:xfrm rot="17539451">
                <a:off x="1331329" y="4615394"/>
                <a:ext cx="65615" cy="65612"/>
              </a:xfrm>
              <a:custGeom>
                <a:avLst/>
                <a:gdLst>
                  <a:gd name="connsiteX0" fmla="*/ 111919 w 114300"/>
                  <a:gd name="connsiteY0" fmla="*/ 59531 h 114300"/>
                  <a:gd name="connsiteX1" fmla="*/ 59531 w 114300"/>
                  <a:gd name="connsiteY1" fmla="*/ 111919 h 114300"/>
                  <a:gd name="connsiteX2" fmla="*/ 7144 w 114300"/>
                  <a:gd name="connsiteY2" fmla="*/ 59531 h 114300"/>
                  <a:gd name="connsiteX3" fmla="*/ 59531 w 114300"/>
                  <a:gd name="connsiteY3" fmla="*/ 7144 h 114300"/>
                  <a:gd name="connsiteX4" fmla="*/ 111919 w 114300"/>
                  <a:gd name="connsiteY4" fmla="*/ 5953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1919" y="59531"/>
                    </a:moveTo>
                    <a:cubicBezTo>
                      <a:pt x="111919" y="88106"/>
                      <a:pt x="89059" y="111919"/>
                      <a:pt x="59531" y="111919"/>
                    </a:cubicBezTo>
                    <a:cubicBezTo>
                      <a:pt x="30956" y="111919"/>
                      <a:pt x="7144" y="89059"/>
                      <a:pt x="7144" y="59531"/>
                    </a:cubicBezTo>
                    <a:cubicBezTo>
                      <a:pt x="7144" y="30956"/>
                      <a:pt x="30004" y="7144"/>
                      <a:pt x="59531" y="7144"/>
                    </a:cubicBezTo>
                    <a:cubicBezTo>
                      <a:pt x="88106" y="7144"/>
                      <a:pt x="110966" y="30004"/>
                      <a:pt x="111919" y="59531"/>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28" name="Freeform: Shape 127">
                <a:extLst>
                  <a:ext uri="{FF2B5EF4-FFF2-40B4-BE49-F238E27FC236}">
                    <a16:creationId xmlns:a16="http://schemas.microsoft.com/office/drawing/2014/main" id="{698E1905-14C7-5E08-1C8E-6CAA4430F70E}"/>
                  </a:ext>
                </a:extLst>
              </p:cNvPr>
              <p:cNvSpPr/>
              <p:nvPr/>
            </p:nvSpPr>
            <p:spPr>
              <a:xfrm rot="17539451">
                <a:off x="2047312" y="5504782"/>
                <a:ext cx="65615" cy="65610"/>
              </a:xfrm>
              <a:custGeom>
                <a:avLst/>
                <a:gdLst>
                  <a:gd name="connsiteX0" fmla="*/ 111919 w 114300"/>
                  <a:gd name="connsiteY0" fmla="*/ 59531 h 114300"/>
                  <a:gd name="connsiteX1" fmla="*/ 59531 w 114300"/>
                  <a:gd name="connsiteY1" fmla="*/ 111919 h 114300"/>
                  <a:gd name="connsiteX2" fmla="*/ 7144 w 114300"/>
                  <a:gd name="connsiteY2" fmla="*/ 59531 h 114300"/>
                  <a:gd name="connsiteX3" fmla="*/ 59531 w 114300"/>
                  <a:gd name="connsiteY3" fmla="*/ 7144 h 114300"/>
                  <a:gd name="connsiteX4" fmla="*/ 111919 w 114300"/>
                  <a:gd name="connsiteY4" fmla="*/ 5953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1919" y="59531"/>
                    </a:moveTo>
                    <a:cubicBezTo>
                      <a:pt x="111919" y="88106"/>
                      <a:pt x="89059" y="111919"/>
                      <a:pt x="59531" y="111919"/>
                    </a:cubicBezTo>
                    <a:cubicBezTo>
                      <a:pt x="30956" y="111919"/>
                      <a:pt x="7144" y="89059"/>
                      <a:pt x="7144" y="59531"/>
                    </a:cubicBezTo>
                    <a:cubicBezTo>
                      <a:pt x="7144" y="30956"/>
                      <a:pt x="30004" y="7144"/>
                      <a:pt x="59531" y="7144"/>
                    </a:cubicBezTo>
                    <a:cubicBezTo>
                      <a:pt x="88106" y="7144"/>
                      <a:pt x="111919" y="30956"/>
                      <a:pt x="111919" y="59531"/>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29" name="Freeform: Shape 128">
                <a:extLst>
                  <a:ext uri="{FF2B5EF4-FFF2-40B4-BE49-F238E27FC236}">
                    <a16:creationId xmlns:a16="http://schemas.microsoft.com/office/drawing/2014/main" id="{AAB40E98-54EC-B45A-CE71-C1A8680C73D9}"/>
                  </a:ext>
                </a:extLst>
              </p:cNvPr>
              <p:cNvSpPr/>
              <p:nvPr/>
            </p:nvSpPr>
            <p:spPr>
              <a:xfrm rot="17539451">
                <a:off x="2269814" y="5003660"/>
                <a:ext cx="65614" cy="65612"/>
              </a:xfrm>
              <a:custGeom>
                <a:avLst/>
                <a:gdLst>
                  <a:gd name="connsiteX0" fmla="*/ 111919 w 114300"/>
                  <a:gd name="connsiteY0" fmla="*/ 59531 h 114300"/>
                  <a:gd name="connsiteX1" fmla="*/ 59531 w 114300"/>
                  <a:gd name="connsiteY1" fmla="*/ 111919 h 114300"/>
                  <a:gd name="connsiteX2" fmla="*/ 7144 w 114300"/>
                  <a:gd name="connsiteY2" fmla="*/ 59531 h 114300"/>
                  <a:gd name="connsiteX3" fmla="*/ 59531 w 114300"/>
                  <a:gd name="connsiteY3" fmla="*/ 7144 h 114300"/>
                  <a:gd name="connsiteX4" fmla="*/ 111919 w 114300"/>
                  <a:gd name="connsiteY4" fmla="*/ 5953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1919" y="59531"/>
                    </a:moveTo>
                    <a:cubicBezTo>
                      <a:pt x="111919" y="88106"/>
                      <a:pt x="89059" y="111919"/>
                      <a:pt x="59531" y="111919"/>
                    </a:cubicBezTo>
                    <a:cubicBezTo>
                      <a:pt x="30956" y="111919"/>
                      <a:pt x="7144" y="89059"/>
                      <a:pt x="7144" y="59531"/>
                    </a:cubicBezTo>
                    <a:cubicBezTo>
                      <a:pt x="7144" y="30956"/>
                      <a:pt x="30004" y="7144"/>
                      <a:pt x="59531" y="7144"/>
                    </a:cubicBezTo>
                    <a:cubicBezTo>
                      <a:pt x="88106" y="7144"/>
                      <a:pt x="111919" y="30004"/>
                      <a:pt x="111919" y="59531"/>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grpSp>
          <p:nvGrpSpPr>
            <p:cNvPr id="79" name="Group 13">
              <a:extLst>
                <a:ext uri="{FF2B5EF4-FFF2-40B4-BE49-F238E27FC236}">
                  <a16:creationId xmlns:a16="http://schemas.microsoft.com/office/drawing/2014/main" id="{A1F4E122-DA7B-A8B4-7381-1F4D7C7C60F3}"/>
                </a:ext>
              </a:extLst>
            </p:cNvPr>
            <p:cNvGrpSpPr>
              <a:grpSpLocks/>
            </p:cNvGrpSpPr>
            <p:nvPr/>
          </p:nvGrpSpPr>
          <p:grpSpPr bwMode="auto">
            <a:xfrm rot="-2370429">
              <a:off x="2936091" y="2832961"/>
              <a:ext cx="480582" cy="971910"/>
              <a:chOff x="4843561" y="4879292"/>
              <a:chExt cx="703090" cy="1421900"/>
            </a:xfrm>
            <a:grpFill/>
          </p:grpSpPr>
          <p:sp>
            <p:nvSpPr>
              <p:cNvPr id="112" name="Freeform: Shape 15">
                <a:extLst>
                  <a:ext uri="{FF2B5EF4-FFF2-40B4-BE49-F238E27FC236}">
                    <a16:creationId xmlns:a16="http://schemas.microsoft.com/office/drawing/2014/main" id="{B8FB9C13-6C26-D849-5EBF-D46AB642B060}"/>
                  </a:ext>
                </a:extLst>
              </p:cNvPr>
              <p:cNvSpPr>
                <a:spLocks/>
              </p:cNvSpPr>
              <p:nvPr/>
            </p:nvSpPr>
            <p:spPr bwMode="auto">
              <a:xfrm>
                <a:off x="4891339" y="4879292"/>
                <a:ext cx="559742" cy="832786"/>
              </a:xfrm>
              <a:custGeom>
                <a:avLst/>
                <a:gdLst>
                  <a:gd name="T0" fmla="*/ 38732 w 781050"/>
                  <a:gd name="T1" fmla="*/ 46284 h 1162050"/>
                  <a:gd name="T2" fmla="*/ 27951 w 781050"/>
                  <a:gd name="T3" fmla="*/ 57398 h 1162050"/>
                  <a:gd name="T4" fmla="*/ 12088 w 781050"/>
                  <a:gd name="T5" fmla="*/ 57635 h 1162050"/>
                  <a:gd name="T6" fmla="*/ 927 w 781050"/>
                  <a:gd name="T7" fmla="*/ 46902 h 1162050"/>
                  <a:gd name="T8" fmla="*/ 356 w 781050"/>
                  <a:gd name="T9" fmla="*/ 11756 h 1162050"/>
                  <a:gd name="T10" fmla="*/ 11138 w 781050"/>
                  <a:gd name="T11" fmla="*/ 596 h 1162050"/>
                  <a:gd name="T12" fmla="*/ 27049 w 781050"/>
                  <a:gd name="T13" fmla="*/ 358 h 1162050"/>
                  <a:gd name="T14" fmla="*/ 38163 w 781050"/>
                  <a:gd name="T15" fmla="*/ 11139 h 1162050"/>
                  <a:gd name="T16" fmla="*/ 38732 w 781050"/>
                  <a:gd name="T17" fmla="*/ 46284 h 11620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81050" h="1162050">
                    <a:moveTo>
                      <a:pt x="776771" y="928239"/>
                    </a:moveTo>
                    <a:cubicBezTo>
                      <a:pt x="778676" y="1049206"/>
                      <a:pt x="681521" y="1149219"/>
                      <a:pt x="560553" y="1151124"/>
                    </a:cubicBezTo>
                    <a:lnTo>
                      <a:pt x="242418" y="1155886"/>
                    </a:lnTo>
                    <a:cubicBezTo>
                      <a:pt x="121451" y="1157791"/>
                      <a:pt x="20486" y="1060636"/>
                      <a:pt x="18581" y="940621"/>
                    </a:cubicBezTo>
                    <a:lnTo>
                      <a:pt x="7151" y="235771"/>
                    </a:lnTo>
                    <a:cubicBezTo>
                      <a:pt x="6198" y="114804"/>
                      <a:pt x="103353" y="13839"/>
                      <a:pt x="223368" y="11934"/>
                    </a:cubicBezTo>
                    <a:lnTo>
                      <a:pt x="542456" y="7171"/>
                    </a:lnTo>
                    <a:cubicBezTo>
                      <a:pt x="663423" y="5266"/>
                      <a:pt x="763436" y="102421"/>
                      <a:pt x="765341" y="223389"/>
                    </a:cubicBezTo>
                    <a:lnTo>
                      <a:pt x="776771" y="928239"/>
                    </a:lnTo>
                    <a:close/>
                  </a:path>
                </a:pathLst>
              </a:custGeom>
              <a:grpFill/>
              <a:ln>
                <a:noFill/>
              </a:ln>
              <a:extLst>
                <a:ext uri="{91240B29-F687-4F45-9708-019B960494DF}">
                  <a14:hiddenLine xmlns:a14="http://schemas.microsoft.com/office/drawing/2010/main" w="9525" cap="flat">
                    <a:solidFill>
                      <a:srgbClr val="000000"/>
                    </a:solidFill>
                    <a:prstDash val="solid"/>
                    <a:miter lim="800000"/>
                    <a:headEnd/>
                    <a:tailEnd/>
                  </a14:hiddenLine>
                </a:ext>
              </a:extLst>
            </p:spPr>
            <p:txBody>
              <a:bodyPr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nvGrpSpPr>
              <p:cNvPr id="113" name="Group 112">
                <a:extLst>
                  <a:ext uri="{FF2B5EF4-FFF2-40B4-BE49-F238E27FC236}">
                    <a16:creationId xmlns:a16="http://schemas.microsoft.com/office/drawing/2014/main" id="{290B7DF5-7F71-FFE2-606E-ACB9462FBDB2}"/>
                  </a:ext>
                </a:extLst>
              </p:cNvPr>
              <p:cNvGrpSpPr/>
              <p:nvPr/>
            </p:nvGrpSpPr>
            <p:grpSpPr>
              <a:xfrm>
                <a:off x="4843561" y="5700494"/>
                <a:ext cx="703090" cy="600698"/>
                <a:chOff x="4843561" y="5700494"/>
                <a:chExt cx="703090" cy="600698"/>
              </a:xfrm>
              <a:grpFill/>
            </p:grpSpPr>
            <p:sp>
              <p:nvSpPr>
                <p:cNvPr id="115" name="Freeform: Shape 114">
                  <a:extLst>
                    <a:ext uri="{FF2B5EF4-FFF2-40B4-BE49-F238E27FC236}">
                      <a16:creationId xmlns:a16="http://schemas.microsoft.com/office/drawing/2014/main" id="{284D4AF2-927F-3521-1786-C940932A9553}"/>
                    </a:ext>
                  </a:extLst>
                </p:cNvPr>
                <p:cNvSpPr/>
                <p:nvPr/>
              </p:nvSpPr>
              <p:spPr>
                <a:xfrm>
                  <a:off x="4843561" y="5700494"/>
                  <a:ext cx="703090" cy="600698"/>
                </a:xfrm>
                <a:custGeom>
                  <a:avLst/>
                  <a:gdLst>
                    <a:gd name="connsiteX0" fmla="*/ 915829 w 981075"/>
                    <a:gd name="connsiteY0" fmla="*/ 729139 h 838200"/>
                    <a:gd name="connsiteX1" fmla="*/ 570071 w 981075"/>
                    <a:gd name="connsiteY1" fmla="*/ 734854 h 838200"/>
                    <a:gd name="connsiteX2" fmla="*/ 558641 w 981075"/>
                    <a:gd name="connsiteY2" fmla="*/ 7144 h 838200"/>
                    <a:gd name="connsiteX3" fmla="*/ 376714 w 981075"/>
                    <a:gd name="connsiteY3" fmla="*/ 10001 h 838200"/>
                    <a:gd name="connsiteX4" fmla="*/ 388144 w 981075"/>
                    <a:gd name="connsiteY4" fmla="*/ 737711 h 838200"/>
                    <a:gd name="connsiteX5" fmla="*/ 65246 w 981075"/>
                    <a:gd name="connsiteY5" fmla="*/ 742474 h 838200"/>
                    <a:gd name="connsiteX6" fmla="*/ 7144 w 981075"/>
                    <a:gd name="connsiteY6" fmla="*/ 789146 h 838200"/>
                    <a:gd name="connsiteX7" fmla="*/ 66199 w 981075"/>
                    <a:gd name="connsiteY7" fmla="*/ 833914 h 838200"/>
                    <a:gd name="connsiteX8" fmla="*/ 917734 w 981075"/>
                    <a:gd name="connsiteY8" fmla="*/ 820579 h 838200"/>
                    <a:gd name="connsiteX9" fmla="*/ 975836 w 981075"/>
                    <a:gd name="connsiteY9" fmla="*/ 773906 h 838200"/>
                    <a:gd name="connsiteX10" fmla="*/ 915829 w 981075"/>
                    <a:gd name="connsiteY10" fmla="*/ 729139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1075" h="838200">
                      <a:moveTo>
                        <a:pt x="915829" y="729139"/>
                      </a:moveTo>
                      <a:lnTo>
                        <a:pt x="570071" y="734854"/>
                      </a:lnTo>
                      <a:lnTo>
                        <a:pt x="558641" y="7144"/>
                      </a:lnTo>
                      <a:lnTo>
                        <a:pt x="376714" y="10001"/>
                      </a:lnTo>
                      <a:lnTo>
                        <a:pt x="388144" y="737711"/>
                      </a:lnTo>
                      <a:lnTo>
                        <a:pt x="65246" y="742474"/>
                      </a:lnTo>
                      <a:cubicBezTo>
                        <a:pt x="32861" y="743426"/>
                        <a:pt x="7144" y="763429"/>
                        <a:pt x="7144" y="789146"/>
                      </a:cubicBezTo>
                      <a:cubicBezTo>
                        <a:pt x="7144" y="813911"/>
                        <a:pt x="33814" y="833914"/>
                        <a:pt x="66199" y="833914"/>
                      </a:cubicBezTo>
                      <a:lnTo>
                        <a:pt x="917734" y="820579"/>
                      </a:lnTo>
                      <a:cubicBezTo>
                        <a:pt x="950119" y="819626"/>
                        <a:pt x="975836" y="799624"/>
                        <a:pt x="975836" y="773906"/>
                      </a:cubicBezTo>
                      <a:cubicBezTo>
                        <a:pt x="974884" y="748189"/>
                        <a:pt x="948214" y="728186"/>
                        <a:pt x="915829" y="729139"/>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16" name="Freeform: Shape 115">
                  <a:extLst>
                    <a:ext uri="{FF2B5EF4-FFF2-40B4-BE49-F238E27FC236}">
                      <a16:creationId xmlns:a16="http://schemas.microsoft.com/office/drawing/2014/main" id="{E7E3F5E6-4A7B-63F2-834E-B015D7ACF36F}"/>
                    </a:ext>
                  </a:extLst>
                </p:cNvPr>
                <p:cNvSpPr/>
                <p:nvPr/>
              </p:nvSpPr>
              <p:spPr>
                <a:xfrm>
                  <a:off x="5072236" y="5824035"/>
                  <a:ext cx="218436" cy="279871"/>
                </a:xfrm>
                <a:custGeom>
                  <a:avLst/>
                  <a:gdLst>
                    <a:gd name="connsiteX0" fmla="*/ 303371 w 304800"/>
                    <a:gd name="connsiteY0" fmla="*/ 223376 h 390525"/>
                    <a:gd name="connsiteX1" fmla="*/ 302419 w 304800"/>
                    <a:gd name="connsiteY1" fmla="*/ 181466 h 390525"/>
                    <a:gd name="connsiteX2" fmla="*/ 273844 w 304800"/>
                    <a:gd name="connsiteY2" fmla="*/ 158606 h 390525"/>
                    <a:gd name="connsiteX3" fmla="*/ 272891 w 304800"/>
                    <a:gd name="connsiteY3" fmla="*/ 107171 h 390525"/>
                    <a:gd name="connsiteX4" fmla="*/ 150019 w 304800"/>
                    <a:gd name="connsiteY4" fmla="*/ 7159 h 390525"/>
                    <a:gd name="connsiteX5" fmla="*/ 30004 w 304800"/>
                    <a:gd name="connsiteY5" fmla="*/ 110981 h 390525"/>
                    <a:gd name="connsiteX6" fmla="*/ 30956 w 304800"/>
                    <a:gd name="connsiteY6" fmla="*/ 158606 h 390525"/>
                    <a:gd name="connsiteX7" fmla="*/ 7144 w 304800"/>
                    <a:gd name="connsiteY7" fmla="*/ 182419 h 390525"/>
                    <a:gd name="connsiteX8" fmla="*/ 8096 w 304800"/>
                    <a:gd name="connsiteY8" fmla="*/ 224329 h 390525"/>
                    <a:gd name="connsiteX9" fmla="*/ 31909 w 304800"/>
                    <a:gd name="connsiteY9" fmla="*/ 247189 h 390525"/>
                    <a:gd name="connsiteX10" fmla="*/ 32861 w 304800"/>
                    <a:gd name="connsiteY10" fmla="*/ 291004 h 390525"/>
                    <a:gd name="connsiteX11" fmla="*/ 155734 w 304800"/>
                    <a:gd name="connsiteY11" fmla="*/ 391016 h 390525"/>
                    <a:gd name="connsiteX12" fmla="*/ 275749 w 304800"/>
                    <a:gd name="connsiteY12" fmla="*/ 287194 h 390525"/>
                    <a:gd name="connsiteX13" fmla="*/ 274796 w 304800"/>
                    <a:gd name="connsiteY13" fmla="*/ 247189 h 390525"/>
                    <a:gd name="connsiteX14" fmla="*/ 303371 w 304800"/>
                    <a:gd name="connsiteY14" fmla="*/ 223376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4800" h="390525">
                      <a:moveTo>
                        <a:pt x="303371" y="223376"/>
                      </a:moveTo>
                      <a:lnTo>
                        <a:pt x="302419" y="181466"/>
                      </a:lnTo>
                      <a:cubicBezTo>
                        <a:pt x="302419" y="168131"/>
                        <a:pt x="290036" y="158606"/>
                        <a:pt x="273844" y="158606"/>
                      </a:cubicBezTo>
                      <a:lnTo>
                        <a:pt x="272891" y="107171"/>
                      </a:lnTo>
                      <a:cubicBezTo>
                        <a:pt x="271939" y="50974"/>
                        <a:pt x="216694" y="6206"/>
                        <a:pt x="150019" y="7159"/>
                      </a:cubicBezTo>
                      <a:cubicBezTo>
                        <a:pt x="83344" y="8111"/>
                        <a:pt x="29051" y="54784"/>
                        <a:pt x="30004" y="110981"/>
                      </a:cubicBezTo>
                      <a:lnTo>
                        <a:pt x="30956" y="158606"/>
                      </a:lnTo>
                      <a:cubicBezTo>
                        <a:pt x="17621" y="160511"/>
                        <a:pt x="7144" y="170036"/>
                        <a:pt x="7144" y="182419"/>
                      </a:cubicBezTo>
                      <a:lnTo>
                        <a:pt x="8096" y="224329"/>
                      </a:lnTo>
                      <a:cubicBezTo>
                        <a:pt x="8096" y="235759"/>
                        <a:pt x="18574" y="245284"/>
                        <a:pt x="31909" y="247189"/>
                      </a:cubicBezTo>
                      <a:lnTo>
                        <a:pt x="32861" y="291004"/>
                      </a:lnTo>
                      <a:cubicBezTo>
                        <a:pt x="33814" y="347201"/>
                        <a:pt x="89059" y="391969"/>
                        <a:pt x="155734" y="391016"/>
                      </a:cubicBezTo>
                      <a:cubicBezTo>
                        <a:pt x="222409" y="390064"/>
                        <a:pt x="275749" y="343391"/>
                        <a:pt x="275749" y="287194"/>
                      </a:cubicBezTo>
                      <a:lnTo>
                        <a:pt x="274796" y="247189"/>
                      </a:lnTo>
                      <a:cubicBezTo>
                        <a:pt x="291941" y="247189"/>
                        <a:pt x="303371" y="236711"/>
                        <a:pt x="303371" y="223376"/>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
            <p:nvSpPr>
              <p:cNvPr id="114" name="Freeform: Shape 113">
                <a:extLst>
                  <a:ext uri="{FF2B5EF4-FFF2-40B4-BE49-F238E27FC236}">
                    <a16:creationId xmlns:a16="http://schemas.microsoft.com/office/drawing/2014/main" id="{FE993949-8C81-034D-278D-862EA0154499}"/>
                  </a:ext>
                </a:extLst>
              </p:cNvPr>
              <p:cNvSpPr/>
              <p:nvPr/>
            </p:nvSpPr>
            <p:spPr>
              <a:xfrm>
                <a:off x="4893242" y="4878704"/>
                <a:ext cx="557384" cy="832929"/>
              </a:xfrm>
              <a:custGeom>
                <a:avLst/>
                <a:gdLst>
                  <a:gd name="connsiteX0" fmla="*/ 774886 w 781050"/>
                  <a:gd name="connsiteY0" fmla="*/ 876804 h 1162050"/>
                  <a:gd name="connsiteX1" fmla="*/ 591054 w 781050"/>
                  <a:gd name="connsiteY1" fmla="*/ 879661 h 1162050"/>
                  <a:gd name="connsiteX2" fmla="*/ 546286 w 781050"/>
                  <a:gd name="connsiteY2" fmla="*/ 836799 h 1162050"/>
                  <a:gd name="connsiteX3" fmla="*/ 589149 w 781050"/>
                  <a:gd name="connsiteY3" fmla="*/ 792031 h 1162050"/>
                  <a:gd name="connsiteX4" fmla="*/ 772981 w 781050"/>
                  <a:gd name="connsiteY4" fmla="*/ 789174 h 1162050"/>
                  <a:gd name="connsiteX5" fmla="*/ 772029 w 781050"/>
                  <a:gd name="connsiteY5" fmla="*/ 705354 h 1162050"/>
                  <a:gd name="connsiteX6" fmla="*/ 588196 w 781050"/>
                  <a:gd name="connsiteY6" fmla="*/ 708211 h 1162050"/>
                  <a:gd name="connsiteX7" fmla="*/ 543429 w 781050"/>
                  <a:gd name="connsiteY7" fmla="*/ 665349 h 1162050"/>
                  <a:gd name="connsiteX8" fmla="*/ 586291 w 781050"/>
                  <a:gd name="connsiteY8" fmla="*/ 620581 h 1162050"/>
                  <a:gd name="connsiteX9" fmla="*/ 770124 w 781050"/>
                  <a:gd name="connsiteY9" fmla="*/ 617724 h 1162050"/>
                  <a:gd name="connsiteX10" fmla="*/ 769171 w 781050"/>
                  <a:gd name="connsiteY10" fmla="*/ 533904 h 1162050"/>
                  <a:gd name="connsiteX11" fmla="*/ 585339 w 781050"/>
                  <a:gd name="connsiteY11" fmla="*/ 536761 h 1162050"/>
                  <a:gd name="connsiteX12" fmla="*/ 540571 w 781050"/>
                  <a:gd name="connsiteY12" fmla="*/ 493899 h 1162050"/>
                  <a:gd name="connsiteX13" fmla="*/ 583434 w 781050"/>
                  <a:gd name="connsiteY13" fmla="*/ 449131 h 1162050"/>
                  <a:gd name="connsiteX14" fmla="*/ 768219 w 781050"/>
                  <a:gd name="connsiteY14" fmla="*/ 448179 h 1162050"/>
                  <a:gd name="connsiteX15" fmla="*/ 767266 w 781050"/>
                  <a:gd name="connsiteY15" fmla="*/ 364359 h 1162050"/>
                  <a:gd name="connsiteX16" fmla="*/ 583434 w 781050"/>
                  <a:gd name="connsiteY16" fmla="*/ 367216 h 1162050"/>
                  <a:gd name="connsiteX17" fmla="*/ 538666 w 781050"/>
                  <a:gd name="connsiteY17" fmla="*/ 324354 h 1162050"/>
                  <a:gd name="connsiteX18" fmla="*/ 581529 w 781050"/>
                  <a:gd name="connsiteY18" fmla="*/ 279586 h 1162050"/>
                  <a:gd name="connsiteX19" fmla="*/ 765361 w 781050"/>
                  <a:gd name="connsiteY19" fmla="*/ 276729 h 1162050"/>
                  <a:gd name="connsiteX20" fmla="*/ 764409 w 781050"/>
                  <a:gd name="connsiteY20" fmla="*/ 222436 h 1162050"/>
                  <a:gd name="connsiteX21" fmla="*/ 541524 w 781050"/>
                  <a:gd name="connsiteY21" fmla="*/ 7171 h 1162050"/>
                  <a:gd name="connsiteX22" fmla="*/ 222436 w 781050"/>
                  <a:gd name="connsiteY22" fmla="*/ 11934 h 1162050"/>
                  <a:gd name="connsiteX23" fmla="*/ 7171 w 781050"/>
                  <a:gd name="connsiteY23" fmla="*/ 234819 h 1162050"/>
                  <a:gd name="connsiteX24" fmla="*/ 8124 w 781050"/>
                  <a:gd name="connsiteY24" fmla="*/ 289111 h 1162050"/>
                  <a:gd name="connsiteX25" fmla="*/ 177669 w 781050"/>
                  <a:gd name="connsiteY25" fmla="*/ 286254 h 1162050"/>
                  <a:gd name="connsiteX26" fmla="*/ 222436 w 781050"/>
                  <a:gd name="connsiteY26" fmla="*/ 329116 h 1162050"/>
                  <a:gd name="connsiteX27" fmla="*/ 179574 w 781050"/>
                  <a:gd name="connsiteY27" fmla="*/ 373884 h 1162050"/>
                  <a:gd name="connsiteX28" fmla="*/ 9076 w 781050"/>
                  <a:gd name="connsiteY28" fmla="*/ 376741 h 1162050"/>
                  <a:gd name="connsiteX29" fmla="*/ 10029 w 781050"/>
                  <a:gd name="connsiteY29" fmla="*/ 460561 h 1162050"/>
                  <a:gd name="connsiteX30" fmla="*/ 179574 w 781050"/>
                  <a:gd name="connsiteY30" fmla="*/ 457704 h 1162050"/>
                  <a:gd name="connsiteX31" fmla="*/ 224341 w 781050"/>
                  <a:gd name="connsiteY31" fmla="*/ 500566 h 1162050"/>
                  <a:gd name="connsiteX32" fmla="*/ 181479 w 781050"/>
                  <a:gd name="connsiteY32" fmla="*/ 545334 h 1162050"/>
                  <a:gd name="connsiteX33" fmla="*/ 11934 w 781050"/>
                  <a:gd name="connsiteY33" fmla="*/ 547239 h 1162050"/>
                  <a:gd name="connsiteX34" fmla="*/ 12886 w 781050"/>
                  <a:gd name="connsiteY34" fmla="*/ 631059 h 1162050"/>
                  <a:gd name="connsiteX35" fmla="*/ 182431 w 781050"/>
                  <a:gd name="connsiteY35" fmla="*/ 628201 h 1162050"/>
                  <a:gd name="connsiteX36" fmla="*/ 227199 w 781050"/>
                  <a:gd name="connsiteY36" fmla="*/ 671064 h 1162050"/>
                  <a:gd name="connsiteX37" fmla="*/ 184336 w 781050"/>
                  <a:gd name="connsiteY37" fmla="*/ 715831 h 1162050"/>
                  <a:gd name="connsiteX38" fmla="*/ 14791 w 781050"/>
                  <a:gd name="connsiteY38" fmla="*/ 717736 h 1162050"/>
                  <a:gd name="connsiteX39" fmla="*/ 15744 w 781050"/>
                  <a:gd name="connsiteY39" fmla="*/ 801556 h 1162050"/>
                  <a:gd name="connsiteX40" fmla="*/ 185289 w 781050"/>
                  <a:gd name="connsiteY40" fmla="*/ 798699 h 1162050"/>
                  <a:gd name="connsiteX41" fmla="*/ 230056 w 781050"/>
                  <a:gd name="connsiteY41" fmla="*/ 841561 h 1162050"/>
                  <a:gd name="connsiteX42" fmla="*/ 187194 w 781050"/>
                  <a:gd name="connsiteY42" fmla="*/ 886329 h 1162050"/>
                  <a:gd name="connsiteX43" fmla="*/ 16696 w 781050"/>
                  <a:gd name="connsiteY43" fmla="*/ 888234 h 1162050"/>
                  <a:gd name="connsiteX44" fmla="*/ 17649 w 781050"/>
                  <a:gd name="connsiteY44" fmla="*/ 940621 h 1162050"/>
                  <a:gd name="connsiteX45" fmla="*/ 240534 w 781050"/>
                  <a:gd name="connsiteY45" fmla="*/ 1156839 h 1162050"/>
                  <a:gd name="connsiteX46" fmla="*/ 558669 w 781050"/>
                  <a:gd name="connsiteY46" fmla="*/ 1152076 h 1162050"/>
                  <a:gd name="connsiteX47" fmla="*/ 774886 w 781050"/>
                  <a:gd name="connsiteY47" fmla="*/ 929191 h 1162050"/>
                  <a:gd name="connsiteX48" fmla="*/ 774886 w 781050"/>
                  <a:gd name="connsiteY48" fmla="*/ 876804 h 1162050"/>
                  <a:gd name="connsiteX49" fmla="*/ 383409 w 781050"/>
                  <a:gd name="connsiteY49" fmla="*/ 669159 h 1162050"/>
                  <a:gd name="connsiteX50" fmla="*/ 297684 w 781050"/>
                  <a:gd name="connsiteY50" fmla="*/ 583434 h 1162050"/>
                  <a:gd name="connsiteX51" fmla="*/ 383409 w 781050"/>
                  <a:gd name="connsiteY51" fmla="*/ 497709 h 1162050"/>
                  <a:gd name="connsiteX52" fmla="*/ 469134 w 781050"/>
                  <a:gd name="connsiteY52" fmla="*/ 583434 h 1162050"/>
                  <a:gd name="connsiteX53" fmla="*/ 383409 w 781050"/>
                  <a:gd name="connsiteY53" fmla="*/ 669159 h 116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81050" h="1162050">
                    <a:moveTo>
                      <a:pt x="774886" y="876804"/>
                    </a:moveTo>
                    <a:lnTo>
                      <a:pt x="591054" y="879661"/>
                    </a:lnTo>
                    <a:cubicBezTo>
                      <a:pt x="567241" y="879661"/>
                      <a:pt x="547239" y="860611"/>
                      <a:pt x="546286" y="836799"/>
                    </a:cubicBezTo>
                    <a:cubicBezTo>
                      <a:pt x="546286" y="812986"/>
                      <a:pt x="565336" y="792984"/>
                      <a:pt x="589149" y="792031"/>
                    </a:cubicBezTo>
                    <a:lnTo>
                      <a:pt x="772981" y="789174"/>
                    </a:lnTo>
                    <a:lnTo>
                      <a:pt x="772029" y="705354"/>
                    </a:lnTo>
                    <a:lnTo>
                      <a:pt x="588196" y="708211"/>
                    </a:lnTo>
                    <a:cubicBezTo>
                      <a:pt x="564384" y="708211"/>
                      <a:pt x="544381" y="689161"/>
                      <a:pt x="543429" y="665349"/>
                    </a:cubicBezTo>
                    <a:cubicBezTo>
                      <a:pt x="543429" y="641536"/>
                      <a:pt x="562479" y="621534"/>
                      <a:pt x="586291" y="620581"/>
                    </a:cubicBezTo>
                    <a:lnTo>
                      <a:pt x="770124" y="617724"/>
                    </a:lnTo>
                    <a:lnTo>
                      <a:pt x="769171" y="533904"/>
                    </a:lnTo>
                    <a:lnTo>
                      <a:pt x="585339" y="536761"/>
                    </a:lnTo>
                    <a:cubicBezTo>
                      <a:pt x="561526" y="536761"/>
                      <a:pt x="541524" y="517711"/>
                      <a:pt x="540571" y="493899"/>
                    </a:cubicBezTo>
                    <a:cubicBezTo>
                      <a:pt x="540571" y="470086"/>
                      <a:pt x="559621" y="450084"/>
                      <a:pt x="583434" y="449131"/>
                    </a:cubicBezTo>
                    <a:lnTo>
                      <a:pt x="768219" y="448179"/>
                    </a:lnTo>
                    <a:lnTo>
                      <a:pt x="767266" y="364359"/>
                    </a:lnTo>
                    <a:lnTo>
                      <a:pt x="583434" y="367216"/>
                    </a:lnTo>
                    <a:cubicBezTo>
                      <a:pt x="559621" y="367216"/>
                      <a:pt x="539619" y="348166"/>
                      <a:pt x="538666" y="324354"/>
                    </a:cubicBezTo>
                    <a:cubicBezTo>
                      <a:pt x="538666" y="300541"/>
                      <a:pt x="557716" y="280539"/>
                      <a:pt x="581529" y="279586"/>
                    </a:cubicBezTo>
                    <a:lnTo>
                      <a:pt x="765361" y="276729"/>
                    </a:lnTo>
                    <a:lnTo>
                      <a:pt x="764409" y="222436"/>
                    </a:lnTo>
                    <a:cubicBezTo>
                      <a:pt x="762504" y="102421"/>
                      <a:pt x="662491" y="5266"/>
                      <a:pt x="541524" y="7171"/>
                    </a:cubicBezTo>
                    <a:lnTo>
                      <a:pt x="222436" y="11934"/>
                    </a:lnTo>
                    <a:cubicBezTo>
                      <a:pt x="102421" y="13839"/>
                      <a:pt x="5266" y="114804"/>
                      <a:pt x="7171" y="234819"/>
                    </a:cubicBezTo>
                    <a:lnTo>
                      <a:pt x="8124" y="289111"/>
                    </a:lnTo>
                    <a:lnTo>
                      <a:pt x="177669" y="286254"/>
                    </a:lnTo>
                    <a:cubicBezTo>
                      <a:pt x="201481" y="286254"/>
                      <a:pt x="221484" y="305304"/>
                      <a:pt x="222436" y="329116"/>
                    </a:cubicBezTo>
                    <a:cubicBezTo>
                      <a:pt x="222436" y="352929"/>
                      <a:pt x="203386" y="372931"/>
                      <a:pt x="179574" y="373884"/>
                    </a:cubicBezTo>
                    <a:lnTo>
                      <a:pt x="9076" y="376741"/>
                    </a:lnTo>
                    <a:lnTo>
                      <a:pt x="10029" y="460561"/>
                    </a:lnTo>
                    <a:lnTo>
                      <a:pt x="179574" y="457704"/>
                    </a:lnTo>
                    <a:cubicBezTo>
                      <a:pt x="203386" y="457704"/>
                      <a:pt x="223389" y="476754"/>
                      <a:pt x="224341" y="500566"/>
                    </a:cubicBezTo>
                    <a:cubicBezTo>
                      <a:pt x="224341" y="524379"/>
                      <a:pt x="205291" y="544381"/>
                      <a:pt x="181479" y="545334"/>
                    </a:cubicBezTo>
                    <a:lnTo>
                      <a:pt x="11934" y="547239"/>
                    </a:lnTo>
                    <a:lnTo>
                      <a:pt x="12886" y="631059"/>
                    </a:lnTo>
                    <a:lnTo>
                      <a:pt x="182431" y="628201"/>
                    </a:lnTo>
                    <a:cubicBezTo>
                      <a:pt x="206244" y="628201"/>
                      <a:pt x="226246" y="647251"/>
                      <a:pt x="227199" y="671064"/>
                    </a:cubicBezTo>
                    <a:cubicBezTo>
                      <a:pt x="227199" y="694876"/>
                      <a:pt x="208149" y="714879"/>
                      <a:pt x="184336" y="715831"/>
                    </a:cubicBezTo>
                    <a:lnTo>
                      <a:pt x="14791" y="717736"/>
                    </a:lnTo>
                    <a:lnTo>
                      <a:pt x="15744" y="801556"/>
                    </a:lnTo>
                    <a:lnTo>
                      <a:pt x="185289" y="798699"/>
                    </a:lnTo>
                    <a:cubicBezTo>
                      <a:pt x="209101" y="798699"/>
                      <a:pt x="229104" y="817749"/>
                      <a:pt x="230056" y="841561"/>
                    </a:cubicBezTo>
                    <a:cubicBezTo>
                      <a:pt x="230056" y="865374"/>
                      <a:pt x="211006" y="885376"/>
                      <a:pt x="187194" y="886329"/>
                    </a:cubicBezTo>
                    <a:lnTo>
                      <a:pt x="16696" y="888234"/>
                    </a:lnTo>
                    <a:lnTo>
                      <a:pt x="17649" y="940621"/>
                    </a:lnTo>
                    <a:cubicBezTo>
                      <a:pt x="19554" y="1061589"/>
                      <a:pt x="119566" y="1158744"/>
                      <a:pt x="240534" y="1156839"/>
                    </a:cubicBezTo>
                    <a:lnTo>
                      <a:pt x="558669" y="1152076"/>
                    </a:lnTo>
                    <a:cubicBezTo>
                      <a:pt x="679636" y="1150171"/>
                      <a:pt x="776791" y="1050159"/>
                      <a:pt x="774886" y="929191"/>
                    </a:cubicBezTo>
                    <a:lnTo>
                      <a:pt x="774886" y="876804"/>
                    </a:lnTo>
                    <a:close/>
                    <a:moveTo>
                      <a:pt x="383409" y="669159"/>
                    </a:moveTo>
                    <a:cubicBezTo>
                      <a:pt x="335784" y="669159"/>
                      <a:pt x="297684" y="631059"/>
                      <a:pt x="297684" y="583434"/>
                    </a:cubicBezTo>
                    <a:cubicBezTo>
                      <a:pt x="297684" y="535809"/>
                      <a:pt x="335784" y="497709"/>
                      <a:pt x="383409" y="497709"/>
                    </a:cubicBezTo>
                    <a:cubicBezTo>
                      <a:pt x="431034" y="497709"/>
                      <a:pt x="469134" y="535809"/>
                      <a:pt x="469134" y="583434"/>
                    </a:cubicBezTo>
                    <a:cubicBezTo>
                      <a:pt x="469134" y="631059"/>
                      <a:pt x="431034" y="669159"/>
                      <a:pt x="383409" y="669159"/>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
          <p:nvSpPr>
            <p:cNvPr id="80" name="Freeform: Shape 79">
              <a:extLst>
                <a:ext uri="{FF2B5EF4-FFF2-40B4-BE49-F238E27FC236}">
                  <a16:creationId xmlns:a16="http://schemas.microsoft.com/office/drawing/2014/main" id="{BAED9B21-A384-809B-09F4-8C97296161E5}"/>
                </a:ext>
              </a:extLst>
            </p:cNvPr>
            <p:cNvSpPr/>
            <p:nvPr/>
          </p:nvSpPr>
          <p:spPr>
            <a:xfrm>
              <a:off x="5789541" y="933087"/>
              <a:ext cx="651913" cy="1769376"/>
            </a:xfrm>
            <a:custGeom>
              <a:avLst/>
              <a:gdLst>
                <a:gd name="connsiteX0" fmla="*/ 381074 w 1175334"/>
                <a:gd name="connsiteY0" fmla="*/ 2219685 h 3194916"/>
                <a:gd name="connsiteX1" fmla="*/ 314582 w 1175334"/>
                <a:gd name="connsiteY1" fmla="*/ 2280799 h 3194916"/>
                <a:gd name="connsiteX2" fmla="*/ 281872 w 1175334"/>
                <a:gd name="connsiteY2" fmla="*/ 2668135 h 3194916"/>
                <a:gd name="connsiteX3" fmla="*/ 147595 w 1175334"/>
                <a:gd name="connsiteY3" fmla="*/ 2668135 h 3194916"/>
                <a:gd name="connsiteX4" fmla="*/ 154481 w 1175334"/>
                <a:gd name="connsiteY4" fmla="*/ 2669856 h 3194916"/>
                <a:gd name="connsiteX5" fmla="*/ 175139 w 1175334"/>
                <a:gd name="connsiteY5" fmla="*/ 2649200 h 3194916"/>
                <a:gd name="connsiteX6" fmla="*/ 154481 w 1175334"/>
                <a:gd name="connsiteY6" fmla="*/ 2628542 h 3194916"/>
                <a:gd name="connsiteX7" fmla="*/ 132103 w 1175334"/>
                <a:gd name="connsiteY7" fmla="*/ 2650920 h 3194916"/>
                <a:gd name="connsiteX8" fmla="*/ 295644 w 1175334"/>
                <a:gd name="connsiteY8" fmla="*/ 2692236 h 3194916"/>
                <a:gd name="connsiteX9" fmla="*/ 336960 w 1175334"/>
                <a:gd name="connsiteY9" fmla="*/ 2325556 h 3194916"/>
                <a:gd name="connsiteX10" fmla="*/ 424758 w 1175334"/>
                <a:gd name="connsiteY10" fmla="*/ 2249812 h 3194916"/>
                <a:gd name="connsiteX11" fmla="*/ 417872 w 1175334"/>
                <a:gd name="connsiteY11" fmla="*/ 2248089 h 3194916"/>
                <a:gd name="connsiteX12" fmla="*/ 397214 w 1175334"/>
                <a:gd name="connsiteY12" fmla="*/ 2268747 h 3194916"/>
                <a:gd name="connsiteX13" fmla="*/ 417872 w 1175334"/>
                <a:gd name="connsiteY13" fmla="*/ 2289405 h 3194916"/>
                <a:gd name="connsiteX14" fmla="*/ 438530 w 1175334"/>
                <a:gd name="connsiteY14" fmla="*/ 2267027 h 3194916"/>
                <a:gd name="connsiteX15" fmla="*/ 381074 w 1175334"/>
                <a:gd name="connsiteY15" fmla="*/ 2219685 h 3194916"/>
                <a:gd name="connsiteX16" fmla="*/ 792297 w 1175334"/>
                <a:gd name="connsiteY16" fmla="*/ 2216458 h 3194916"/>
                <a:gd name="connsiteX17" fmla="*/ 734628 w 1175334"/>
                <a:gd name="connsiteY17" fmla="*/ 2263585 h 3194916"/>
                <a:gd name="connsiteX18" fmla="*/ 755286 w 1175334"/>
                <a:gd name="connsiteY18" fmla="*/ 2285964 h 3194916"/>
                <a:gd name="connsiteX19" fmla="*/ 775944 w 1175334"/>
                <a:gd name="connsiteY19" fmla="*/ 2265306 h 3194916"/>
                <a:gd name="connsiteX20" fmla="*/ 755286 w 1175334"/>
                <a:gd name="connsiteY20" fmla="*/ 2244648 h 3194916"/>
                <a:gd name="connsiteX21" fmla="*/ 748400 w 1175334"/>
                <a:gd name="connsiteY21" fmla="*/ 2246370 h 3194916"/>
                <a:gd name="connsiteX22" fmla="*/ 836195 w 1175334"/>
                <a:gd name="connsiteY22" fmla="*/ 2322114 h 3194916"/>
                <a:gd name="connsiteX23" fmla="*/ 877511 w 1175334"/>
                <a:gd name="connsiteY23" fmla="*/ 2688795 h 3194916"/>
                <a:gd name="connsiteX24" fmla="*/ 1041055 w 1175334"/>
                <a:gd name="connsiteY24" fmla="*/ 2647479 h 3194916"/>
                <a:gd name="connsiteX25" fmla="*/ 1018674 w 1175334"/>
                <a:gd name="connsiteY25" fmla="*/ 2626821 h 3194916"/>
                <a:gd name="connsiteX26" fmla="*/ 998016 w 1175334"/>
                <a:gd name="connsiteY26" fmla="*/ 2647479 h 3194916"/>
                <a:gd name="connsiteX27" fmla="*/ 1018674 w 1175334"/>
                <a:gd name="connsiteY27" fmla="*/ 2668137 h 3194916"/>
                <a:gd name="connsiteX28" fmla="*/ 1025560 w 1175334"/>
                <a:gd name="connsiteY28" fmla="*/ 2666415 h 3194916"/>
                <a:gd name="connsiteX29" fmla="*/ 891283 w 1175334"/>
                <a:gd name="connsiteY29" fmla="*/ 2666415 h 3194916"/>
                <a:gd name="connsiteX30" fmla="*/ 860296 w 1175334"/>
                <a:gd name="connsiteY30" fmla="*/ 2279078 h 3194916"/>
                <a:gd name="connsiteX31" fmla="*/ 792297 w 1175334"/>
                <a:gd name="connsiteY31" fmla="*/ 2216458 h 3194916"/>
                <a:gd name="connsiteX32" fmla="*/ 527616 w 1175334"/>
                <a:gd name="connsiteY32" fmla="*/ 241 h 3194916"/>
                <a:gd name="connsiteX33" fmla="*/ 538376 w 1175334"/>
                <a:gd name="connsiteY33" fmla="*/ 6696 h 3194916"/>
                <a:gd name="connsiteX34" fmla="*/ 559034 w 1175334"/>
                <a:gd name="connsiteY34" fmla="*/ 6696 h 3194916"/>
                <a:gd name="connsiteX35" fmla="*/ 577970 w 1175334"/>
                <a:gd name="connsiteY35" fmla="*/ 6696 h 3194916"/>
                <a:gd name="connsiteX36" fmla="*/ 596907 w 1175334"/>
                <a:gd name="connsiteY36" fmla="*/ 6696 h 3194916"/>
                <a:gd name="connsiteX37" fmla="*/ 615843 w 1175334"/>
                <a:gd name="connsiteY37" fmla="*/ 6696 h 3194916"/>
                <a:gd name="connsiteX38" fmla="*/ 634780 w 1175334"/>
                <a:gd name="connsiteY38" fmla="*/ 6696 h 3194916"/>
                <a:gd name="connsiteX39" fmla="*/ 651995 w 1175334"/>
                <a:gd name="connsiteY39" fmla="*/ 66949 h 3194916"/>
                <a:gd name="connsiteX40" fmla="*/ 689868 w 1175334"/>
                <a:gd name="connsiteY40" fmla="*/ 60063 h 3194916"/>
                <a:gd name="connsiteX41" fmla="*/ 708804 w 1175334"/>
                <a:gd name="connsiteY41" fmla="*/ 97936 h 3194916"/>
                <a:gd name="connsiteX42" fmla="*/ 755285 w 1175334"/>
                <a:gd name="connsiteY42" fmla="*/ 96214 h 3194916"/>
                <a:gd name="connsiteX43" fmla="*/ 765614 w 1175334"/>
                <a:gd name="connsiteY43" fmla="*/ 166796 h 3194916"/>
                <a:gd name="connsiteX44" fmla="*/ 744956 w 1175334"/>
                <a:gd name="connsiteY44" fmla="*/ 168517 h 3194916"/>
                <a:gd name="connsiteX45" fmla="*/ 681260 w 1175334"/>
                <a:gd name="connsiteY45" fmla="*/ 182289 h 3194916"/>
                <a:gd name="connsiteX46" fmla="*/ 684703 w 1175334"/>
                <a:gd name="connsiteY46" fmla="*/ 194340 h 3194916"/>
                <a:gd name="connsiteX47" fmla="*/ 672653 w 1175334"/>
                <a:gd name="connsiteY47" fmla="*/ 202947 h 3194916"/>
                <a:gd name="connsiteX48" fmla="*/ 676096 w 1175334"/>
                <a:gd name="connsiteY48" fmla="*/ 282136 h 3194916"/>
                <a:gd name="connsiteX49" fmla="*/ 727741 w 1175334"/>
                <a:gd name="connsiteY49" fmla="*/ 280415 h 3194916"/>
                <a:gd name="connsiteX50" fmla="*/ 782829 w 1175334"/>
                <a:gd name="connsiteY50" fmla="*/ 225327 h 3194916"/>
                <a:gd name="connsiteX51" fmla="*/ 843081 w 1175334"/>
                <a:gd name="connsiteY51" fmla="*/ 294187 h 3194916"/>
                <a:gd name="connsiteX52" fmla="*/ 786272 w 1175334"/>
                <a:gd name="connsiteY52" fmla="*/ 366490 h 3194916"/>
                <a:gd name="connsiteX53" fmla="*/ 731184 w 1175334"/>
                <a:gd name="connsiteY53" fmla="*/ 321731 h 3194916"/>
                <a:gd name="connsiteX54" fmla="*/ 679539 w 1175334"/>
                <a:gd name="connsiteY54" fmla="*/ 323452 h 3194916"/>
                <a:gd name="connsiteX55" fmla="*/ 684703 w 1175334"/>
                <a:gd name="connsiteY55" fmla="*/ 450843 h 3194916"/>
                <a:gd name="connsiteX56" fmla="*/ 732905 w 1175334"/>
                <a:gd name="connsiteY56" fmla="*/ 449122 h 3194916"/>
                <a:gd name="connsiteX57" fmla="*/ 787993 w 1175334"/>
                <a:gd name="connsiteY57" fmla="*/ 394034 h 3194916"/>
                <a:gd name="connsiteX58" fmla="*/ 848246 w 1175334"/>
                <a:gd name="connsiteY58" fmla="*/ 462894 h 3194916"/>
                <a:gd name="connsiteX59" fmla="*/ 791436 w 1175334"/>
                <a:gd name="connsiteY59" fmla="*/ 535197 h 3194916"/>
                <a:gd name="connsiteX60" fmla="*/ 736348 w 1175334"/>
                <a:gd name="connsiteY60" fmla="*/ 490438 h 3194916"/>
                <a:gd name="connsiteX61" fmla="*/ 688146 w 1175334"/>
                <a:gd name="connsiteY61" fmla="*/ 495604 h 3194916"/>
                <a:gd name="connsiteX62" fmla="*/ 691589 w 1175334"/>
                <a:gd name="connsiteY62" fmla="*/ 579956 h 3194916"/>
                <a:gd name="connsiteX63" fmla="*/ 670931 w 1175334"/>
                <a:gd name="connsiteY63" fmla="*/ 579956 h 3194916"/>
                <a:gd name="connsiteX64" fmla="*/ 695032 w 1175334"/>
                <a:gd name="connsiteY64" fmla="*/ 1296100 h 3194916"/>
                <a:gd name="connsiteX65" fmla="*/ 696754 w 1175334"/>
                <a:gd name="connsiteY65" fmla="*/ 1296100 h 3194916"/>
                <a:gd name="connsiteX66" fmla="*/ 1073762 w 1175334"/>
                <a:gd name="connsiteY66" fmla="*/ 1659338 h 3194916"/>
                <a:gd name="connsiteX67" fmla="*/ 1078927 w 1175334"/>
                <a:gd name="connsiteY67" fmla="*/ 1991586 h 3194916"/>
                <a:gd name="connsiteX68" fmla="*/ 961865 w 1175334"/>
                <a:gd name="connsiteY68" fmla="*/ 2223990 h 3194916"/>
                <a:gd name="connsiteX69" fmla="*/ 1144344 w 1175334"/>
                <a:gd name="connsiteY69" fmla="*/ 2375482 h 3194916"/>
                <a:gd name="connsiteX70" fmla="*/ 1159837 w 1175334"/>
                <a:gd name="connsiteY70" fmla="*/ 2545909 h 3194916"/>
                <a:gd name="connsiteX71" fmla="*/ 586578 w 1175334"/>
                <a:gd name="connsiteY71" fmla="*/ 3194916 h 3194916"/>
                <a:gd name="connsiteX72" fmla="*/ 16761 w 1175334"/>
                <a:gd name="connsiteY72" fmla="*/ 2549352 h 3194916"/>
                <a:gd name="connsiteX73" fmla="*/ 32255 w 1175334"/>
                <a:gd name="connsiteY73" fmla="*/ 2378925 h 3194916"/>
                <a:gd name="connsiteX74" fmla="*/ 214734 w 1175334"/>
                <a:gd name="connsiteY74" fmla="*/ 2227433 h 3194916"/>
                <a:gd name="connsiteX75" fmla="*/ 97672 w 1175334"/>
                <a:gd name="connsiteY75" fmla="*/ 1995029 h 3194916"/>
                <a:gd name="connsiteX76" fmla="*/ 102836 w 1175334"/>
                <a:gd name="connsiteY76" fmla="*/ 1662779 h 3194916"/>
                <a:gd name="connsiteX77" fmla="*/ 476402 w 1175334"/>
                <a:gd name="connsiteY77" fmla="*/ 1297823 h 3194916"/>
                <a:gd name="connsiteX78" fmla="*/ 490174 w 1175334"/>
                <a:gd name="connsiteY78" fmla="*/ 648816 h 3194916"/>
                <a:gd name="connsiteX79" fmla="*/ 493617 w 1175334"/>
                <a:gd name="connsiteY79" fmla="*/ 581679 h 3194916"/>
                <a:gd name="connsiteX80" fmla="*/ 472959 w 1175334"/>
                <a:gd name="connsiteY80" fmla="*/ 581679 h 3194916"/>
                <a:gd name="connsiteX81" fmla="*/ 476402 w 1175334"/>
                <a:gd name="connsiteY81" fmla="*/ 497324 h 3194916"/>
                <a:gd name="connsiteX82" fmla="*/ 428200 w 1175334"/>
                <a:gd name="connsiteY82" fmla="*/ 493881 h 3194916"/>
                <a:gd name="connsiteX83" fmla="*/ 373112 w 1175334"/>
                <a:gd name="connsiteY83" fmla="*/ 538640 h 3194916"/>
                <a:gd name="connsiteX84" fmla="*/ 316302 w 1175334"/>
                <a:gd name="connsiteY84" fmla="*/ 466337 h 3194916"/>
                <a:gd name="connsiteX85" fmla="*/ 374833 w 1175334"/>
                <a:gd name="connsiteY85" fmla="*/ 395757 h 3194916"/>
                <a:gd name="connsiteX86" fmla="*/ 429921 w 1175334"/>
                <a:gd name="connsiteY86" fmla="*/ 450843 h 3194916"/>
                <a:gd name="connsiteX87" fmla="*/ 476402 w 1175334"/>
                <a:gd name="connsiteY87" fmla="*/ 456008 h 3194916"/>
                <a:gd name="connsiteX88" fmla="*/ 481566 w 1175334"/>
                <a:gd name="connsiteY88" fmla="*/ 326897 h 3194916"/>
                <a:gd name="connsiteX89" fmla="*/ 429921 w 1175334"/>
                <a:gd name="connsiteY89" fmla="*/ 325174 h 3194916"/>
                <a:gd name="connsiteX90" fmla="*/ 374833 w 1175334"/>
                <a:gd name="connsiteY90" fmla="*/ 369933 h 3194916"/>
                <a:gd name="connsiteX91" fmla="*/ 318024 w 1175334"/>
                <a:gd name="connsiteY91" fmla="*/ 297630 h 3194916"/>
                <a:gd name="connsiteX92" fmla="*/ 376555 w 1175334"/>
                <a:gd name="connsiteY92" fmla="*/ 227048 h 3194916"/>
                <a:gd name="connsiteX93" fmla="*/ 431643 w 1175334"/>
                <a:gd name="connsiteY93" fmla="*/ 282136 h 3194916"/>
                <a:gd name="connsiteX94" fmla="*/ 483288 w 1175334"/>
                <a:gd name="connsiteY94" fmla="*/ 282136 h 3194916"/>
                <a:gd name="connsiteX95" fmla="*/ 486731 w 1175334"/>
                <a:gd name="connsiteY95" fmla="*/ 202947 h 3194916"/>
                <a:gd name="connsiteX96" fmla="*/ 469516 w 1175334"/>
                <a:gd name="connsiteY96" fmla="*/ 192618 h 3194916"/>
                <a:gd name="connsiteX97" fmla="*/ 472959 w 1175334"/>
                <a:gd name="connsiteY97" fmla="*/ 178846 h 3194916"/>
                <a:gd name="connsiteX98" fmla="*/ 410985 w 1175334"/>
                <a:gd name="connsiteY98" fmla="*/ 166796 h 3194916"/>
                <a:gd name="connsiteX99" fmla="*/ 392048 w 1175334"/>
                <a:gd name="connsiteY99" fmla="*/ 165074 h 3194916"/>
                <a:gd name="connsiteX100" fmla="*/ 400656 w 1175334"/>
                <a:gd name="connsiteY100" fmla="*/ 94493 h 3194916"/>
                <a:gd name="connsiteX101" fmla="*/ 443693 w 1175334"/>
                <a:gd name="connsiteY101" fmla="*/ 94493 h 3194916"/>
                <a:gd name="connsiteX102" fmla="*/ 460908 w 1175334"/>
                <a:gd name="connsiteY102" fmla="*/ 56620 h 3194916"/>
                <a:gd name="connsiteX103" fmla="*/ 502224 w 1175334"/>
                <a:gd name="connsiteY103" fmla="*/ 65227 h 3194916"/>
                <a:gd name="connsiteX104" fmla="*/ 519439 w 1175334"/>
                <a:gd name="connsiteY104" fmla="*/ 6696 h 3194916"/>
                <a:gd name="connsiteX105" fmla="*/ 527616 w 1175334"/>
                <a:gd name="connsiteY105" fmla="*/ 241 h 3194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1175334" h="3194916">
                  <a:moveTo>
                    <a:pt x="381074" y="2219685"/>
                  </a:moveTo>
                  <a:cubicBezTo>
                    <a:pt x="351594" y="2219685"/>
                    <a:pt x="320607" y="2237761"/>
                    <a:pt x="314582" y="2280799"/>
                  </a:cubicBezTo>
                  <a:cubicBezTo>
                    <a:pt x="300810" y="2372037"/>
                    <a:pt x="311139" y="2585503"/>
                    <a:pt x="281872" y="2668135"/>
                  </a:cubicBezTo>
                  <a:cubicBezTo>
                    <a:pt x="254328" y="2742159"/>
                    <a:pt x="163090" y="2731832"/>
                    <a:pt x="147595" y="2668135"/>
                  </a:cubicBezTo>
                  <a:cubicBezTo>
                    <a:pt x="149318" y="2669856"/>
                    <a:pt x="152761" y="2669856"/>
                    <a:pt x="154481" y="2669856"/>
                  </a:cubicBezTo>
                  <a:cubicBezTo>
                    <a:pt x="164810" y="2669856"/>
                    <a:pt x="175139" y="2659529"/>
                    <a:pt x="175139" y="2649200"/>
                  </a:cubicBezTo>
                  <a:cubicBezTo>
                    <a:pt x="175139" y="2638869"/>
                    <a:pt x="166533" y="2628542"/>
                    <a:pt x="154481" y="2628542"/>
                  </a:cubicBezTo>
                  <a:cubicBezTo>
                    <a:pt x="142432" y="2628542"/>
                    <a:pt x="132103" y="2638869"/>
                    <a:pt x="132103" y="2650920"/>
                  </a:cubicBezTo>
                  <a:cubicBezTo>
                    <a:pt x="132103" y="2738718"/>
                    <a:pt x="250885" y="2762819"/>
                    <a:pt x="295644" y="2692236"/>
                  </a:cubicBezTo>
                  <a:cubicBezTo>
                    <a:pt x="343846" y="2618211"/>
                    <a:pt x="336960" y="2416796"/>
                    <a:pt x="336960" y="2325556"/>
                  </a:cubicBezTo>
                  <a:cubicBezTo>
                    <a:pt x="336960" y="2215382"/>
                    <a:pt x="405820" y="2211939"/>
                    <a:pt x="424758" y="2249812"/>
                  </a:cubicBezTo>
                  <a:cubicBezTo>
                    <a:pt x="421315" y="2248089"/>
                    <a:pt x="419592" y="2248089"/>
                    <a:pt x="417872" y="2248089"/>
                  </a:cubicBezTo>
                  <a:cubicBezTo>
                    <a:pt x="405820" y="2248089"/>
                    <a:pt x="397214" y="2256696"/>
                    <a:pt x="397214" y="2268747"/>
                  </a:cubicBezTo>
                  <a:cubicBezTo>
                    <a:pt x="397214" y="2280799"/>
                    <a:pt x="405820" y="2289405"/>
                    <a:pt x="417872" y="2289405"/>
                  </a:cubicBezTo>
                  <a:cubicBezTo>
                    <a:pt x="429921" y="2289405"/>
                    <a:pt x="438530" y="2280799"/>
                    <a:pt x="438530" y="2267027"/>
                  </a:cubicBezTo>
                  <a:cubicBezTo>
                    <a:pt x="438530" y="2237760"/>
                    <a:pt x="410555" y="2219684"/>
                    <a:pt x="381074" y="2219685"/>
                  </a:cubicBezTo>
                  <a:close/>
                  <a:moveTo>
                    <a:pt x="792297" y="2216458"/>
                  </a:moveTo>
                  <a:cubicBezTo>
                    <a:pt x="762602" y="2216243"/>
                    <a:pt x="734628" y="2234319"/>
                    <a:pt x="734628" y="2263585"/>
                  </a:cubicBezTo>
                  <a:cubicBezTo>
                    <a:pt x="734628" y="2277355"/>
                    <a:pt x="743234" y="2285964"/>
                    <a:pt x="755286" y="2285964"/>
                  </a:cubicBezTo>
                  <a:cubicBezTo>
                    <a:pt x="767335" y="2285964"/>
                    <a:pt x="775944" y="2277355"/>
                    <a:pt x="775944" y="2265306"/>
                  </a:cubicBezTo>
                  <a:cubicBezTo>
                    <a:pt x="775944" y="2253254"/>
                    <a:pt x="767335" y="2244648"/>
                    <a:pt x="755286" y="2244648"/>
                  </a:cubicBezTo>
                  <a:cubicBezTo>
                    <a:pt x="753563" y="2244648"/>
                    <a:pt x="751843" y="2244648"/>
                    <a:pt x="748400" y="2246370"/>
                  </a:cubicBezTo>
                  <a:cubicBezTo>
                    <a:pt x="767335" y="2208495"/>
                    <a:pt x="836195" y="2211940"/>
                    <a:pt x="836195" y="2322114"/>
                  </a:cubicBezTo>
                  <a:cubicBezTo>
                    <a:pt x="836195" y="2413355"/>
                    <a:pt x="829309" y="2614770"/>
                    <a:pt x="877511" y="2688795"/>
                  </a:cubicBezTo>
                  <a:cubicBezTo>
                    <a:pt x="922270" y="2759376"/>
                    <a:pt x="1041055" y="2735276"/>
                    <a:pt x="1041055" y="2647479"/>
                  </a:cubicBezTo>
                  <a:cubicBezTo>
                    <a:pt x="1041055" y="2638871"/>
                    <a:pt x="1030726" y="2626821"/>
                    <a:pt x="1018674" y="2626821"/>
                  </a:cubicBezTo>
                  <a:cubicBezTo>
                    <a:pt x="1006625" y="2626821"/>
                    <a:pt x="998016" y="2637150"/>
                    <a:pt x="998016" y="2647479"/>
                  </a:cubicBezTo>
                  <a:cubicBezTo>
                    <a:pt x="998016" y="2657808"/>
                    <a:pt x="1008345" y="2668137"/>
                    <a:pt x="1018674" y="2668137"/>
                  </a:cubicBezTo>
                  <a:cubicBezTo>
                    <a:pt x="1020397" y="2668137"/>
                    <a:pt x="1023840" y="2668137"/>
                    <a:pt x="1025560" y="2666415"/>
                  </a:cubicBezTo>
                  <a:cubicBezTo>
                    <a:pt x="1010068" y="2730111"/>
                    <a:pt x="918827" y="2740440"/>
                    <a:pt x="891283" y="2666415"/>
                  </a:cubicBezTo>
                  <a:cubicBezTo>
                    <a:pt x="862019" y="2583783"/>
                    <a:pt x="872348" y="2370318"/>
                    <a:pt x="860296" y="2279078"/>
                  </a:cubicBezTo>
                  <a:cubicBezTo>
                    <a:pt x="853410" y="2235180"/>
                    <a:pt x="821993" y="2216674"/>
                    <a:pt x="792297" y="2216458"/>
                  </a:cubicBezTo>
                  <a:close/>
                  <a:moveTo>
                    <a:pt x="527616" y="241"/>
                  </a:moveTo>
                  <a:cubicBezTo>
                    <a:pt x="531920" y="-620"/>
                    <a:pt x="536655" y="671"/>
                    <a:pt x="538376" y="6696"/>
                  </a:cubicBezTo>
                  <a:cubicBezTo>
                    <a:pt x="538376" y="6696"/>
                    <a:pt x="548705" y="-5354"/>
                    <a:pt x="559034" y="6696"/>
                  </a:cubicBezTo>
                  <a:cubicBezTo>
                    <a:pt x="559034" y="6696"/>
                    <a:pt x="569363" y="-5354"/>
                    <a:pt x="577970" y="6696"/>
                  </a:cubicBezTo>
                  <a:cubicBezTo>
                    <a:pt x="577970" y="6696"/>
                    <a:pt x="590021" y="-3633"/>
                    <a:pt x="596907" y="6696"/>
                  </a:cubicBezTo>
                  <a:cubicBezTo>
                    <a:pt x="596907" y="6696"/>
                    <a:pt x="605514" y="-1911"/>
                    <a:pt x="615843" y="6696"/>
                  </a:cubicBezTo>
                  <a:cubicBezTo>
                    <a:pt x="615843" y="6696"/>
                    <a:pt x="624451" y="-3633"/>
                    <a:pt x="634780" y="6696"/>
                  </a:cubicBezTo>
                  <a:lnTo>
                    <a:pt x="651995" y="66949"/>
                  </a:lnTo>
                  <a:lnTo>
                    <a:pt x="689868" y="60063"/>
                  </a:lnTo>
                  <a:lnTo>
                    <a:pt x="708804" y="97936"/>
                  </a:lnTo>
                  <a:lnTo>
                    <a:pt x="755285" y="96214"/>
                  </a:lnTo>
                  <a:lnTo>
                    <a:pt x="765614" y="166796"/>
                  </a:lnTo>
                  <a:lnTo>
                    <a:pt x="744956" y="168517"/>
                  </a:lnTo>
                  <a:cubicBezTo>
                    <a:pt x="744956" y="168517"/>
                    <a:pt x="724298" y="185732"/>
                    <a:pt x="681260" y="182289"/>
                  </a:cubicBezTo>
                  <a:lnTo>
                    <a:pt x="684703" y="194340"/>
                  </a:lnTo>
                  <a:lnTo>
                    <a:pt x="672653" y="202947"/>
                  </a:lnTo>
                  <a:lnTo>
                    <a:pt x="676096" y="282136"/>
                  </a:lnTo>
                  <a:lnTo>
                    <a:pt x="727741" y="280415"/>
                  </a:lnTo>
                  <a:cubicBezTo>
                    <a:pt x="732905" y="249428"/>
                    <a:pt x="755285" y="225327"/>
                    <a:pt x="782829" y="225327"/>
                  </a:cubicBezTo>
                  <a:cubicBezTo>
                    <a:pt x="815537" y="223605"/>
                    <a:pt x="843081" y="254592"/>
                    <a:pt x="843081" y="294187"/>
                  </a:cubicBezTo>
                  <a:cubicBezTo>
                    <a:pt x="843081" y="333781"/>
                    <a:pt x="818980" y="366490"/>
                    <a:pt x="786272" y="366490"/>
                  </a:cubicBezTo>
                  <a:cubicBezTo>
                    <a:pt x="762171" y="366490"/>
                    <a:pt x="739791" y="349275"/>
                    <a:pt x="731184" y="321731"/>
                  </a:cubicBezTo>
                  <a:lnTo>
                    <a:pt x="679539" y="323452"/>
                  </a:lnTo>
                  <a:lnTo>
                    <a:pt x="684703" y="450843"/>
                  </a:lnTo>
                  <a:lnTo>
                    <a:pt x="732905" y="449122"/>
                  </a:lnTo>
                  <a:cubicBezTo>
                    <a:pt x="738070" y="418135"/>
                    <a:pt x="760449" y="394034"/>
                    <a:pt x="787993" y="394034"/>
                  </a:cubicBezTo>
                  <a:cubicBezTo>
                    <a:pt x="820702" y="392312"/>
                    <a:pt x="846524" y="423301"/>
                    <a:pt x="848246" y="462894"/>
                  </a:cubicBezTo>
                  <a:cubicBezTo>
                    <a:pt x="848246" y="502488"/>
                    <a:pt x="824145" y="535197"/>
                    <a:pt x="791436" y="535197"/>
                  </a:cubicBezTo>
                  <a:cubicBezTo>
                    <a:pt x="767335" y="535197"/>
                    <a:pt x="744956" y="517982"/>
                    <a:pt x="736348" y="490438"/>
                  </a:cubicBezTo>
                  <a:lnTo>
                    <a:pt x="688146" y="495604"/>
                  </a:lnTo>
                  <a:lnTo>
                    <a:pt x="691589" y="579956"/>
                  </a:lnTo>
                  <a:lnTo>
                    <a:pt x="670931" y="579956"/>
                  </a:lnTo>
                  <a:lnTo>
                    <a:pt x="695032" y="1296100"/>
                  </a:lnTo>
                  <a:lnTo>
                    <a:pt x="696754" y="1296100"/>
                  </a:lnTo>
                  <a:cubicBezTo>
                    <a:pt x="763892" y="1285771"/>
                    <a:pt x="1118521" y="1325367"/>
                    <a:pt x="1073762" y="1659338"/>
                  </a:cubicBezTo>
                  <a:cubicBezTo>
                    <a:pt x="1065155" y="1728198"/>
                    <a:pt x="1010067" y="1883133"/>
                    <a:pt x="1078927" y="1991586"/>
                  </a:cubicBezTo>
                  <a:cubicBezTo>
                    <a:pt x="1078927" y="1991586"/>
                    <a:pt x="932599" y="1893462"/>
                    <a:pt x="961865" y="2223990"/>
                  </a:cubicBezTo>
                  <a:cubicBezTo>
                    <a:pt x="984244" y="2458112"/>
                    <a:pt x="1135736" y="2430570"/>
                    <a:pt x="1144344" y="2375482"/>
                  </a:cubicBezTo>
                  <a:cubicBezTo>
                    <a:pt x="1144344" y="2375482"/>
                    <a:pt x="1132293" y="2434013"/>
                    <a:pt x="1159837" y="2545909"/>
                  </a:cubicBezTo>
                  <a:cubicBezTo>
                    <a:pt x="1185660" y="2657808"/>
                    <a:pt x="1256241" y="3194916"/>
                    <a:pt x="586578" y="3194916"/>
                  </a:cubicBezTo>
                  <a:cubicBezTo>
                    <a:pt x="-83086" y="3194916"/>
                    <a:pt x="-10783" y="2661251"/>
                    <a:pt x="16761" y="2549352"/>
                  </a:cubicBezTo>
                  <a:cubicBezTo>
                    <a:pt x="44305" y="2435733"/>
                    <a:pt x="32255" y="2378925"/>
                    <a:pt x="32255" y="2378925"/>
                  </a:cubicBezTo>
                  <a:cubicBezTo>
                    <a:pt x="42584" y="2434013"/>
                    <a:pt x="194076" y="2461557"/>
                    <a:pt x="214734" y="2227433"/>
                  </a:cubicBezTo>
                  <a:cubicBezTo>
                    <a:pt x="243999" y="1896905"/>
                    <a:pt x="97672" y="1995029"/>
                    <a:pt x="97672" y="1995029"/>
                  </a:cubicBezTo>
                  <a:cubicBezTo>
                    <a:pt x="166532" y="1884853"/>
                    <a:pt x="111444" y="1731639"/>
                    <a:pt x="102836" y="1662779"/>
                  </a:cubicBezTo>
                  <a:cubicBezTo>
                    <a:pt x="58077" y="1332253"/>
                    <a:pt x="400656" y="1290937"/>
                    <a:pt x="476402" y="1297823"/>
                  </a:cubicBezTo>
                  <a:lnTo>
                    <a:pt x="490174" y="648816"/>
                  </a:lnTo>
                  <a:lnTo>
                    <a:pt x="493617" y="581679"/>
                  </a:lnTo>
                  <a:lnTo>
                    <a:pt x="472959" y="581679"/>
                  </a:lnTo>
                  <a:lnTo>
                    <a:pt x="476402" y="497324"/>
                  </a:lnTo>
                  <a:lnTo>
                    <a:pt x="428200" y="493881"/>
                  </a:lnTo>
                  <a:cubicBezTo>
                    <a:pt x="419592" y="521425"/>
                    <a:pt x="398934" y="538640"/>
                    <a:pt x="373112" y="538640"/>
                  </a:cubicBezTo>
                  <a:cubicBezTo>
                    <a:pt x="340403" y="536918"/>
                    <a:pt x="316302" y="505933"/>
                    <a:pt x="316302" y="466337"/>
                  </a:cubicBezTo>
                  <a:cubicBezTo>
                    <a:pt x="316302" y="426742"/>
                    <a:pt x="342125" y="395757"/>
                    <a:pt x="374833" y="395757"/>
                  </a:cubicBezTo>
                  <a:cubicBezTo>
                    <a:pt x="402377" y="397477"/>
                    <a:pt x="424757" y="419856"/>
                    <a:pt x="429921" y="450843"/>
                  </a:cubicBezTo>
                  <a:lnTo>
                    <a:pt x="476402" y="456008"/>
                  </a:lnTo>
                  <a:lnTo>
                    <a:pt x="481566" y="326897"/>
                  </a:lnTo>
                  <a:lnTo>
                    <a:pt x="429921" y="325174"/>
                  </a:lnTo>
                  <a:cubicBezTo>
                    <a:pt x="421314" y="352718"/>
                    <a:pt x="400656" y="369933"/>
                    <a:pt x="374833" y="369933"/>
                  </a:cubicBezTo>
                  <a:cubicBezTo>
                    <a:pt x="343846" y="368211"/>
                    <a:pt x="318024" y="337226"/>
                    <a:pt x="318024" y="297630"/>
                  </a:cubicBezTo>
                  <a:cubicBezTo>
                    <a:pt x="318024" y="258037"/>
                    <a:pt x="343846" y="227048"/>
                    <a:pt x="376555" y="227048"/>
                  </a:cubicBezTo>
                  <a:cubicBezTo>
                    <a:pt x="404099" y="228770"/>
                    <a:pt x="426478" y="251149"/>
                    <a:pt x="431643" y="282136"/>
                  </a:cubicBezTo>
                  <a:lnTo>
                    <a:pt x="483288" y="282136"/>
                  </a:lnTo>
                  <a:lnTo>
                    <a:pt x="486731" y="202947"/>
                  </a:lnTo>
                  <a:cubicBezTo>
                    <a:pt x="478123" y="197783"/>
                    <a:pt x="469516" y="192618"/>
                    <a:pt x="469516" y="192618"/>
                  </a:cubicBezTo>
                  <a:lnTo>
                    <a:pt x="472959" y="178846"/>
                  </a:lnTo>
                  <a:cubicBezTo>
                    <a:pt x="429921" y="182289"/>
                    <a:pt x="410985" y="166796"/>
                    <a:pt x="410985" y="166796"/>
                  </a:cubicBezTo>
                  <a:lnTo>
                    <a:pt x="392048" y="165074"/>
                  </a:lnTo>
                  <a:lnTo>
                    <a:pt x="400656" y="94493"/>
                  </a:lnTo>
                  <a:lnTo>
                    <a:pt x="443693" y="94493"/>
                  </a:lnTo>
                  <a:lnTo>
                    <a:pt x="460908" y="56620"/>
                  </a:lnTo>
                  <a:lnTo>
                    <a:pt x="502224" y="65227"/>
                  </a:lnTo>
                  <a:lnTo>
                    <a:pt x="519439" y="6696"/>
                  </a:lnTo>
                  <a:cubicBezTo>
                    <a:pt x="519439" y="4114"/>
                    <a:pt x="523313" y="1102"/>
                    <a:pt x="527616" y="241"/>
                  </a:cubicBezTo>
                  <a:close/>
                </a:path>
              </a:pathLst>
            </a:custGeom>
            <a:grpFill/>
            <a:ln w="3810"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1" name="Graphic 77">
              <a:extLst>
                <a:ext uri="{FF2B5EF4-FFF2-40B4-BE49-F238E27FC236}">
                  <a16:creationId xmlns:a16="http://schemas.microsoft.com/office/drawing/2014/main" id="{0600E9FA-F2AA-1E80-FAF8-52DDC9438470}"/>
                </a:ext>
              </a:extLst>
            </p:cNvPr>
            <p:cNvSpPr/>
            <p:nvPr/>
          </p:nvSpPr>
          <p:spPr>
            <a:xfrm rot="2186784">
              <a:off x="8117802" y="2063286"/>
              <a:ext cx="1041367" cy="1439205"/>
            </a:xfrm>
            <a:custGeom>
              <a:avLst/>
              <a:gdLst>
                <a:gd name="connsiteX0" fmla="*/ 1518999 w 1524000"/>
                <a:gd name="connsiteY0" fmla="*/ 1344786 h 2105025"/>
                <a:gd name="connsiteX1" fmla="*/ 1148477 w 1524000"/>
                <a:gd name="connsiteY1" fmla="*/ 788526 h 2105025"/>
                <a:gd name="connsiteX2" fmla="*/ 1132284 w 1524000"/>
                <a:gd name="connsiteY2" fmla="*/ 808528 h 2105025"/>
                <a:gd name="connsiteX3" fmla="*/ 1168479 w 1524000"/>
                <a:gd name="connsiteY3" fmla="*/ 971406 h 2105025"/>
                <a:gd name="connsiteX4" fmla="*/ 1103709 w 1524000"/>
                <a:gd name="connsiteY4" fmla="*/ 1078086 h 2105025"/>
                <a:gd name="connsiteX5" fmla="*/ 954167 w 1524000"/>
                <a:gd name="connsiteY5" fmla="*/ 1348596 h 2105025"/>
                <a:gd name="connsiteX6" fmla="*/ 908447 w 1524000"/>
                <a:gd name="connsiteY6" fmla="*/ 1387648 h 2105025"/>
                <a:gd name="connsiteX7" fmla="*/ 881777 w 1524000"/>
                <a:gd name="connsiteY7" fmla="*/ 1376218 h 2105025"/>
                <a:gd name="connsiteX8" fmla="*/ 874157 w 1524000"/>
                <a:gd name="connsiteY8" fmla="*/ 1379076 h 2105025"/>
                <a:gd name="connsiteX9" fmla="*/ 873204 w 1524000"/>
                <a:gd name="connsiteY9" fmla="*/ 1380981 h 2105025"/>
                <a:gd name="connsiteX10" fmla="*/ 876062 w 1524000"/>
                <a:gd name="connsiteY10" fmla="*/ 1388601 h 2105025"/>
                <a:gd name="connsiteX11" fmla="*/ 902732 w 1524000"/>
                <a:gd name="connsiteY11" fmla="*/ 1400031 h 2105025"/>
                <a:gd name="connsiteX12" fmla="*/ 898922 w 1524000"/>
                <a:gd name="connsiteY12" fmla="*/ 1423843 h 2105025"/>
                <a:gd name="connsiteX13" fmla="*/ 923687 w 1524000"/>
                <a:gd name="connsiteY13" fmla="*/ 1480993 h 2105025"/>
                <a:gd name="connsiteX14" fmla="*/ 915114 w 1524000"/>
                <a:gd name="connsiteY14" fmla="*/ 1553383 h 2105025"/>
                <a:gd name="connsiteX15" fmla="*/ 892254 w 1524000"/>
                <a:gd name="connsiteY15" fmla="*/ 1584816 h 2105025"/>
                <a:gd name="connsiteX16" fmla="*/ 862727 w 1524000"/>
                <a:gd name="connsiteY16" fmla="*/ 1572433 h 2105025"/>
                <a:gd name="connsiteX17" fmla="*/ 855107 w 1524000"/>
                <a:gd name="connsiteY17" fmla="*/ 1575291 h 2105025"/>
                <a:gd name="connsiteX18" fmla="*/ 854154 w 1524000"/>
                <a:gd name="connsiteY18" fmla="*/ 1577196 h 2105025"/>
                <a:gd name="connsiteX19" fmla="*/ 857012 w 1524000"/>
                <a:gd name="connsiteY19" fmla="*/ 1584816 h 2105025"/>
                <a:gd name="connsiteX20" fmla="*/ 887492 w 1524000"/>
                <a:gd name="connsiteY20" fmla="*/ 1598151 h 2105025"/>
                <a:gd name="connsiteX21" fmla="*/ 885587 w 1524000"/>
                <a:gd name="connsiteY21" fmla="*/ 1615296 h 2105025"/>
                <a:gd name="connsiteX22" fmla="*/ 911304 w 1524000"/>
                <a:gd name="connsiteY22" fmla="*/ 1673398 h 2105025"/>
                <a:gd name="connsiteX23" fmla="*/ 913209 w 1524000"/>
                <a:gd name="connsiteY23" fmla="*/ 1730548 h 2105025"/>
                <a:gd name="connsiteX24" fmla="*/ 872252 w 1524000"/>
                <a:gd name="connsiteY24" fmla="*/ 1768648 h 2105025"/>
                <a:gd name="connsiteX25" fmla="*/ 835104 w 1524000"/>
                <a:gd name="connsiteY25" fmla="*/ 1753408 h 2105025"/>
                <a:gd name="connsiteX26" fmla="*/ 827484 w 1524000"/>
                <a:gd name="connsiteY26" fmla="*/ 1756266 h 2105025"/>
                <a:gd name="connsiteX27" fmla="*/ 826532 w 1524000"/>
                <a:gd name="connsiteY27" fmla="*/ 1758171 h 2105025"/>
                <a:gd name="connsiteX28" fmla="*/ 829389 w 1524000"/>
                <a:gd name="connsiteY28" fmla="*/ 1765791 h 2105025"/>
                <a:gd name="connsiteX29" fmla="*/ 866537 w 1524000"/>
                <a:gd name="connsiteY29" fmla="*/ 1781983 h 2105025"/>
                <a:gd name="connsiteX30" fmla="*/ 862727 w 1524000"/>
                <a:gd name="connsiteY30" fmla="*/ 1804843 h 2105025"/>
                <a:gd name="connsiteX31" fmla="*/ 863679 w 1524000"/>
                <a:gd name="connsiteY31" fmla="*/ 1812463 h 2105025"/>
                <a:gd name="connsiteX32" fmla="*/ 797957 w 1524000"/>
                <a:gd name="connsiteY32" fmla="*/ 1747693 h 2105025"/>
                <a:gd name="connsiteX33" fmla="*/ 797004 w 1524000"/>
                <a:gd name="connsiteY33" fmla="*/ 1711498 h 2105025"/>
                <a:gd name="connsiteX34" fmla="*/ 801767 w 1524000"/>
                <a:gd name="connsiteY34" fmla="*/ 1693401 h 2105025"/>
                <a:gd name="connsiteX35" fmla="*/ 796052 w 1524000"/>
                <a:gd name="connsiteY35" fmla="*/ 1672446 h 2105025"/>
                <a:gd name="connsiteX36" fmla="*/ 785574 w 1524000"/>
                <a:gd name="connsiteY36" fmla="*/ 1458133 h 2105025"/>
                <a:gd name="connsiteX37" fmla="*/ 786527 w 1524000"/>
                <a:gd name="connsiteY37" fmla="*/ 1450513 h 2105025"/>
                <a:gd name="connsiteX38" fmla="*/ 784622 w 1524000"/>
                <a:gd name="connsiteY38" fmla="*/ 1440036 h 2105025"/>
                <a:gd name="connsiteX39" fmla="*/ 765572 w 1524000"/>
                <a:gd name="connsiteY39" fmla="*/ 1097136 h 2105025"/>
                <a:gd name="connsiteX40" fmla="*/ 796052 w 1524000"/>
                <a:gd name="connsiteY40" fmla="*/ 1114281 h 2105025"/>
                <a:gd name="connsiteX41" fmla="*/ 797957 w 1524000"/>
                <a:gd name="connsiteY41" fmla="*/ 1141903 h 2105025"/>
                <a:gd name="connsiteX42" fmla="*/ 771287 w 1524000"/>
                <a:gd name="connsiteY42" fmla="*/ 1179051 h 2105025"/>
                <a:gd name="connsiteX43" fmla="*/ 802719 w 1524000"/>
                <a:gd name="connsiteY43" fmla="*/ 1218103 h 2105025"/>
                <a:gd name="connsiteX44" fmla="*/ 824627 w 1524000"/>
                <a:gd name="connsiteY44" fmla="*/ 1626726 h 2105025"/>
                <a:gd name="connsiteX45" fmla="*/ 830342 w 1524000"/>
                <a:gd name="connsiteY45" fmla="*/ 1632441 h 2105025"/>
                <a:gd name="connsiteX46" fmla="*/ 835104 w 1524000"/>
                <a:gd name="connsiteY46" fmla="*/ 1632441 h 2105025"/>
                <a:gd name="connsiteX47" fmla="*/ 840819 w 1524000"/>
                <a:gd name="connsiteY47" fmla="*/ 1626726 h 2105025"/>
                <a:gd name="connsiteX48" fmla="*/ 818912 w 1524000"/>
                <a:gd name="connsiteY48" fmla="*/ 1219056 h 2105025"/>
                <a:gd name="connsiteX49" fmla="*/ 851297 w 1524000"/>
                <a:gd name="connsiteY49" fmla="*/ 1180003 h 2105025"/>
                <a:gd name="connsiteX50" fmla="*/ 815102 w 1524000"/>
                <a:gd name="connsiteY50" fmla="*/ 1139998 h 2105025"/>
                <a:gd name="connsiteX51" fmla="*/ 813197 w 1524000"/>
                <a:gd name="connsiteY51" fmla="*/ 1112376 h 2105025"/>
                <a:gd name="connsiteX52" fmla="*/ 838914 w 1524000"/>
                <a:gd name="connsiteY52" fmla="*/ 1075228 h 2105025"/>
                <a:gd name="connsiteX53" fmla="*/ 798909 w 1524000"/>
                <a:gd name="connsiteY53" fmla="*/ 1035223 h 2105025"/>
                <a:gd name="connsiteX54" fmla="*/ 763667 w 1524000"/>
                <a:gd name="connsiteY54" fmla="*/ 1057131 h 2105025"/>
                <a:gd name="connsiteX55" fmla="*/ 760809 w 1524000"/>
                <a:gd name="connsiteY55" fmla="*/ 1012363 h 2105025"/>
                <a:gd name="connsiteX56" fmla="*/ 798909 w 1524000"/>
                <a:gd name="connsiteY56" fmla="*/ 972358 h 2105025"/>
                <a:gd name="connsiteX57" fmla="*/ 758904 w 1524000"/>
                <a:gd name="connsiteY57" fmla="*/ 932353 h 2105025"/>
                <a:gd name="connsiteX58" fmla="*/ 756047 w 1524000"/>
                <a:gd name="connsiteY58" fmla="*/ 932353 h 2105025"/>
                <a:gd name="connsiteX59" fmla="*/ 755094 w 1524000"/>
                <a:gd name="connsiteY59" fmla="*/ 916161 h 2105025"/>
                <a:gd name="connsiteX60" fmla="*/ 777954 w 1524000"/>
                <a:gd name="connsiteY60" fmla="*/ 889491 h 2105025"/>
                <a:gd name="connsiteX61" fmla="*/ 752237 w 1524000"/>
                <a:gd name="connsiteY61" fmla="*/ 862821 h 2105025"/>
                <a:gd name="connsiteX62" fmla="*/ 751284 w 1524000"/>
                <a:gd name="connsiteY62" fmla="*/ 847581 h 2105025"/>
                <a:gd name="connsiteX63" fmla="*/ 789384 w 1524000"/>
                <a:gd name="connsiteY63" fmla="*/ 807576 h 2105025"/>
                <a:gd name="connsiteX64" fmla="*/ 749379 w 1524000"/>
                <a:gd name="connsiteY64" fmla="*/ 767571 h 2105025"/>
                <a:gd name="connsiteX65" fmla="*/ 746522 w 1524000"/>
                <a:gd name="connsiteY65" fmla="*/ 767571 h 2105025"/>
                <a:gd name="connsiteX66" fmla="*/ 745569 w 1524000"/>
                <a:gd name="connsiteY66" fmla="*/ 744711 h 2105025"/>
                <a:gd name="connsiteX67" fmla="*/ 782717 w 1524000"/>
                <a:gd name="connsiteY67" fmla="*/ 704706 h 2105025"/>
                <a:gd name="connsiteX68" fmla="*/ 742712 w 1524000"/>
                <a:gd name="connsiteY68" fmla="*/ 664701 h 2105025"/>
                <a:gd name="connsiteX69" fmla="*/ 740807 w 1524000"/>
                <a:gd name="connsiteY69" fmla="*/ 664701 h 2105025"/>
                <a:gd name="connsiteX70" fmla="*/ 706517 w 1524000"/>
                <a:gd name="connsiteY70" fmla="*/ 115108 h 2105025"/>
                <a:gd name="connsiteX71" fmla="*/ 589359 w 1524000"/>
                <a:gd name="connsiteY71" fmla="*/ 3666 h 2105025"/>
                <a:gd name="connsiteX72" fmla="*/ 480774 w 1524000"/>
                <a:gd name="connsiteY72" fmla="*/ 40813 h 2105025"/>
                <a:gd name="connsiteX73" fmla="*/ 327422 w 1524000"/>
                <a:gd name="connsiteY73" fmla="*/ 64626 h 2105025"/>
                <a:gd name="connsiteX74" fmla="*/ 321707 w 1524000"/>
                <a:gd name="connsiteY74" fmla="*/ 97011 h 2105025"/>
                <a:gd name="connsiteX75" fmla="*/ 327422 w 1524000"/>
                <a:gd name="connsiteY75" fmla="*/ 57958 h 2105025"/>
                <a:gd name="connsiteX76" fmla="*/ 275034 w 1524000"/>
                <a:gd name="connsiteY76" fmla="*/ 48433 h 2105025"/>
                <a:gd name="connsiteX77" fmla="*/ 240744 w 1524000"/>
                <a:gd name="connsiteY77" fmla="*/ 41766 h 2105025"/>
                <a:gd name="connsiteX78" fmla="*/ 215979 w 1524000"/>
                <a:gd name="connsiteY78" fmla="*/ 36051 h 2105025"/>
                <a:gd name="connsiteX79" fmla="*/ 215979 w 1524000"/>
                <a:gd name="connsiteY79" fmla="*/ 37003 h 2105025"/>
                <a:gd name="connsiteX80" fmla="*/ 191214 w 1524000"/>
                <a:gd name="connsiteY80" fmla="*/ 31288 h 2105025"/>
                <a:gd name="connsiteX81" fmla="*/ 191214 w 1524000"/>
                <a:gd name="connsiteY81" fmla="*/ 31288 h 2105025"/>
                <a:gd name="connsiteX82" fmla="*/ 165497 w 1524000"/>
                <a:gd name="connsiteY82" fmla="*/ 26526 h 2105025"/>
                <a:gd name="connsiteX83" fmla="*/ 6429 w 1524000"/>
                <a:gd name="connsiteY83" fmla="*/ 71293 h 2105025"/>
                <a:gd name="connsiteX84" fmla="*/ 3572 w 1524000"/>
                <a:gd name="connsiteY84" fmla="*/ 80818 h 2105025"/>
                <a:gd name="connsiteX85" fmla="*/ 317897 w 1524000"/>
                <a:gd name="connsiteY85" fmla="*/ 125586 h 2105025"/>
                <a:gd name="connsiteX86" fmla="*/ 318849 w 1524000"/>
                <a:gd name="connsiteY86" fmla="*/ 117966 h 2105025"/>
                <a:gd name="connsiteX87" fmla="*/ 425529 w 1524000"/>
                <a:gd name="connsiteY87" fmla="*/ 124633 h 2105025"/>
                <a:gd name="connsiteX88" fmla="*/ 510302 w 1524000"/>
                <a:gd name="connsiteY88" fmla="*/ 84628 h 2105025"/>
                <a:gd name="connsiteX89" fmla="*/ 598884 w 1524000"/>
                <a:gd name="connsiteY89" fmla="*/ 110346 h 2105025"/>
                <a:gd name="connsiteX90" fmla="*/ 603647 w 1524000"/>
                <a:gd name="connsiteY90" fmla="*/ 1736263 h 2105025"/>
                <a:gd name="connsiteX91" fmla="*/ 696992 w 1524000"/>
                <a:gd name="connsiteY91" fmla="*/ 1978198 h 2105025"/>
                <a:gd name="connsiteX92" fmla="*/ 688419 w 1524000"/>
                <a:gd name="connsiteY92" fmla="*/ 2016298 h 2105025"/>
                <a:gd name="connsiteX93" fmla="*/ 779859 w 1524000"/>
                <a:gd name="connsiteY93" fmla="*/ 2107738 h 2105025"/>
                <a:gd name="connsiteX94" fmla="*/ 869394 w 1524000"/>
                <a:gd name="connsiteY94" fmla="*/ 2031538 h 2105025"/>
                <a:gd name="connsiteX95" fmla="*/ 1092279 w 1524000"/>
                <a:gd name="connsiteY95" fmla="*/ 1779126 h 2105025"/>
                <a:gd name="connsiteX96" fmla="*/ 1246584 w 1524000"/>
                <a:gd name="connsiteY96" fmla="*/ 1320973 h 2105025"/>
                <a:gd name="connsiteX97" fmla="*/ 1501854 w 1524000"/>
                <a:gd name="connsiteY97" fmla="*/ 1366693 h 2105025"/>
                <a:gd name="connsiteX98" fmla="*/ 1518999 w 1524000"/>
                <a:gd name="connsiteY98" fmla="*/ 1344786 h 2105025"/>
                <a:gd name="connsiteX99" fmla="*/ 1518999 w 1524000"/>
                <a:gd name="connsiteY99" fmla="*/ 1344786 h 2105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524000" h="2105025">
                  <a:moveTo>
                    <a:pt x="1518999" y="1344786"/>
                  </a:moveTo>
                  <a:cubicBezTo>
                    <a:pt x="1508522" y="1320973"/>
                    <a:pt x="1323737" y="963786"/>
                    <a:pt x="1148477" y="788526"/>
                  </a:cubicBezTo>
                  <a:cubicBezTo>
                    <a:pt x="1141809" y="781858"/>
                    <a:pt x="1124664" y="778048"/>
                    <a:pt x="1132284" y="808528"/>
                  </a:cubicBezTo>
                  <a:cubicBezTo>
                    <a:pt x="1139904" y="839008"/>
                    <a:pt x="1170384" y="937116"/>
                    <a:pt x="1168479" y="971406"/>
                  </a:cubicBezTo>
                  <a:cubicBezTo>
                    <a:pt x="1166574" y="1005696"/>
                    <a:pt x="1132284" y="1043796"/>
                    <a:pt x="1103709" y="1078086"/>
                  </a:cubicBezTo>
                  <a:cubicBezTo>
                    <a:pt x="1086564" y="1099041"/>
                    <a:pt x="1005602" y="1182861"/>
                    <a:pt x="954167" y="1348596"/>
                  </a:cubicBezTo>
                  <a:cubicBezTo>
                    <a:pt x="934164" y="1355263"/>
                    <a:pt x="917972" y="1369551"/>
                    <a:pt x="908447" y="1387648"/>
                  </a:cubicBezTo>
                  <a:lnTo>
                    <a:pt x="881777" y="1376218"/>
                  </a:lnTo>
                  <a:cubicBezTo>
                    <a:pt x="878919" y="1375266"/>
                    <a:pt x="875109" y="1376218"/>
                    <a:pt x="874157" y="1379076"/>
                  </a:cubicBezTo>
                  <a:lnTo>
                    <a:pt x="873204" y="1380981"/>
                  </a:lnTo>
                  <a:cubicBezTo>
                    <a:pt x="872252" y="1383838"/>
                    <a:pt x="873204" y="1387648"/>
                    <a:pt x="876062" y="1388601"/>
                  </a:cubicBezTo>
                  <a:lnTo>
                    <a:pt x="902732" y="1400031"/>
                  </a:lnTo>
                  <a:cubicBezTo>
                    <a:pt x="900827" y="1407651"/>
                    <a:pt x="898922" y="1415271"/>
                    <a:pt x="898922" y="1423843"/>
                  </a:cubicBezTo>
                  <a:cubicBezTo>
                    <a:pt x="898922" y="1446703"/>
                    <a:pt x="908447" y="1466706"/>
                    <a:pt x="923687" y="1480993"/>
                  </a:cubicBezTo>
                  <a:cubicBezTo>
                    <a:pt x="919877" y="1503853"/>
                    <a:pt x="917019" y="1528618"/>
                    <a:pt x="915114" y="1553383"/>
                  </a:cubicBezTo>
                  <a:cubicBezTo>
                    <a:pt x="904637" y="1561956"/>
                    <a:pt x="897017" y="1572433"/>
                    <a:pt x="892254" y="1584816"/>
                  </a:cubicBezTo>
                  <a:lnTo>
                    <a:pt x="862727" y="1572433"/>
                  </a:lnTo>
                  <a:cubicBezTo>
                    <a:pt x="859869" y="1571481"/>
                    <a:pt x="856059" y="1572433"/>
                    <a:pt x="855107" y="1575291"/>
                  </a:cubicBezTo>
                  <a:lnTo>
                    <a:pt x="854154" y="1577196"/>
                  </a:lnTo>
                  <a:cubicBezTo>
                    <a:pt x="853202" y="1580053"/>
                    <a:pt x="854154" y="1583863"/>
                    <a:pt x="857012" y="1584816"/>
                  </a:cubicBezTo>
                  <a:lnTo>
                    <a:pt x="887492" y="1598151"/>
                  </a:lnTo>
                  <a:cubicBezTo>
                    <a:pt x="886539" y="1603866"/>
                    <a:pt x="885587" y="1609581"/>
                    <a:pt x="885587" y="1615296"/>
                  </a:cubicBezTo>
                  <a:cubicBezTo>
                    <a:pt x="885587" y="1638156"/>
                    <a:pt x="895112" y="1659111"/>
                    <a:pt x="911304" y="1673398"/>
                  </a:cubicBezTo>
                  <a:cubicBezTo>
                    <a:pt x="911304" y="1691496"/>
                    <a:pt x="912257" y="1710546"/>
                    <a:pt x="913209" y="1730548"/>
                  </a:cubicBezTo>
                  <a:cubicBezTo>
                    <a:pt x="895112" y="1738168"/>
                    <a:pt x="880824" y="1751503"/>
                    <a:pt x="872252" y="1768648"/>
                  </a:cubicBezTo>
                  <a:lnTo>
                    <a:pt x="835104" y="1753408"/>
                  </a:lnTo>
                  <a:cubicBezTo>
                    <a:pt x="832247" y="1752456"/>
                    <a:pt x="828437" y="1753408"/>
                    <a:pt x="827484" y="1756266"/>
                  </a:cubicBezTo>
                  <a:lnTo>
                    <a:pt x="826532" y="1758171"/>
                  </a:lnTo>
                  <a:cubicBezTo>
                    <a:pt x="825579" y="1761028"/>
                    <a:pt x="826532" y="1764838"/>
                    <a:pt x="829389" y="1765791"/>
                  </a:cubicBezTo>
                  <a:lnTo>
                    <a:pt x="866537" y="1781983"/>
                  </a:lnTo>
                  <a:cubicBezTo>
                    <a:pt x="864632" y="1789603"/>
                    <a:pt x="862727" y="1797223"/>
                    <a:pt x="862727" y="1804843"/>
                  </a:cubicBezTo>
                  <a:cubicBezTo>
                    <a:pt x="862727" y="1807701"/>
                    <a:pt x="863679" y="1809606"/>
                    <a:pt x="863679" y="1812463"/>
                  </a:cubicBezTo>
                  <a:cubicBezTo>
                    <a:pt x="832247" y="1821036"/>
                    <a:pt x="797957" y="1804843"/>
                    <a:pt x="797957" y="1747693"/>
                  </a:cubicBezTo>
                  <a:cubicBezTo>
                    <a:pt x="797957" y="1741026"/>
                    <a:pt x="797957" y="1728643"/>
                    <a:pt x="797004" y="1711498"/>
                  </a:cubicBezTo>
                  <a:cubicBezTo>
                    <a:pt x="799862" y="1705783"/>
                    <a:pt x="801767" y="1700068"/>
                    <a:pt x="801767" y="1693401"/>
                  </a:cubicBezTo>
                  <a:cubicBezTo>
                    <a:pt x="801767" y="1685781"/>
                    <a:pt x="799862" y="1679113"/>
                    <a:pt x="796052" y="1672446"/>
                  </a:cubicBezTo>
                  <a:cubicBezTo>
                    <a:pt x="794147" y="1620058"/>
                    <a:pt x="790337" y="1546716"/>
                    <a:pt x="785574" y="1458133"/>
                  </a:cubicBezTo>
                  <a:cubicBezTo>
                    <a:pt x="785574" y="1456228"/>
                    <a:pt x="786527" y="1453371"/>
                    <a:pt x="786527" y="1450513"/>
                  </a:cubicBezTo>
                  <a:cubicBezTo>
                    <a:pt x="786527" y="1446703"/>
                    <a:pt x="785574" y="1442893"/>
                    <a:pt x="784622" y="1440036"/>
                  </a:cubicBezTo>
                  <a:cubicBezTo>
                    <a:pt x="778907" y="1339071"/>
                    <a:pt x="772239" y="1220008"/>
                    <a:pt x="765572" y="1097136"/>
                  </a:cubicBezTo>
                  <a:cubicBezTo>
                    <a:pt x="772239" y="1106661"/>
                    <a:pt x="783669" y="1113328"/>
                    <a:pt x="796052" y="1114281"/>
                  </a:cubicBezTo>
                  <a:lnTo>
                    <a:pt x="797957" y="1141903"/>
                  </a:lnTo>
                  <a:cubicBezTo>
                    <a:pt x="782717" y="1147618"/>
                    <a:pt x="771287" y="1161906"/>
                    <a:pt x="771287" y="1179051"/>
                  </a:cubicBezTo>
                  <a:cubicBezTo>
                    <a:pt x="771287" y="1198101"/>
                    <a:pt x="784622" y="1214293"/>
                    <a:pt x="802719" y="1218103"/>
                  </a:cubicBezTo>
                  <a:lnTo>
                    <a:pt x="824627" y="1626726"/>
                  </a:lnTo>
                  <a:cubicBezTo>
                    <a:pt x="824627" y="1629583"/>
                    <a:pt x="827484" y="1632441"/>
                    <a:pt x="830342" y="1632441"/>
                  </a:cubicBezTo>
                  <a:lnTo>
                    <a:pt x="835104" y="1632441"/>
                  </a:lnTo>
                  <a:cubicBezTo>
                    <a:pt x="837962" y="1632441"/>
                    <a:pt x="840819" y="1629583"/>
                    <a:pt x="840819" y="1626726"/>
                  </a:cubicBezTo>
                  <a:lnTo>
                    <a:pt x="818912" y="1219056"/>
                  </a:lnTo>
                  <a:cubicBezTo>
                    <a:pt x="837009" y="1215246"/>
                    <a:pt x="851297" y="1199053"/>
                    <a:pt x="851297" y="1180003"/>
                  </a:cubicBezTo>
                  <a:cubicBezTo>
                    <a:pt x="851297" y="1159048"/>
                    <a:pt x="835104" y="1141903"/>
                    <a:pt x="815102" y="1139998"/>
                  </a:cubicBezTo>
                  <a:lnTo>
                    <a:pt x="813197" y="1112376"/>
                  </a:lnTo>
                  <a:cubicBezTo>
                    <a:pt x="828437" y="1106661"/>
                    <a:pt x="838914" y="1092373"/>
                    <a:pt x="838914" y="1075228"/>
                  </a:cubicBezTo>
                  <a:cubicBezTo>
                    <a:pt x="838914" y="1053321"/>
                    <a:pt x="820817" y="1035223"/>
                    <a:pt x="798909" y="1035223"/>
                  </a:cubicBezTo>
                  <a:cubicBezTo>
                    <a:pt x="783669" y="1035223"/>
                    <a:pt x="770334" y="1043796"/>
                    <a:pt x="763667" y="1057131"/>
                  </a:cubicBezTo>
                  <a:cubicBezTo>
                    <a:pt x="762714" y="1041891"/>
                    <a:pt x="761762" y="1027603"/>
                    <a:pt x="760809" y="1012363"/>
                  </a:cubicBezTo>
                  <a:cubicBezTo>
                    <a:pt x="781764" y="1011411"/>
                    <a:pt x="798909" y="994266"/>
                    <a:pt x="798909" y="972358"/>
                  </a:cubicBezTo>
                  <a:cubicBezTo>
                    <a:pt x="798909" y="950451"/>
                    <a:pt x="780812" y="932353"/>
                    <a:pt x="758904" y="932353"/>
                  </a:cubicBezTo>
                  <a:cubicBezTo>
                    <a:pt x="757952" y="932353"/>
                    <a:pt x="756999" y="932353"/>
                    <a:pt x="756047" y="932353"/>
                  </a:cubicBezTo>
                  <a:cubicBezTo>
                    <a:pt x="756047" y="926638"/>
                    <a:pt x="755094" y="921876"/>
                    <a:pt x="755094" y="916161"/>
                  </a:cubicBezTo>
                  <a:cubicBezTo>
                    <a:pt x="768429" y="914256"/>
                    <a:pt x="777954" y="903778"/>
                    <a:pt x="777954" y="889491"/>
                  </a:cubicBezTo>
                  <a:cubicBezTo>
                    <a:pt x="777954" y="875203"/>
                    <a:pt x="766524" y="862821"/>
                    <a:pt x="752237" y="862821"/>
                  </a:cubicBezTo>
                  <a:cubicBezTo>
                    <a:pt x="752237" y="858058"/>
                    <a:pt x="751284" y="852343"/>
                    <a:pt x="751284" y="847581"/>
                  </a:cubicBezTo>
                  <a:cubicBezTo>
                    <a:pt x="772239" y="846628"/>
                    <a:pt x="789384" y="829483"/>
                    <a:pt x="789384" y="807576"/>
                  </a:cubicBezTo>
                  <a:cubicBezTo>
                    <a:pt x="789384" y="785668"/>
                    <a:pt x="771287" y="767571"/>
                    <a:pt x="749379" y="767571"/>
                  </a:cubicBezTo>
                  <a:cubicBezTo>
                    <a:pt x="748427" y="767571"/>
                    <a:pt x="747474" y="767571"/>
                    <a:pt x="746522" y="767571"/>
                  </a:cubicBezTo>
                  <a:cubicBezTo>
                    <a:pt x="746522" y="759951"/>
                    <a:pt x="745569" y="752331"/>
                    <a:pt x="745569" y="744711"/>
                  </a:cubicBezTo>
                  <a:cubicBezTo>
                    <a:pt x="766524" y="742806"/>
                    <a:pt x="782717" y="725661"/>
                    <a:pt x="782717" y="704706"/>
                  </a:cubicBezTo>
                  <a:cubicBezTo>
                    <a:pt x="782717" y="682798"/>
                    <a:pt x="764619" y="664701"/>
                    <a:pt x="742712" y="664701"/>
                  </a:cubicBezTo>
                  <a:cubicBezTo>
                    <a:pt x="741759" y="664701"/>
                    <a:pt x="741759" y="664701"/>
                    <a:pt x="740807" y="664701"/>
                  </a:cubicBezTo>
                  <a:cubicBezTo>
                    <a:pt x="724614" y="387523"/>
                    <a:pt x="710327" y="155113"/>
                    <a:pt x="706517" y="115108"/>
                  </a:cubicBezTo>
                  <a:cubicBezTo>
                    <a:pt x="698897" y="28431"/>
                    <a:pt x="621744" y="3666"/>
                    <a:pt x="589359" y="3666"/>
                  </a:cubicBezTo>
                  <a:cubicBezTo>
                    <a:pt x="556974" y="3666"/>
                    <a:pt x="540782" y="-144"/>
                    <a:pt x="480774" y="40813"/>
                  </a:cubicBezTo>
                  <a:cubicBezTo>
                    <a:pt x="452199" y="60816"/>
                    <a:pt x="401717" y="90343"/>
                    <a:pt x="327422" y="64626"/>
                  </a:cubicBezTo>
                  <a:lnTo>
                    <a:pt x="321707" y="97011"/>
                  </a:lnTo>
                  <a:lnTo>
                    <a:pt x="327422" y="57958"/>
                  </a:lnTo>
                  <a:lnTo>
                    <a:pt x="275034" y="48433"/>
                  </a:lnTo>
                  <a:lnTo>
                    <a:pt x="240744" y="41766"/>
                  </a:lnTo>
                  <a:lnTo>
                    <a:pt x="215979" y="36051"/>
                  </a:lnTo>
                  <a:cubicBezTo>
                    <a:pt x="215979" y="36051"/>
                    <a:pt x="215979" y="36051"/>
                    <a:pt x="215979" y="37003"/>
                  </a:cubicBezTo>
                  <a:lnTo>
                    <a:pt x="191214" y="31288"/>
                  </a:lnTo>
                  <a:lnTo>
                    <a:pt x="191214" y="31288"/>
                  </a:lnTo>
                  <a:lnTo>
                    <a:pt x="165497" y="26526"/>
                  </a:lnTo>
                  <a:cubicBezTo>
                    <a:pt x="165497" y="26526"/>
                    <a:pt x="55007" y="77008"/>
                    <a:pt x="6429" y="71293"/>
                  </a:cubicBezTo>
                  <a:lnTo>
                    <a:pt x="3572" y="80818"/>
                  </a:lnTo>
                  <a:lnTo>
                    <a:pt x="317897" y="125586"/>
                  </a:lnTo>
                  <a:lnTo>
                    <a:pt x="318849" y="117966"/>
                  </a:lnTo>
                  <a:cubicBezTo>
                    <a:pt x="324564" y="119871"/>
                    <a:pt x="387429" y="138921"/>
                    <a:pt x="425529" y="124633"/>
                  </a:cubicBezTo>
                  <a:cubicBezTo>
                    <a:pt x="465534" y="109393"/>
                    <a:pt x="485537" y="100821"/>
                    <a:pt x="510302" y="84628"/>
                  </a:cubicBezTo>
                  <a:cubicBezTo>
                    <a:pt x="534114" y="68436"/>
                    <a:pt x="585549" y="62721"/>
                    <a:pt x="598884" y="110346"/>
                  </a:cubicBezTo>
                  <a:cubicBezTo>
                    <a:pt x="612219" y="157018"/>
                    <a:pt x="603647" y="1530523"/>
                    <a:pt x="603647" y="1736263"/>
                  </a:cubicBezTo>
                  <a:cubicBezTo>
                    <a:pt x="603647" y="1851516"/>
                    <a:pt x="641747" y="1931526"/>
                    <a:pt x="696992" y="1978198"/>
                  </a:cubicBezTo>
                  <a:cubicBezTo>
                    <a:pt x="691277" y="1989628"/>
                    <a:pt x="688419" y="2002963"/>
                    <a:pt x="688419" y="2016298"/>
                  </a:cubicBezTo>
                  <a:cubicBezTo>
                    <a:pt x="688419" y="2066781"/>
                    <a:pt x="729377" y="2107738"/>
                    <a:pt x="779859" y="2107738"/>
                  </a:cubicBezTo>
                  <a:cubicBezTo>
                    <a:pt x="824627" y="2107738"/>
                    <a:pt x="862727" y="2074401"/>
                    <a:pt x="869394" y="2031538"/>
                  </a:cubicBezTo>
                  <a:cubicBezTo>
                    <a:pt x="983694" y="2020108"/>
                    <a:pt x="1092279" y="1929621"/>
                    <a:pt x="1092279" y="1779126"/>
                  </a:cubicBezTo>
                  <a:cubicBezTo>
                    <a:pt x="1092279" y="1645776"/>
                    <a:pt x="1117997" y="1431463"/>
                    <a:pt x="1246584" y="1320973"/>
                  </a:cubicBezTo>
                  <a:cubicBezTo>
                    <a:pt x="1307544" y="1268586"/>
                    <a:pt x="1336119" y="1265728"/>
                    <a:pt x="1501854" y="1366693"/>
                  </a:cubicBezTo>
                  <a:cubicBezTo>
                    <a:pt x="1518047" y="1374313"/>
                    <a:pt x="1528524" y="1368598"/>
                    <a:pt x="1518999" y="1344786"/>
                  </a:cubicBezTo>
                  <a:lnTo>
                    <a:pt x="1518999" y="1344786"/>
                  </a:lnTo>
                  <a:close/>
                </a:path>
              </a:pathLst>
            </a:custGeom>
            <a:grpFill/>
            <a:ln w="4763"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2" name="Graphic 79">
              <a:extLst>
                <a:ext uri="{FF2B5EF4-FFF2-40B4-BE49-F238E27FC236}">
                  <a16:creationId xmlns:a16="http://schemas.microsoft.com/office/drawing/2014/main" id="{EE30B755-A907-C4E8-F20E-F40FE5EE8FB1}"/>
                </a:ext>
              </a:extLst>
            </p:cNvPr>
            <p:cNvSpPr/>
            <p:nvPr/>
          </p:nvSpPr>
          <p:spPr>
            <a:xfrm rot="2676320">
              <a:off x="2661206" y="2706695"/>
              <a:ext cx="1589566" cy="491023"/>
            </a:xfrm>
            <a:custGeom>
              <a:avLst/>
              <a:gdLst>
                <a:gd name="connsiteX0" fmla="*/ 7144 w 1847850"/>
                <a:gd name="connsiteY0" fmla="*/ 209074 h 571500"/>
                <a:gd name="connsiteX1" fmla="*/ 44291 w 1847850"/>
                <a:gd name="connsiteY1" fmla="*/ 411004 h 571500"/>
                <a:gd name="connsiteX2" fmla="*/ 65246 w 1847850"/>
                <a:gd name="connsiteY2" fmla="*/ 387191 h 571500"/>
                <a:gd name="connsiteX3" fmla="*/ 232886 w 1847850"/>
                <a:gd name="connsiteY3" fmla="*/ 264319 h 571500"/>
                <a:gd name="connsiteX4" fmla="*/ 476726 w 1847850"/>
                <a:gd name="connsiteY4" fmla="*/ 240506 h 571500"/>
                <a:gd name="connsiteX5" fmla="*/ 397669 w 1847850"/>
                <a:gd name="connsiteY5" fmla="*/ 347186 h 571500"/>
                <a:gd name="connsiteX6" fmla="*/ 415766 w 1847850"/>
                <a:gd name="connsiteY6" fmla="*/ 425291 h 571500"/>
                <a:gd name="connsiteX7" fmla="*/ 386239 w 1847850"/>
                <a:gd name="connsiteY7" fmla="*/ 421481 h 571500"/>
                <a:gd name="connsiteX8" fmla="*/ 370999 w 1847850"/>
                <a:gd name="connsiteY8" fmla="*/ 383381 h 571500"/>
                <a:gd name="connsiteX9" fmla="*/ 357664 w 1847850"/>
                <a:gd name="connsiteY9" fmla="*/ 366236 h 571500"/>
                <a:gd name="connsiteX10" fmla="*/ 350996 w 1847850"/>
                <a:gd name="connsiteY10" fmla="*/ 374809 h 571500"/>
                <a:gd name="connsiteX11" fmla="*/ 381476 w 1847850"/>
                <a:gd name="connsiteY11" fmla="*/ 455771 h 571500"/>
                <a:gd name="connsiteX12" fmla="*/ 467201 w 1847850"/>
                <a:gd name="connsiteY12" fmla="*/ 487204 h 571500"/>
                <a:gd name="connsiteX13" fmla="*/ 471011 w 1847850"/>
                <a:gd name="connsiteY13" fmla="*/ 477679 h 571500"/>
                <a:gd name="connsiteX14" fmla="*/ 453866 w 1847850"/>
                <a:gd name="connsiteY14" fmla="*/ 469106 h 571500"/>
                <a:gd name="connsiteX15" fmla="*/ 452914 w 1847850"/>
                <a:gd name="connsiteY15" fmla="*/ 461486 h 571500"/>
                <a:gd name="connsiteX16" fmla="*/ 487204 w 1847850"/>
                <a:gd name="connsiteY16" fmla="*/ 470059 h 571500"/>
                <a:gd name="connsiteX17" fmla="*/ 497681 w 1847850"/>
                <a:gd name="connsiteY17" fmla="*/ 470059 h 571500"/>
                <a:gd name="connsiteX18" fmla="*/ 547211 w 1847850"/>
                <a:gd name="connsiteY18" fmla="*/ 481489 h 571500"/>
                <a:gd name="connsiteX19" fmla="*/ 541496 w 1847850"/>
                <a:gd name="connsiteY19" fmla="*/ 476726 h 571500"/>
                <a:gd name="connsiteX20" fmla="*/ 528161 w 1847850"/>
                <a:gd name="connsiteY20" fmla="*/ 474821 h 571500"/>
                <a:gd name="connsiteX21" fmla="*/ 522446 w 1847850"/>
                <a:gd name="connsiteY21" fmla="*/ 470059 h 571500"/>
                <a:gd name="connsiteX22" fmla="*/ 938689 w 1847850"/>
                <a:gd name="connsiteY22" fmla="*/ 470059 h 571500"/>
                <a:gd name="connsiteX23" fmla="*/ 938689 w 1847850"/>
                <a:gd name="connsiteY23" fmla="*/ 561499 h 571500"/>
                <a:gd name="connsiteX24" fmla="*/ 967264 w 1847850"/>
                <a:gd name="connsiteY24" fmla="*/ 571976 h 571500"/>
                <a:gd name="connsiteX25" fmla="*/ 995839 w 1847850"/>
                <a:gd name="connsiteY25" fmla="*/ 561499 h 571500"/>
                <a:gd name="connsiteX26" fmla="*/ 995839 w 1847850"/>
                <a:gd name="connsiteY26" fmla="*/ 525304 h 571500"/>
                <a:gd name="connsiteX27" fmla="*/ 1003459 w 1847850"/>
                <a:gd name="connsiteY27" fmla="*/ 518636 h 571500"/>
                <a:gd name="connsiteX28" fmla="*/ 1012031 w 1847850"/>
                <a:gd name="connsiteY28" fmla="*/ 518636 h 571500"/>
                <a:gd name="connsiteX29" fmla="*/ 1019651 w 1847850"/>
                <a:gd name="connsiteY29" fmla="*/ 525304 h 571500"/>
                <a:gd name="connsiteX30" fmla="*/ 1019651 w 1847850"/>
                <a:gd name="connsiteY30" fmla="*/ 562451 h 571500"/>
                <a:gd name="connsiteX31" fmla="*/ 1048226 w 1847850"/>
                <a:gd name="connsiteY31" fmla="*/ 572929 h 571500"/>
                <a:gd name="connsiteX32" fmla="*/ 1076801 w 1847850"/>
                <a:gd name="connsiteY32" fmla="*/ 562451 h 571500"/>
                <a:gd name="connsiteX33" fmla="*/ 1076801 w 1847850"/>
                <a:gd name="connsiteY33" fmla="*/ 525304 h 571500"/>
                <a:gd name="connsiteX34" fmla="*/ 1084421 w 1847850"/>
                <a:gd name="connsiteY34" fmla="*/ 518636 h 571500"/>
                <a:gd name="connsiteX35" fmla="*/ 1092994 w 1847850"/>
                <a:gd name="connsiteY35" fmla="*/ 518636 h 571500"/>
                <a:gd name="connsiteX36" fmla="*/ 1100614 w 1847850"/>
                <a:gd name="connsiteY36" fmla="*/ 524351 h 571500"/>
                <a:gd name="connsiteX37" fmla="*/ 1100614 w 1847850"/>
                <a:gd name="connsiteY37" fmla="*/ 561499 h 571500"/>
                <a:gd name="connsiteX38" fmla="*/ 1129189 w 1847850"/>
                <a:gd name="connsiteY38" fmla="*/ 571976 h 571500"/>
                <a:gd name="connsiteX39" fmla="*/ 1157764 w 1847850"/>
                <a:gd name="connsiteY39" fmla="*/ 561499 h 571500"/>
                <a:gd name="connsiteX40" fmla="*/ 1157764 w 1847850"/>
                <a:gd name="connsiteY40" fmla="*/ 491014 h 571500"/>
                <a:gd name="connsiteX41" fmla="*/ 1157764 w 1847850"/>
                <a:gd name="connsiteY41" fmla="*/ 491014 h 571500"/>
                <a:gd name="connsiteX42" fmla="*/ 1351121 w 1847850"/>
                <a:gd name="connsiteY42" fmla="*/ 491014 h 571500"/>
                <a:gd name="connsiteX43" fmla="*/ 1402556 w 1847850"/>
                <a:gd name="connsiteY43" fmla="*/ 453866 h 571500"/>
                <a:gd name="connsiteX44" fmla="*/ 1489234 w 1847850"/>
                <a:gd name="connsiteY44" fmla="*/ 449104 h 571500"/>
                <a:gd name="connsiteX45" fmla="*/ 1595914 w 1847850"/>
                <a:gd name="connsiteY45" fmla="*/ 305276 h 571500"/>
                <a:gd name="connsiteX46" fmla="*/ 1590199 w 1847850"/>
                <a:gd name="connsiteY46" fmla="*/ 273844 h 571500"/>
                <a:gd name="connsiteX47" fmla="*/ 1744504 w 1847850"/>
                <a:gd name="connsiteY47" fmla="*/ 273844 h 571500"/>
                <a:gd name="connsiteX48" fmla="*/ 1783556 w 1847850"/>
                <a:gd name="connsiteY48" fmla="*/ 287179 h 571500"/>
                <a:gd name="connsiteX49" fmla="*/ 1801654 w 1847850"/>
                <a:gd name="connsiteY49" fmla="*/ 293846 h 571500"/>
                <a:gd name="connsiteX50" fmla="*/ 1813084 w 1847850"/>
                <a:gd name="connsiteY50" fmla="*/ 303371 h 571500"/>
                <a:gd name="connsiteX51" fmla="*/ 1832134 w 1847850"/>
                <a:gd name="connsiteY51" fmla="*/ 307181 h 571500"/>
                <a:gd name="connsiteX52" fmla="*/ 1840706 w 1847850"/>
                <a:gd name="connsiteY52" fmla="*/ 259556 h 571500"/>
                <a:gd name="connsiteX53" fmla="*/ 1832134 w 1847850"/>
                <a:gd name="connsiteY53" fmla="*/ 211931 h 571500"/>
                <a:gd name="connsiteX54" fmla="*/ 1813084 w 1847850"/>
                <a:gd name="connsiteY54" fmla="*/ 215741 h 571500"/>
                <a:gd name="connsiteX55" fmla="*/ 1801654 w 1847850"/>
                <a:gd name="connsiteY55" fmla="*/ 225266 h 571500"/>
                <a:gd name="connsiteX56" fmla="*/ 1783556 w 1847850"/>
                <a:gd name="connsiteY56" fmla="*/ 231934 h 571500"/>
                <a:gd name="connsiteX57" fmla="*/ 1744504 w 1847850"/>
                <a:gd name="connsiteY57" fmla="*/ 245269 h 571500"/>
                <a:gd name="connsiteX58" fmla="*/ 1578769 w 1847850"/>
                <a:gd name="connsiteY58" fmla="*/ 245269 h 571500"/>
                <a:gd name="connsiteX59" fmla="*/ 1490186 w 1847850"/>
                <a:gd name="connsiteY59" fmla="*/ 186214 h 571500"/>
                <a:gd name="connsiteX60" fmla="*/ 1139666 w 1847850"/>
                <a:gd name="connsiteY60" fmla="*/ 173831 h 571500"/>
                <a:gd name="connsiteX61" fmla="*/ 1139666 w 1847850"/>
                <a:gd name="connsiteY61" fmla="*/ 152876 h 571500"/>
                <a:gd name="connsiteX62" fmla="*/ 1152049 w 1847850"/>
                <a:gd name="connsiteY62" fmla="*/ 150019 h 571500"/>
                <a:gd name="connsiteX63" fmla="*/ 1155859 w 1847850"/>
                <a:gd name="connsiteY63" fmla="*/ 146209 h 571500"/>
                <a:gd name="connsiteX64" fmla="*/ 1157764 w 1847850"/>
                <a:gd name="connsiteY64" fmla="*/ 145256 h 571500"/>
                <a:gd name="connsiteX65" fmla="*/ 1162526 w 1847850"/>
                <a:gd name="connsiteY65" fmla="*/ 139541 h 571500"/>
                <a:gd name="connsiteX66" fmla="*/ 1162526 w 1847850"/>
                <a:gd name="connsiteY66" fmla="*/ 131921 h 571500"/>
                <a:gd name="connsiteX67" fmla="*/ 1157764 w 1847850"/>
                <a:gd name="connsiteY67" fmla="*/ 126206 h 571500"/>
                <a:gd name="connsiteX68" fmla="*/ 1129189 w 1847850"/>
                <a:gd name="connsiteY68" fmla="*/ 121444 h 571500"/>
                <a:gd name="connsiteX69" fmla="*/ 1100614 w 1847850"/>
                <a:gd name="connsiteY69" fmla="*/ 126206 h 571500"/>
                <a:gd name="connsiteX70" fmla="*/ 1095851 w 1847850"/>
                <a:gd name="connsiteY70" fmla="*/ 131921 h 571500"/>
                <a:gd name="connsiteX71" fmla="*/ 1095851 w 1847850"/>
                <a:gd name="connsiteY71" fmla="*/ 139541 h 571500"/>
                <a:gd name="connsiteX72" fmla="*/ 1100614 w 1847850"/>
                <a:gd name="connsiteY72" fmla="*/ 145256 h 571500"/>
                <a:gd name="connsiteX73" fmla="*/ 1102519 w 1847850"/>
                <a:gd name="connsiteY73" fmla="*/ 146209 h 571500"/>
                <a:gd name="connsiteX74" fmla="*/ 1106329 w 1847850"/>
                <a:gd name="connsiteY74" fmla="*/ 150019 h 571500"/>
                <a:gd name="connsiteX75" fmla="*/ 1118711 w 1847850"/>
                <a:gd name="connsiteY75" fmla="*/ 152876 h 571500"/>
                <a:gd name="connsiteX76" fmla="*/ 1118711 w 1847850"/>
                <a:gd name="connsiteY76" fmla="*/ 173831 h 571500"/>
                <a:gd name="connsiteX77" fmla="*/ 1058704 w 1847850"/>
                <a:gd name="connsiteY77" fmla="*/ 172879 h 571500"/>
                <a:gd name="connsiteX78" fmla="*/ 1058704 w 1847850"/>
                <a:gd name="connsiteY78" fmla="*/ 152876 h 571500"/>
                <a:gd name="connsiteX79" fmla="*/ 1071086 w 1847850"/>
                <a:gd name="connsiteY79" fmla="*/ 150019 h 571500"/>
                <a:gd name="connsiteX80" fmla="*/ 1074896 w 1847850"/>
                <a:gd name="connsiteY80" fmla="*/ 146209 h 571500"/>
                <a:gd name="connsiteX81" fmla="*/ 1076801 w 1847850"/>
                <a:gd name="connsiteY81" fmla="*/ 145256 h 571500"/>
                <a:gd name="connsiteX82" fmla="*/ 1081564 w 1847850"/>
                <a:gd name="connsiteY82" fmla="*/ 139541 h 571500"/>
                <a:gd name="connsiteX83" fmla="*/ 1081564 w 1847850"/>
                <a:gd name="connsiteY83" fmla="*/ 131921 h 571500"/>
                <a:gd name="connsiteX84" fmla="*/ 1076801 w 1847850"/>
                <a:gd name="connsiteY84" fmla="*/ 126206 h 571500"/>
                <a:gd name="connsiteX85" fmla="*/ 1048226 w 1847850"/>
                <a:gd name="connsiteY85" fmla="*/ 121444 h 571500"/>
                <a:gd name="connsiteX86" fmla="*/ 1019651 w 1847850"/>
                <a:gd name="connsiteY86" fmla="*/ 126206 h 571500"/>
                <a:gd name="connsiteX87" fmla="*/ 1014889 w 1847850"/>
                <a:gd name="connsiteY87" fmla="*/ 131921 h 571500"/>
                <a:gd name="connsiteX88" fmla="*/ 1014889 w 1847850"/>
                <a:gd name="connsiteY88" fmla="*/ 139541 h 571500"/>
                <a:gd name="connsiteX89" fmla="*/ 1019651 w 1847850"/>
                <a:gd name="connsiteY89" fmla="*/ 145256 h 571500"/>
                <a:gd name="connsiteX90" fmla="*/ 1021556 w 1847850"/>
                <a:gd name="connsiteY90" fmla="*/ 146209 h 571500"/>
                <a:gd name="connsiteX91" fmla="*/ 1025366 w 1847850"/>
                <a:gd name="connsiteY91" fmla="*/ 150019 h 571500"/>
                <a:gd name="connsiteX92" fmla="*/ 1037749 w 1847850"/>
                <a:gd name="connsiteY92" fmla="*/ 152876 h 571500"/>
                <a:gd name="connsiteX93" fmla="*/ 1037749 w 1847850"/>
                <a:gd name="connsiteY93" fmla="*/ 171926 h 571500"/>
                <a:gd name="connsiteX94" fmla="*/ 977741 w 1847850"/>
                <a:gd name="connsiteY94" fmla="*/ 170974 h 571500"/>
                <a:gd name="connsiteX95" fmla="*/ 977741 w 1847850"/>
                <a:gd name="connsiteY95" fmla="*/ 152876 h 571500"/>
                <a:gd name="connsiteX96" fmla="*/ 990124 w 1847850"/>
                <a:gd name="connsiteY96" fmla="*/ 150019 h 571500"/>
                <a:gd name="connsiteX97" fmla="*/ 993934 w 1847850"/>
                <a:gd name="connsiteY97" fmla="*/ 146209 h 571500"/>
                <a:gd name="connsiteX98" fmla="*/ 995839 w 1847850"/>
                <a:gd name="connsiteY98" fmla="*/ 145256 h 571500"/>
                <a:gd name="connsiteX99" fmla="*/ 1000601 w 1847850"/>
                <a:gd name="connsiteY99" fmla="*/ 139541 h 571500"/>
                <a:gd name="connsiteX100" fmla="*/ 1000601 w 1847850"/>
                <a:gd name="connsiteY100" fmla="*/ 131921 h 571500"/>
                <a:gd name="connsiteX101" fmla="*/ 995839 w 1847850"/>
                <a:gd name="connsiteY101" fmla="*/ 126206 h 571500"/>
                <a:gd name="connsiteX102" fmla="*/ 967264 w 1847850"/>
                <a:gd name="connsiteY102" fmla="*/ 121444 h 571500"/>
                <a:gd name="connsiteX103" fmla="*/ 938689 w 1847850"/>
                <a:gd name="connsiteY103" fmla="*/ 126206 h 571500"/>
                <a:gd name="connsiteX104" fmla="*/ 933926 w 1847850"/>
                <a:gd name="connsiteY104" fmla="*/ 131921 h 571500"/>
                <a:gd name="connsiteX105" fmla="*/ 933926 w 1847850"/>
                <a:gd name="connsiteY105" fmla="*/ 139541 h 571500"/>
                <a:gd name="connsiteX106" fmla="*/ 938689 w 1847850"/>
                <a:gd name="connsiteY106" fmla="*/ 145256 h 571500"/>
                <a:gd name="connsiteX107" fmla="*/ 940594 w 1847850"/>
                <a:gd name="connsiteY107" fmla="*/ 146209 h 571500"/>
                <a:gd name="connsiteX108" fmla="*/ 944404 w 1847850"/>
                <a:gd name="connsiteY108" fmla="*/ 150019 h 571500"/>
                <a:gd name="connsiteX109" fmla="*/ 956786 w 1847850"/>
                <a:gd name="connsiteY109" fmla="*/ 152876 h 571500"/>
                <a:gd name="connsiteX110" fmla="*/ 956786 w 1847850"/>
                <a:gd name="connsiteY110" fmla="*/ 170974 h 571500"/>
                <a:gd name="connsiteX111" fmla="*/ 898684 w 1847850"/>
                <a:gd name="connsiteY111" fmla="*/ 170021 h 571500"/>
                <a:gd name="connsiteX112" fmla="*/ 859631 w 1847850"/>
                <a:gd name="connsiteY112" fmla="*/ 155734 h 571500"/>
                <a:gd name="connsiteX113" fmla="*/ 841534 w 1847850"/>
                <a:gd name="connsiteY113" fmla="*/ 156686 h 571500"/>
                <a:gd name="connsiteX114" fmla="*/ 838676 w 1847850"/>
                <a:gd name="connsiteY114" fmla="*/ 170974 h 571500"/>
                <a:gd name="connsiteX115" fmla="*/ 220504 w 1847850"/>
                <a:gd name="connsiteY115" fmla="*/ 144304 h 571500"/>
                <a:gd name="connsiteX116" fmla="*/ 65246 w 1847850"/>
                <a:gd name="connsiteY116" fmla="*/ 30956 h 571500"/>
                <a:gd name="connsiteX117" fmla="*/ 44291 w 1847850"/>
                <a:gd name="connsiteY117" fmla="*/ 7144 h 571500"/>
                <a:gd name="connsiteX118" fmla="*/ 7144 w 1847850"/>
                <a:gd name="connsiteY118" fmla="*/ 209074 h 571500"/>
                <a:gd name="connsiteX119" fmla="*/ 7144 w 1847850"/>
                <a:gd name="connsiteY119" fmla="*/ 209074 h 571500"/>
                <a:gd name="connsiteX120" fmla="*/ 1078706 w 1847850"/>
                <a:gd name="connsiteY120" fmla="*/ 273844 h 571500"/>
                <a:gd name="connsiteX121" fmla="*/ 1102519 w 1847850"/>
                <a:gd name="connsiteY121" fmla="*/ 273844 h 571500"/>
                <a:gd name="connsiteX122" fmla="*/ 1102519 w 1847850"/>
                <a:gd name="connsiteY122" fmla="*/ 324326 h 571500"/>
                <a:gd name="connsiteX123" fmla="*/ 1094899 w 1847850"/>
                <a:gd name="connsiteY123" fmla="*/ 330994 h 571500"/>
                <a:gd name="connsiteX124" fmla="*/ 1086326 w 1847850"/>
                <a:gd name="connsiteY124" fmla="*/ 330994 h 571500"/>
                <a:gd name="connsiteX125" fmla="*/ 1078706 w 1847850"/>
                <a:gd name="connsiteY125" fmla="*/ 325279 h 571500"/>
                <a:gd name="connsiteX126" fmla="*/ 1078706 w 1847850"/>
                <a:gd name="connsiteY126" fmla="*/ 273844 h 571500"/>
                <a:gd name="connsiteX127" fmla="*/ 1078706 w 1847850"/>
                <a:gd name="connsiteY127" fmla="*/ 273844 h 571500"/>
                <a:gd name="connsiteX128" fmla="*/ 1078706 w 1847850"/>
                <a:gd name="connsiteY128" fmla="*/ 399574 h 571500"/>
                <a:gd name="connsiteX129" fmla="*/ 1078706 w 1847850"/>
                <a:gd name="connsiteY129" fmla="*/ 367189 h 571500"/>
                <a:gd name="connsiteX130" fmla="*/ 1086326 w 1847850"/>
                <a:gd name="connsiteY130" fmla="*/ 361474 h 571500"/>
                <a:gd name="connsiteX131" fmla="*/ 1094899 w 1847850"/>
                <a:gd name="connsiteY131" fmla="*/ 361474 h 571500"/>
                <a:gd name="connsiteX132" fmla="*/ 1102519 w 1847850"/>
                <a:gd name="connsiteY132" fmla="*/ 368141 h 571500"/>
                <a:gd name="connsiteX133" fmla="*/ 1102519 w 1847850"/>
                <a:gd name="connsiteY133" fmla="*/ 403384 h 571500"/>
                <a:gd name="connsiteX134" fmla="*/ 1086326 w 1847850"/>
                <a:gd name="connsiteY134" fmla="*/ 400526 h 571500"/>
                <a:gd name="connsiteX135" fmla="*/ 1078706 w 1847850"/>
                <a:gd name="connsiteY135" fmla="*/ 399574 h 571500"/>
                <a:gd name="connsiteX136" fmla="*/ 1078706 w 1847850"/>
                <a:gd name="connsiteY136" fmla="*/ 399574 h 571500"/>
                <a:gd name="connsiteX137" fmla="*/ 1021556 w 1847850"/>
                <a:gd name="connsiteY137" fmla="*/ 423386 h 571500"/>
                <a:gd name="connsiteX138" fmla="*/ 997744 w 1847850"/>
                <a:gd name="connsiteY138" fmla="*/ 429101 h 571500"/>
                <a:gd name="connsiteX139" fmla="*/ 997744 w 1847850"/>
                <a:gd name="connsiteY139" fmla="*/ 367189 h 571500"/>
                <a:gd name="connsiteX140" fmla="*/ 1005364 w 1847850"/>
                <a:gd name="connsiteY140" fmla="*/ 360521 h 571500"/>
                <a:gd name="connsiteX141" fmla="*/ 1013936 w 1847850"/>
                <a:gd name="connsiteY141" fmla="*/ 360521 h 571500"/>
                <a:gd name="connsiteX142" fmla="*/ 1021556 w 1847850"/>
                <a:gd name="connsiteY142" fmla="*/ 367189 h 571500"/>
                <a:gd name="connsiteX143" fmla="*/ 1021556 w 1847850"/>
                <a:gd name="connsiteY143" fmla="*/ 423386 h 571500"/>
                <a:gd name="connsiteX144" fmla="*/ 1021556 w 1847850"/>
                <a:gd name="connsiteY144" fmla="*/ 423386 h 571500"/>
                <a:gd name="connsiteX145" fmla="*/ 997744 w 1847850"/>
                <a:gd name="connsiteY145" fmla="*/ 273844 h 571500"/>
                <a:gd name="connsiteX146" fmla="*/ 1021556 w 1847850"/>
                <a:gd name="connsiteY146" fmla="*/ 273844 h 571500"/>
                <a:gd name="connsiteX147" fmla="*/ 1021556 w 1847850"/>
                <a:gd name="connsiteY147" fmla="*/ 323374 h 571500"/>
                <a:gd name="connsiteX148" fmla="*/ 1013936 w 1847850"/>
                <a:gd name="connsiteY148" fmla="*/ 330041 h 571500"/>
                <a:gd name="connsiteX149" fmla="*/ 1005364 w 1847850"/>
                <a:gd name="connsiteY149" fmla="*/ 330041 h 571500"/>
                <a:gd name="connsiteX150" fmla="*/ 997744 w 1847850"/>
                <a:gd name="connsiteY150" fmla="*/ 323374 h 571500"/>
                <a:gd name="connsiteX151" fmla="*/ 997744 w 1847850"/>
                <a:gd name="connsiteY151" fmla="*/ 273844 h 571500"/>
                <a:gd name="connsiteX152" fmla="*/ 997744 w 1847850"/>
                <a:gd name="connsiteY152" fmla="*/ 273844 h 571500"/>
                <a:gd name="connsiteX153" fmla="*/ 1332071 w 1847850"/>
                <a:gd name="connsiteY153" fmla="*/ 388144 h 571500"/>
                <a:gd name="connsiteX154" fmla="*/ 1242536 w 1847850"/>
                <a:gd name="connsiteY154" fmla="*/ 388144 h 571500"/>
                <a:gd name="connsiteX155" fmla="*/ 1253014 w 1847850"/>
                <a:gd name="connsiteY155" fmla="*/ 320516 h 571500"/>
                <a:gd name="connsiteX156" fmla="*/ 1252061 w 1847850"/>
                <a:gd name="connsiteY156" fmla="*/ 309086 h 571500"/>
                <a:gd name="connsiteX157" fmla="*/ 1260634 w 1847850"/>
                <a:gd name="connsiteY157" fmla="*/ 300514 h 571500"/>
                <a:gd name="connsiteX158" fmla="*/ 1253966 w 1847850"/>
                <a:gd name="connsiteY158" fmla="*/ 288131 h 571500"/>
                <a:gd name="connsiteX159" fmla="*/ 1243489 w 1847850"/>
                <a:gd name="connsiteY159" fmla="*/ 296704 h 571500"/>
                <a:gd name="connsiteX160" fmla="*/ 1244441 w 1847850"/>
                <a:gd name="connsiteY160" fmla="*/ 317659 h 571500"/>
                <a:gd name="connsiteX161" fmla="*/ 1228249 w 1847850"/>
                <a:gd name="connsiteY161" fmla="*/ 374809 h 571500"/>
                <a:gd name="connsiteX162" fmla="*/ 1186339 w 1847850"/>
                <a:gd name="connsiteY162" fmla="*/ 352901 h 571500"/>
                <a:gd name="connsiteX163" fmla="*/ 1182529 w 1847850"/>
                <a:gd name="connsiteY163" fmla="*/ 307181 h 571500"/>
                <a:gd name="connsiteX164" fmla="*/ 1171099 w 1847850"/>
                <a:gd name="connsiteY164" fmla="*/ 296704 h 571500"/>
                <a:gd name="connsiteX165" fmla="*/ 1162526 w 1847850"/>
                <a:gd name="connsiteY165" fmla="*/ 307181 h 571500"/>
                <a:gd name="connsiteX166" fmla="*/ 1171099 w 1847850"/>
                <a:gd name="connsiteY166" fmla="*/ 314801 h 571500"/>
                <a:gd name="connsiteX167" fmla="*/ 1173004 w 1847850"/>
                <a:gd name="connsiteY167" fmla="*/ 322421 h 571500"/>
                <a:gd name="connsiteX168" fmla="*/ 1161574 w 1847850"/>
                <a:gd name="connsiteY168" fmla="*/ 318611 h 571500"/>
                <a:gd name="connsiteX169" fmla="*/ 1161574 w 1847850"/>
                <a:gd name="connsiteY169" fmla="*/ 343376 h 571500"/>
                <a:gd name="connsiteX170" fmla="*/ 1175861 w 1847850"/>
                <a:gd name="connsiteY170" fmla="*/ 350996 h 571500"/>
                <a:gd name="connsiteX171" fmla="*/ 1199674 w 1847850"/>
                <a:gd name="connsiteY171" fmla="*/ 387191 h 571500"/>
                <a:gd name="connsiteX172" fmla="*/ 1161574 w 1847850"/>
                <a:gd name="connsiteY172" fmla="*/ 387191 h 571500"/>
                <a:gd name="connsiteX173" fmla="*/ 1161574 w 1847850"/>
                <a:gd name="connsiteY173" fmla="*/ 272891 h 571500"/>
                <a:gd name="connsiteX174" fmla="*/ 1558766 w 1847850"/>
                <a:gd name="connsiteY174" fmla="*/ 272891 h 571500"/>
                <a:gd name="connsiteX175" fmla="*/ 1568291 w 1847850"/>
                <a:gd name="connsiteY175" fmla="*/ 308134 h 571500"/>
                <a:gd name="connsiteX176" fmla="*/ 1493996 w 1847850"/>
                <a:gd name="connsiteY176" fmla="*/ 412909 h 571500"/>
                <a:gd name="connsiteX177" fmla="*/ 1403509 w 1847850"/>
                <a:gd name="connsiteY177" fmla="*/ 421481 h 571500"/>
                <a:gd name="connsiteX178" fmla="*/ 1332071 w 1847850"/>
                <a:gd name="connsiteY178" fmla="*/ 388144 h 571500"/>
                <a:gd name="connsiteX179" fmla="*/ 1332071 w 1847850"/>
                <a:gd name="connsiteY179" fmla="*/ 388144 h 571500"/>
                <a:gd name="connsiteX180" fmla="*/ 1160621 w 1847850"/>
                <a:gd name="connsiteY180" fmla="*/ 438626 h 571500"/>
                <a:gd name="connsiteX181" fmla="*/ 1160621 w 1847850"/>
                <a:gd name="connsiteY181" fmla="*/ 427196 h 571500"/>
                <a:gd name="connsiteX182" fmla="*/ 1348264 w 1847850"/>
                <a:gd name="connsiteY182" fmla="*/ 427196 h 571500"/>
                <a:gd name="connsiteX183" fmla="*/ 1360646 w 1847850"/>
                <a:gd name="connsiteY183" fmla="*/ 438626 h 571500"/>
                <a:gd name="connsiteX184" fmla="*/ 1160621 w 1847850"/>
                <a:gd name="connsiteY184" fmla="*/ 438626 h 571500"/>
                <a:gd name="connsiteX185" fmla="*/ 1160621 w 1847850"/>
                <a:gd name="connsiteY185" fmla="*/ 438626 h 571500"/>
                <a:gd name="connsiteX186" fmla="*/ 997744 w 1847850"/>
                <a:gd name="connsiteY186" fmla="*/ 471011 h 571500"/>
                <a:gd name="connsiteX187" fmla="*/ 1021556 w 1847850"/>
                <a:gd name="connsiteY187" fmla="*/ 471011 h 571500"/>
                <a:gd name="connsiteX188" fmla="*/ 1021556 w 1847850"/>
                <a:gd name="connsiteY188" fmla="*/ 491014 h 571500"/>
                <a:gd name="connsiteX189" fmla="*/ 1013936 w 1847850"/>
                <a:gd name="connsiteY189" fmla="*/ 497681 h 571500"/>
                <a:gd name="connsiteX190" fmla="*/ 1005364 w 1847850"/>
                <a:gd name="connsiteY190" fmla="*/ 497681 h 571500"/>
                <a:gd name="connsiteX191" fmla="*/ 997744 w 1847850"/>
                <a:gd name="connsiteY191" fmla="*/ 491014 h 571500"/>
                <a:gd name="connsiteX192" fmla="*/ 997744 w 1847850"/>
                <a:gd name="connsiteY192" fmla="*/ 471011 h 571500"/>
                <a:gd name="connsiteX193" fmla="*/ 997744 w 1847850"/>
                <a:gd name="connsiteY193" fmla="*/ 471011 h 571500"/>
                <a:gd name="connsiteX194" fmla="*/ 540544 w 1847850"/>
                <a:gd name="connsiteY194" fmla="*/ 429101 h 571500"/>
                <a:gd name="connsiteX195" fmla="*/ 564356 w 1847850"/>
                <a:gd name="connsiteY195" fmla="*/ 410051 h 571500"/>
                <a:gd name="connsiteX196" fmla="*/ 644366 w 1847850"/>
                <a:gd name="connsiteY196" fmla="*/ 410051 h 571500"/>
                <a:gd name="connsiteX197" fmla="*/ 651034 w 1847850"/>
                <a:gd name="connsiteY197" fmla="*/ 417671 h 571500"/>
                <a:gd name="connsiteX198" fmla="*/ 651034 w 1847850"/>
                <a:gd name="connsiteY198" fmla="*/ 420529 h 571500"/>
                <a:gd name="connsiteX199" fmla="*/ 644366 w 1847850"/>
                <a:gd name="connsiteY199" fmla="*/ 429101 h 571500"/>
                <a:gd name="connsiteX200" fmla="*/ 540544 w 1847850"/>
                <a:gd name="connsiteY200" fmla="*/ 429101 h 571500"/>
                <a:gd name="connsiteX201" fmla="*/ 540544 w 1847850"/>
                <a:gd name="connsiteY201" fmla="*/ 429101 h 571500"/>
                <a:gd name="connsiteX202" fmla="*/ 491966 w 1847850"/>
                <a:gd name="connsiteY202" fmla="*/ 273844 h 571500"/>
                <a:gd name="connsiteX203" fmla="*/ 939641 w 1847850"/>
                <a:gd name="connsiteY203" fmla="*/ 273844 h 571500"/>
                <a:gd name="connsiteX204" fmla="*/ 939641 w 1847850"/>
                <a:gd name="connsiteY204" fmla="*/ 428149 h 571500"/>
                <a:gd name="connsiteX205" fmla="*/ 681514 w 1847850"/>
                <a:gd name="connsiteY205" fmla="*/ 428149 h 571500"/>
                <a:gd name="connsiteX206" fmla="*/ 674846 w 1847850"/>
                <a:gd name="connsiteY206" fmla="*/ 419576 h 571500"/>
                <a:gd name="connsiteX207" fmla="*/ 674846 w 1847850"/>
                <a:gd name="connsiteY207" fmla="*/ 416719 h 571500"/>
                <a:gd name="connsiteX208" fmla="*/ 681514 w 1847850"/>
                <a:gd name="connsiteY208" fmla="*/ 409099 h 571500"/>
                <a:gd name="connsiteX209" fmla="*/ 939641 w 1847850"/>
                <a:gd name="connsiteY209" fmla="*/ 409099 h 571500"/>
                <a:gd name="connsiteX210" fmla="*/ 939641 w 1847850"/>
                <a:gd name="connsiteY210" fmla="*/ 368141 h 571500"/>
                <a:gd name="connsiteX211" fmla="*/ 846296 w 1847850"/>
                <a:gd name="connsiteY211" fmla="*/ 368141 h 571500"/>
                <a:gd name="connsiteX212" fmla="*/ 862489 w 1847850"/>
                <a:gd name="connsiteY212" fmla="*/ 334804 h 571500"/>
                <a:gd name="connsiteX213" fmla="*/ 819626 w 1847850"/>
                <a:gd name="connsiteY213" fmla="*/ 291941 h 571500"/>
                <a:gd name="connsiteX214" fmla="*/ 776764 w 1847850"/>
                <a:gd name="connsiteY214" fmla="*/ 334804 h 571500"/>
                <a:gd name="connsiteX215" fmla="*/ 792956 w 1847850"/>
                <a:gd name="connsiteY215" fmla="*/ 368141 h 571500"/>
                <a:gd name="connsiteX216" fmla="*/ 554831 w 1847850"/>
                <a:gd name="connsiteY216" fmla="*/ 368141 h 571500"/>
                <a:gd name="connsiteX217" fmla="*/ 499586 w 1847850"/>
                <a:gd name="connsiteY217" fmla="*/ 427196 h 571500"/>
                <a:gd name="connsiteX218" fmla="*/ 495776 w 1847850"/>
                <a:gd name="connsiteY218" fmla="*/ 427196 h 571500"/>
                <a:gd name="connsiteX219" fmla="*/ 492919 w 1847850"/>
                <a:gd name="connsiteY219" fmla="*/ 411004 h 571500"/>
                <a:gd name="connsiteX220" fmla="*/ 476726 w 1847850"/>
                <a:gd name="connsiteY220" fmla="*/ 425291 h 571500"/>
                <a:gd name="connsiteX221" fmla="*/ 473869 w 1847850"/>
                <a:gd name="connsiteY221" fmla="*/ 424339 h 571500"/>
                <a:gd name="connsiteX222" fmla="*/ 484346 w 1847850"/>
                <a:gd name="connsiteY222" fmla="*/ 382429 h 571500"/>
                <a:gd name="connsiteX223" fmla="*/ 472916 w 1847850"/>
                <a:gd name="connsiteY223" fmla="*/ 380524 h 571500"/>
                <a:gd name="connsiteX224" fmla="*/ 460534 w 1847850"/>
                <a:gd name="connsiteY224" fmla="*/ 417671 h 571500"/>
                <a:gd name="connsiteX225" fmla="*/ 434816 w 1847850"/>
                <a:gd name="connsiteY225" fmla="*/ 342424 h 571500"/>
                <a:gd name="connsiteX226" fmla="*/ 491966 w 1847850"/>
                <a:gd name="connsiteY226" fmla="*/ 273844 h 571500"/>
                <a:gd name="connsiteX227" fmla="*/ 491966 w 1847850"/>
                <a:gd name="connsiteY227" fmla="*/ 273844 h 571500"/>
                <a:gd name="connsiteX228" fmla="*/ 819626 w 1847850"/>
                <a:gd name="connsiteY228" fmla="*/ 369094 h 571500"/>
                <a:gd name="connsiteX229" fmla="*/ 787241 w 1847850"/>
                <a:gd name="connsiteY229" fmla="*/ 336709 h 571500"/>
                <a:gd name="connsiteX230" fmla="*/ 819626 w 1847850"/>
                <a:gd name="connsiteY230" fmla="*/ 304324 h 571500"/>
                <a:gd name="connsiteX231" fmla="*/ 852011 w 1847850"/>
                <a:gd name="connsiteY231" fmla="*/ 336709 h 571500"/>
                <a:gd name="connsiteX232" fmla="*/ 819626 w 1847850"/>
                <a:gd name="connsiteY232" fmla="*/ 369094 h 571500"/>
                <a:gd name="connsiteX233" fmla="*/ 819626 w 1847850"/>
                <a:gd name="connsiteY233" fmla="*/ 369094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Lst>
              <a:rect l="l" t="t" r="r" b="b"/>
              <a:pathLst>
                <a:path w="1847850" h="571500">
                  <a:moveTo>
                    <a:pt x="7144" y="209074"/>
                  </a:moveTo>
                  <a:cubicBezTo>
                    <a:pt x="7144" y="321469"/>
                    <a:pt x="23336" y="411004"/>
                    <a:pt x="44291" y="411004"/>
                  </a:cubicBezTo>
                  <a:cubicBezTo>
                    <a:pt x="51911" y="411004"/>
                    <a:pt x="61436" y="404336"/>
                    <a:pt x="65246" y="387191"/>
                  </a:cubicBezTo>
                  <a:cubicBezTo>
                    <a:pt x="70009" y="364331"/>
                    <a:pt x="119539" y="284321"/>
                    <a:pt x="232886" y="264319"/>
                  </a:cubicBezTo>
                  <a:cubicBezTo>
                    <a:pt x="272891" y="256699"/>
                    <a:pt x="359569" y="247174"/>
                    <a:pt x="476726" y="240506"/>
                  </a:cubicBezTo>
                  <a:cubicBezTo>
                    <a:pt x="432911" y="243364"/>
                    <a:pt x="397669" y="283369"/>
                    <a:pt x="397669" y="347186"/>
                  </a:cubicBezTo>
                  <a:cubicBezTo>
                    <a:pt x="397669" y="379571"/>
                    <a:pt x="404336" y="405289"/>
                    <a:pt x="415766" y="425291"/>
                  </a:cubicBezTo>
                  <a:cubicBezTo>
                    <a:pt x="405289" y="424339"/>
                    <a:pt x="389096" y="422434"/>
                    <a:pt x="386239" y="421481"/>
                  </a:cubicBezTo>
                  <a:cubicBezTo>
                    <a:pt x="383381" y="420529"/>
                    <a:pt x="372904" y="404336"/>
                    <a:pt x="370999" y="383381"/>
                  </a:cubicBezTo>
                  <a:cubicBezTo>
                    <a:pt x="370046" y="376714"/>
                    <a:pt x="361474" y="368141"/>
                    <a:pt x="357664" y="366236"/>
                  </a:cubicBezTo>
                  <a:cubicBezTo>
                    <a:pt x="353854" y="364331"/>
                    <a:pt x="351949" y="371951"/>
                    <a:pt x="350996" y="374809"/>
                  </a:cubicBezTo>
                  <a:cubicBezTo>
                    <a:pt x="350044" y="377666"/>
                    <a:pt x="348139" y="422434"/>
                    <a:pt x="381476" y="455771"/>
                  </a:cubicBezTo>
                  <a:cubicBezTo>
                    <a:pt x="406241" y="479584"/>
                    <a:pt x="432911" y="489109"/>
                    <a:pt x="467201" y="487204"/>
                  </a:cubicBezTo>
                  <a:cubicBezTo>
                    <a:pt x="469106" y="486251"/>
                    <a:pt x="470059" y="480536"/>
                    <a:pt x="471011" y="477679"/>
                  </a:cubicBezTo>
                  <a:cubicBezTo>
                    <a:pt x="465296" y="476726"/>
                    <a:pt x="457676" y="473869"/>
                    <a:pt x="453866" y="469106"/>
                  </a:cubicBezTo>
                  <a:cubicBezTo>
                    <a:pt x="453866" y="467201"/>
                    <a:pt x="453866" y="464344"/>
                    <a:pt x="452914" y="461486"/>
                  </a:cubicBezTo>
                  <a:cubicBezTo>
                    <a:pt x="463391" y="467201"/>
                    <a:pt x="475774" y="470059"/>
                    <a:pt x="487204" y="470059"/>
                  </a:cubicBezTo>
                  <a:cubicBezTo>
                    <a:pt x="488156" y="470059"/>
                    <a:pt x="491966" y="470059"/>
                    <a:pt x="497681" y="470059"/>
                  </a:cubicBezTo>
                  <a:cubicBezTo>
                    <a:pt x="511016" y="484346"/>
                    <a:pt x="542449" y="481489"/>
                    <a:pt x="547211" y="481489"/>
                  </a:cubicBezTo>
                  <a:cubicBezTo>
                    <a:pt x="546259" y="479584"/>
                    <a:pt x="543401" y="477679"/>
                    <a:pt x="541496" y="476726"/>
                  </a:cubicBezTo>
                  <a:cubicBezTo>
                    <a:pt x="539591" y="475774"/>
                    <a:pt x="531971" y="475774"/>
                    <a:pt x="528161" y="474821"/>
                  </a:cubicBezTo>
                  <a:cubicBezTo>
                    <a:pt x="526256" y="473869"/>
                    <a:pt x="524351" y="471964"/>
                    <a:pt x="522446" y="470059"/>
                  </a:cubicBezTo>
                  <a:cubicBezTo>
                    <a:pt x="606266" y="470059"/>
                    <a:pt x="812006" y="470059"/>
                    <a:pt x="938689" y="470059"/>
                  </a:cubicBezTo>
                  <a:lnTo>
                    <a:pt x="938689" y="561499"/>
                  </a:lnTo>
                  <a:cubicBezTo>
                    <a:pt x="938689" y="566261"/>
                    <a:pt x="952024" y="571976"/>
                    <a:pt x="967264" y="571976"/>
                  </a:cubicBezTo>
                  <a:cubicBezTo>
                    <a:pt x="982504" y="571976"/>
                    <a:pt x="995839" y="566261"/>
                    <a:pt x="995839" y="561499"/>
                  </a:cubicBezTo>
                  <a:lnTo>
                    <a:pt x="995839" y="525304"/>
                  </a:lnTo>
                  <a:cubicBezTo>
                    <a:pt x="996791" y="521494"/>
                    <a:pt x="999649" y="518636"/>
                    <a:pt x="1003459" y="518636"/>
                  </a:cubicBezTo>
                  <a:lnTo>
                    <a:pt x="1012031" y="518636"/>
                  </a:lnTo>
                  <a:cubicBezTo>
                    <a:pt x="1015841" y="518636"/>
                    <a:pt x="1018699" y="521494"/>
                    <a:pt x="1019651" y="525304"/>
                  </a:cubicBezTo>
                  <a:lnTo>
                    <a:pt x="1019651" y="562451"/>
                  </a:lnTo>
                  <a:cubicBezTo>
                    <a:pt x="1019651" y="567214"/>
                    <a:pt x="1032986" y="572929"/>
                    <a:pt x="1048226" y="572929"/>
                  </a:cubicBezTo>
                  <a:cubicBezTo>
                    <a:pt x="1064419" y="572929"/>
                    <a:pt x="1076801" y="567214"/>
                    <a:pt x="1076801" y="562451"/>
                  </a:cubicBezTo>
                  <a:lnTo>
                    <a:pt x="1076801" y="525304"/>
                  </a:lnTo>
                  <a:cubicBezTo>
                    <a:pt x="1077754" y="521494"/>
                    <a:pt x="1080611" y="518636"/>
                    <a:pt x="1084421" y="518636"/>
                  </a:cubicBezTo>
                  <a:lnTo>
                    <a:pt x="1092994" y="518636"/>
                  </a:lnTo>
                  <a:cubicBezTo>
                    <a:pt x="1096804" y="518636"/>
                    <a:pt x="1099661" y="521494"/>
                    <a:pt x="1100614" y="524351"/>
                  </a:cubicBezTo>
                  <a:lnTo>
                    <a:pt x="1100614" y="561499"/>
                  </a:lnTo>
                  <a:cubicBezTo>
                    <a:pt x="1100614" y="566261"/>
                    <a:pt x="1113949" y="571976"/>
                    <a:pt x="1129189" y="571976"/>
                  </a:cubicBezTo>
                  <a:cubicBezTo>
                    <a:pt x="1145381" y="571976"/>
                    <a:pt x="1157764" y="566261"/>
                    <a:pt x="1157764" y="561499"/>
                  </a:cubicBezTo>
                  <a:lnTo>
                    <a:pt x="1157764" y="491014"/>
                  </a:lnTo>
                  <a:lnTo>
                    <a:pt x="1157764" y="491014"/>
                  </a:lnTo>
                  <a:lnTo>
                    <a:pt x="1351121" y="491014"/>
                  </a:lnTo>
                  <a:cubicBezTo>
                    <a:pt x="1377791" y="491014"/>
                    <a:pt x="1397794" y="475774"/>
                    <a:pt x="1402556" y="453866"/>
                  </a:cubicBezTo>
                  <a:cubicBezTo>
                    <a:pt x="1425416" y="452914"/>
                    <a:pt x="1471136" y="451009"/>
                    <a:pt x="1489234" y="449104"/>
                  </a:cubicBezTo>
                  <a:cubicBezTo>
                    <a:pt x="1556861" y="440531"/>
                    <a:pt x="1602581" y="381476"/>
                    <a:pt x="1595914" y="305276"/>
                  </a:cubicBezTo>
                  <a:cubicBezTo>
                    <a:pt x="1594961" y="293846"/>
                    <a:pt x="1593056" y="283369"/>
                    <a:pt x="1590199" y="273844"/>
                  </a:cubicBezTo>
                  <a:cubicBezTo>
                    <a:pt x="1684496" y="273844"/>
                    <a:pt x="1744504" y="273844"/>
                    <a:pt x="1744504" y="273844"/>
                  </a:cubicBezTo>
                  <a:cubicBezTo>
                    <a:pt x="1751171" y="288131"/>
                    <a:pt x="1780699" y="286226"/>
                    <a:pt x="1783556" y="287179"/>
                  </a:cubicBezTo>
                  <a:cubicBezTo>
                    <a:pt x="1784509" y="292894"/>
                    <a:pt x="1795939" y="292894"/>
                    <a:pt x="1801654" y="293846"/>
                  </a:cubicBezTo>
                  <a:cubicBezTo>
                    <a:pt x="1804511" y="295751"/>
                    <a:pt x="1810226" y="302419"/>
                    <a:pt x="1813084" y="303371"/>
                  </a:cubicBezTo>
                  <a:cubicBezTo>
                    <a:pt x="1815941" y="304324"/>
                    <a:pt x="1824514" y="306229"/>
                    <a:pt x="1832134" y="307181"/>
                  </a:cubicBezTo>
                  <a:cubicBezTo>
                    <a:pt x="1835944" y="303371"/>
                    <a:pt x="1840706" y="283369"/>
                    <a:pt x="1840706" y="259556"/>
                  </a:cubicBezTo>
                  <a:cubicBezTo>
                    <a:pt x="1840706" y="235744"/>
                    <a:pt x="1835944" y="215741"/>
                    <a:pt x="1832134" y="211931"/>
                  </a:cubicBezTo>
                  <a:cubicBezTo>
                    <a:pt x="1824514" y="212884"/>
                    <a:pt x="1815941" y="214789"/>
                    <a:pt x="1813084" y="215741"/>
                  </a:cubicBezTo>
                  <a:cubicBezTo>
                    <a:pt x="1810226" y="216694"/>
                    <a:pt x="1804511" y="222409"/>
                    <a:pt x="1801654" y="225266"/>
                  </a:cubicBezTo>
                  <a:cubicBezTo>
                    <a:pt x="1794986" y="226219"/>
                    <a:pt x="1784509" y="226219"/>
                    <a:pt x="1783556" y="231934"/>
                  </a:cubicBezTo>
                  <a:cubicBezTo>
                    <a:pt x="1780699" y="232886"/>
                    <a:pt x="1750219" y="230981"/>
                    <a:pt x="1744504" y="245269"/>
                  </a:cubicBezTo>
                  <a:lnTo>
                    <a:pt x="1578769" y="245269"/>
                  </a:lnTo>
                  <a:cubicBezTo>
                    <a:pt x="1556861" y="205264"/>
                    <a:pt x="1520666" y="189071"/>
                    <a:pt x="1490186" y="186214"/>
                  </a:cubicBezTo>
                  <a:cubicBezTo>
                    <a:pt x="1437799" y="180499"/>
                    <a:pt x="1278731" y="176689"/>
                    <a:pt x="1139666" y="173831"/>
                  </a:cubicBezTo>
                  <a:lnTo>
                    <a:pt x="1139666" y="152876"/>
                  </a:lnTo>
                  <a:cubicBezTo>
                    <a:pt x="1144429" y="151924"/>
                    <a:pt x="1149191" y="150971"/>
                    <a:pt x="1152049" y="150019"/>
                  </a:cubicBezTo>
                  <a:cubicBezTo>
                    <a:pt x="1153954" y="149066"/>
                    <a:pt x="1154906" y="147161"/>
                    <a:pt x="1155859" y="146209"/>
                  </a:cubicBezTo>
                  <a:cubicBezTo>
                    <a:pt x="1156811" y="146209"/>
                    <a:pt x="1156811" y="145256"/>
                    <a:pt x="1157764" y="145256"/>
                  </a:cubicBezTo>
                  <a:cubicBezTo>
                    <a:pt x="1160621" y="144304"/>
                    <a:pt x="1160621" y="141446"/>
                    <a:pt x="1162526" y="139541"/>
                  </a:cubicBezTo>
                  <a:lnTo>
                    <a:pt x="1162526" y="131921"/>
                  </a:lnTo>
                  <a:cubicBezTo>
                    <a:pt x="1160621" y="130016"/>
                    <a:pt x="1160621" y="128111"/>
                    <a:pt x="1157764" y="126206"/>
                  </a:cubicBezTo>
                  <a:cubicBezTo>
                    <a:pt x="1151096" y="123349"/>
                    <a:pt x="1139666" y="121444"/>
                    <a:pt x="1129189" y="121444"/>
                  </a:cubicBezTo>
                  <a:cubicBezTo>
                    <a:pt x="1118711" y="121444"/>
                    <a:pt x="1107281" y="122396"/>
                    <a:pt x="1100614" y="126206"/>
                  </a:cubicBezTo>
                  <a:cubicBezTo>
                    <a:pt x="1097756" y="127159"/>
                    <a:pt x="1097756" y="130016"/>
                    <a:pt x="1095851" y="131921"/>
                  </a:cubicBezTo>
                  <a:lnTo>
                    <a:pt x="1095851" y="139541"/>
                  </a:lnTo>
                  <a:cubicBezTo>
                    <a:pt x="1097756" y="141446"/>
                    <a:pt x="1097756" y="143351"/>
                    <a:pt x="1100614" y="145256"/>
                  </a:cubicBezTo>
                  <a:cubicBezTo>
                    <a:pt x="1101566" y="145256"/>
                    <a:pt x="1101566" y="146209"/>
                    <a:pt x="1102519" y="146209"/>
                  </a:cubicBezTo>
                  <a:cubicBezTo>
                    <a:pt x="1103471" y="147161"/>
                    <a:pt x="1104424" y="149066"/>
                    <a:pt x="1106329" y="150019"/>
                  </a:cubicBezTo>
                  <a:cubicBezTo>
                    <a:pt x="1109186" y="151924"/>
                    <a:pt x="1113949" y="152876"/>
                    <a:pt x="1118711" y="152876"/>
                  </a:cubicBezTo>
                  <a:lnTo>
                    <a:pt x="1118711" y="173831"/>
                  </a:lnTo>
                  <a:cubicBezTo>
                    <a:pt x="1097756" y="173831"/>
                    <a:pt x="1077754" y="172879"/>
                    <a:pt x="1058704" y="172879"/>
                  </a:cubicBezTo>
                  <a:lnTo>
                    <a:pt x="1058704" y="152876"/>
                  </a:lnTo>
                  <a:cubicBezTo>
                    <a:pt x="1063466" y="151924"/>
                    <a:pt x="1068229" y="150971"/>
                    <a:pt x="1071086" y="150019"/>
                  </a:cubicBezTo>
                  <a:cubicBezTo>
                    <a:pt x="1072991" y="149066"/>
                    <a:pt x="1073944" y="147161"/>
                    <a:pt x="1074896" y="146209"/>
                  </a:cubicBezTo>
                  <a:cubicBezTo>
                    <a:pt x="1075849" y="146209"/>
                    <a:pt x="1075849" y="145256"/>
                    <a:pt x="1076801" y="145256"/>
                  </a:cubicBezTo>
                  <a:cubicBezTo>
                    <a:pt x="1079659" y="144304"/>
                    <a:pt x="1079659" y="141446"/>
                    <a:pt x="1081564" y="139541"/>
                  </a:cubicBezTo>
                  <a:lnTo>
                    <a:pt x="1081564" y="131921"/>
                  </a:lnTo>
                  <a:cubicBezTo>
                    <a:pt x="1079659" y="130016"/>
                    <a:pt x="1079659" y="128111"/>
                    <a:pt x="1076801" y="126206"/>
                  </a:cubicBezTo>
                  <a:cubicBezTo>
                    <a:pt x="1070134" y="123349"/>
                    <a:pt x="1058704" y="121444"/>
                    <a:pt x="1048226" y="121444"/>
                  </a:cubicBezTo>
                  <a:cubicBezTo>
                    <a:pt x="1037749" y="121444"/>
                    <a:pt x="1026319" y="122396"/>
                    <a:pt x="1019651" y="126206"/>
                  </a:cubicBezTo>
                  <a:cubicBezTo>
                    <a:pt x="1016794" y="127159"/>
                    <a:pt x="1016794" y="130016"/>
                    <a:pt x="1014889" y="131921"/>
                  </a:cubicBezTo>
                  <a:lnTo>
                    <a:pt x="1014889" y="139541"/>
                  </a:lnTo>
                  <a:cubicBezTo>
                    <a:pt x="1016794" y="141446"/>
                    <a:pt x="1016794" y="143351"/>
                    <a:pt x="1019651" y="145256"/>
                  </a:cubicBezTo>
                  <a:cubicBezTo>
                    <a:pt x="1020604" y="145256"/>
                    <a:pt x="1020604" y="146209"/>
                    <a:pt x="1021556" y="146209"/>
                  </a:cubicBezTo>
                  <a:cubicBezTo>
                    <a:pt x="1022509" y="147161"/>
                    <a:pt x="1023461" y="149066"/>
                    <a:pt x="1025366" y="150019"/>
                  </a:cubicBezTo>
                  <a:cubicBezTo>
                    <a:pt x="1028224" y="151924"/>
                    <a:pt x="1032986" y="152876"/>
                    <a:pt x="1037749" y="152876"/>
                  </a:cubicBezTo>
                  <a:lnTo>
                    <a:pt x="1037749" y="171926"/>
                  </a:lnTo>
                  <a:cubicBezTo>
                    <a:pt x="1015841" y="171926"/>
                    <a:pt x="994886" y="170974"/>
                    <a:pt x="977741" y="170974"/>
                  </a:cubicBezTo>
                  <a:lnTo>
                    <a:pt x="977741" y="152876"/>
                  </a:lnTo>
                  <a:cubicBezTo>
                    <a:pt x="982504" y="151924"/>
                    <a:pt x="987266" y="150971"/>
                    <a:pt x="990124" y="150019"/>
                  </a:cubicBezTo>
                  <a:cubicBezTo>
                    <a:pt x="992029" y="149066"/>
                    <a:pt x="992981" y="147161"/>
                    <a:pt x="993934" y="146209"/>
                  </a:cubicBezTo>
                  <a:cubicBezTo>
                    <a:pt x="994886" y="146209"/>
                    <a:pt x="994886" y="145256"/>
                    <a:pt x="995839" y="145256"/>
                  </a:cubicBezTo>
                  <a:cubicBezTo>
                    <a:pt x="998696" y="144304"/>
                    <a:pt x="998696" y="141446"/>
                    <a:pt x="1000601" y="139541"/>
                  </a:cubicBezTo>
                  <a:lnTo>
                    <a:pt x="1000601" y="131921"/>
                  </a:lnTo>
                  <a:cubicBezTo>
                    <a:pt x="998696" y="130016"/>
                    <a:pt x="998696" y="128111"/>
                    <a:pt x="995839" y="126206"/>
                  </a:cubicBezTo>
                  <a:cubicBezTo>
                    <a:pt x="989171" y="123349"/>
                    <a:pt x="977741" y="121444"/>
                    <a:pt x="967264" y="121444"/>
                  </a:cubicBezTo>
                  <a:cubicBezTo>
                    <a:pt x="956786" y="121444"/>
                    <a:pt x="945356" y="122396"/>
                    <a:pt x="938689" y="126206"/>
                  </a:cubicBezTo>
                  <a:cubicBezTo>
                    <a:pt x="935831" y="127159"/>
                    <a:pt x="935831" y="130016"/>
                    <a:pt x="933926" y="131921"/>
                  </a:cubicBezTo>
                  <a:lnTo>
                    <a:pt x="933926" y="139541"/>
                  </a:lnTo>
                  <a:cubicBezTo>
                    <a:pt x="935831" y="141446"/>
                    <a:pt x="935831" y="143351"/>
                    <a:pt x="938689" y="145256"/>
                  </a:cubicBezTo>
                  <a:cubicBezTo>
                    <a:pt x="939641" y="145256"/>
                    <a:pt x="939641" y="146209"/>
                    <a:pt x="940594" y="146209"/>
                  </a:cubicBezTo>
                  <a:cubicBezTo>
                    <a:pt x="941546" y="147161"/>
                    <a:pt x="942499" y="149066"/>
                    <a:pt x="944404" y="150019"/>
                  </a:cubicBezTo>
                  <a:cubicBezTo>
                    <a:pt x="947261" y="151924"/>
                    <a:pt x="952024" y="152876"/>
                    <a:pt x="956786" y="152876"/>
                  </a:cubicBezTo>
                  <a:lnTo>
                    <a:pt x="956786" y="170974"/>
                  </a:lnTo>
                  <a:cubicBezTo>
                    <a:pt x="921544" y="170021"/>
                    <a:pt x="899636" y="170021"/>
                    <a:pt x="898684" y="170021"/>
                  </a:cubicBezTo>
                  <a:cubicBezTo>
                    <a:pt x="886301" y="165259"/>
                    <a:pt x="861536" y="155734"/>
                    <a:pt x="859631" y="155734"/>
                  </a:cubicBezTo>
                  <a:cubicBezTo>
                    <a:pt x="857726" y="154781"/>
                    <a:pt x="846296" y="155734"/>
                    <a:pt x="841534" y="156686"/>
                  </a:cubicBezTo>
                  <a:cubicBezTo>
                    <a:pt x="839629" y="157639"/>
                    <a:pt x="838676" y="165259"/>
                    <a:pt x="838676" y="170974"/>
                  </a:cubicBezTo>
                  <a:cubicBezTo>
                    <a:pt x="554831" y="172879"/>
                    <a:pt x="251936" y="147161"/>
                    <a:pt x="220504" y="144304"/>
                  </a:cubicBezTo>
                  <a:cubicBezTo>
                    <a:pt x="102394" y="132874"/>
                    <a:pt x="68104" y="49054"/>
                    <a:pt x="65246" y="30956"/>
                  </a:cubicBezTo>
                  <a:cubicBezTo>
                    <a:pt x="61436" y="13811"/>
                    <a:pt x="51911" y="7144"/>
                    <a:pt x="44291" y="7144"/>
                  </a:cubicBezTo>
                  <a:cubicBezTo>
                    <a:pt x="24289" y="7144"/>
                    <a:pt x="7144" y="96679"/>
                    <a:pt x="7144" y="209074"/>
                  </a:cubicBezTo>
                  <a:lnTo>
                    <a:pt x="7144" y="209074"/>
                  </a:lnTo>
                  <a:close/>
                  <a:moveTo>
                    <a:pt x="1078706" y="273844"/>
                  </a:moveTo>
                  <a:lnTo>
                    <a:pt x="1102519" y="273844"/>
                  </a:lnTo>
                  <a:lnTo>
                    <a:pt x="1102519" y="324326"/>
                  </a:lnTo>
                  <a:cubicBezTo>
                    <a:pt x="1101566" y="328136"/>
                    <a:pt x="1098709" y="330994"/>
                    <a:pt x="1094899" y="330994"/>
                  </a:cubicBezTo>
                  <a:lnTo>
                    <a:pt x="1086326" y="330994"/>
                  </a:lnTo>
                  <a:cubicBezTo>
                    <a:pt x="1082516" y="330994"/>
                    <a:pt x="1079659" y="328136"/>
                    <a:pt x="1078706" y="325279"/>
                  </a:cubicBezTo>
                  <a:lnTo>
                    <a:pt x="1078706" y="273844"/>
                  </a:lnTo>
                  <a:lnTo>
                    <a:pt x="1078706" y="273844"/>
                  </a:lnTo>
                  <a:close/>
                  <a:moveTo>
                    <a:pt x="1078706" y="399574"/>
                  </a:moveTo>
                  <a:lnTo>
                    <a:pt x="1078706" y="367189"/>
                  </a:lnTo>
                  <a:cubicBezTo>
                    <a:pt x="1079659" y="363379"/>
                    <a:pt x="1082516" y="361474"/>
                    <a:pt x="1086326" y="361474"/>
                  </a:cubicBezTo>
                  <a:lnTo>
                    <a:pt x="1094899" y="361474"/>
                  </a:lnTo>
                  <a:cubicBezTo>
                    <a:pt x="1098709" y="361474"/>
                    <a:pt x="1101566" y="364331"/>
                    <a:pt x="1102519" y="368141"/>
                  </a:cubicBezTo>
                  <a:lnTo>
                    <a:pt x="1102519" y="403384"/>
                  </a:lnTo>
                  <a:cubicBezTo>
                    <a:pt x="1096804" y="402431"/>
                    <a:pt x="1090136" y="400526"/>
                    <a:pt x="1086326" y="400526"/>
                  </a:cubicBezTo>
                  <a:cubicBezTo>
                    <a:pt x="1086326" y="398621"/>
                    <a:pt x="1082516" y="398621"/>
                    <a:pt x="1078706" y="399574"/>
                  </a:cubicBezTo>
                  <a:lnTo>
                    <a:pt x="1078706" y="399574"/>
                  </a:lnTo>
                  <a:close/>
                  <a:moveTo>
                    <a:pt x="1021556" y="423386"/>
                  </a:moveTo>
                  <a:cubicBezTo>
                    <a:pt x="1014889" y="426244"/>
                    <a:pt x="1007269" y="428149"/>
                    <a:pt x="997744" y="429101"/>
                  </a:cubicBezTo>
                  <a:lnTo>
                    <a:pt x="997744" y="367189"/>
                  </a:lnTo>
                  <a:cubicBezTo>
                    <a:pt x="998696" y="363379"/>
                    <a:pt x="1001554" y="360521"/>
                    <a:pt x="1005364" y="360521"/>
                  </a:cubicBezTo>
                  <a:lnTo>
                    <a:pt x="1013936" y="360521"/>
                  </a:lnTo>
                  <a:cubicBezTo>
                    <a:pt x="1017746" y="360521"/>
                    <a:pt x="1020604" y="363379"/>
                    <a:pt x="1021556" y="367189"/>
                  </a:cubicBezTo>
                  <a:lnTo>
                    <a:pt x="1021556" y="423386"/>
                  </a:lnTo>
                  <a:lnTo>
                    <a:pt x="1021556" y="423386"/>
                  </a:lnTo>
                  <a:close/>
                  <a:moveTo>
                    <a:pt x="997744" y="273844"/>
                  </a:moveTo>
                  <a:lnTo>
                    <a:pt x="1021556" y="273844"/>
                  </a:lnTo>
                  <a:lnTo>
                    <a:pt x="1021556" y="323374"/>
                  </a:lnTo>
                  <a:cubicBezTo>
                    <a:pt x="1020604" y="327184"/>
                    <a:pt x="1017746" y="330041"/>
                    <a:pt x="1013936" y="330041"/>
                  </a:cubicBezTo>
                  <a:lnTo>
                    <a:pt x="1005364" y="330041"/>
                  </a:lnTo>
                  <a:cubicBezTo>
                    <a:pt x="1001554" y="330041"/>
                    <a:pt x="998696" y="327184"/>
                    <a:pt x="997744" y="323374"/>
                  </a:cubicBezTo>
                  <a:lnTo>
                    <a:pt x="997744" y="273844"/>
                  </a:lnTo>
                  <a:lnTo>
                    <a:pt x="997744" y="273844"/>
                  </a:lnTo>
                  <a:close/>
                  <a:moveTo>
                    <a:pt x="1332071" y="388144"/>
                  </a:moveTo>
                  <a:lnTo>
                    <a:pt x="1242536" y="388144"/>
                  </a:lnTo>
                  <a:cubicBezTo>
                    <a:pt x="1277779" y="362426"/>
                    <a:pt x="1255871" y="326231"/>
                    <a:pt x="1253014" y="320516"/>
                  </a:cubicBezTo>
                  <a:cubicBezTo>
                    <a:pt x="1250156" y="314801"/>
                    <a:pt x="1251109" y="312896"/>
                    <a:pt x="1252061" y="309086"/>
                  </a:cubicBezTo>
                  <a:cubicBezTo>
                    <a:pt x="1252061" y="306229"/>
                    <a:pt x="1260634" y="300514"/>
                    <a:pt x="1260634" y="300514"/>
                  </a:cubicBezTo>
                  <a:lnTo>
                    <a:pt x="1253966" y="288131"/>
                  </a:lnTo>
                  <a:cubicBezTo>
                    <a:pt x="1252061" y="290036"/>
                    <a:pt x="1244441" y="294799"/>
                    <a:pt x="1243489" y="296704"/>
                  </a:cubicBezTo>
                  <a:cubicBezTo>
                    <a:pt x="1238726" y="304324"/>
                    <a:pt x="1240631" y="311944"/>
                    <a:pt x="1244441" y="317659"/>
                  </a:cubicBezTo>
                  <a:cubicBezTo>
                    <a:pt x="1248251" y="322421"/>
                    <a:pt x="1269206" y="366236"/>
                    <a:pt x="1228249" y="374809"/>
                  </a:cubicBezTo>
                  <a:cubicBezTo>
                    <a:pt x="1213961" y="377666"/>
                    <a:pt x="1193006" y="373856"/>
                    <a:pt x="1186339" y="352901"/>
                  </a:cubicBezTo>
                  <a:cubicBezTo>
                    <a:pt x="1179671" y="333851"/>
                    <a:pt x="1184434" y="311944"/>
                    <a:pt x="1182529" y="307181"/>
                  </a:cubicBezTo>
                  <a:cubicBezTo>
                    <a:pt x="1180624" y="302419"/>
                    <a:pt x="1175861" y="299561"/>
                    <a:pt x="1171099" y="296704"/>
                  </a:cubicBezTo>
                  <a:lnTo>
                    <a:pt x="1162526" y="307181"/>
                  </a:lnTo>
                  <a:cubicBezTo>
                    <a:pt x="1162526" y="307181"/>
                    <a:pt x="1168241" y="310039"/>
                    <a:pt x="1171099" y="314801"/>
                  </a:cubicBezTo>
                  <a:cubicBezTo>
                    <a:pt x="1173004" y="318611"/>
                    <a:pt x="1173004" y="320516"/>
                    <a:pt x="1173004" y="322421"/>
                  </a:cubicBezTo>
                  <a:cubicBezTo>
                    <a:pt x="1169194" y="320516"/>
                    <a:pt x="1163479" y="318611"/>
                    <a:pt x="1161574" y="318611"/>
                  </a:cubicBezTo>
                  <a:lnTo>
                    <a:pt x="1161574" y="343376"/>
                  </a:lnTo>
                  <a:cubicBezTo>
                    <a:pt x="1161574" y="343376"/>
                    <a:pt x="1169194" y="344329"/>
                    <a:pt x="1175861" y="350996"/>
                  </a:cubicBezTo>
                  <a:cubicBezTo>
                    <a:pt x="1178719" y="362426"/>
                    <a:pt x="1186339" y="377666"/>
                    <a:pt x="1199674" y="387191"/>
                  </a:cubicBezTo>
                  <a:lnTo>
                    <a:pt x="1161574" y="387191"/>
                  </a:lnTo>
                  <a:lnTo>
                    <a:pt x="1161574" y="272891"/>
                  </a:lnTo>
                  <a:cubicBezTo>
                    <a:pt x="1308259" y="272891"/>
                    <a:pt x="1451134" y="272891"/>
                    <a:pt x="1558766" y="272891"/>
                  </a:cubicBezTo>
                  <a:cubicBezTo>
                    <a:pt x="1563529" y="283369"/>
                    <a:pt x="1566386" y="294799"/>
                    <a:pt x="1568291" y="308134"/>
                  </a:cubicBezTo>
                  <a:cubicBezTo>
                    <a:pt x="1574959" y="365284"/>
                    <a:pt x="1537811" y="405289"/>
                    <a:pt x="1493996" y="412909"/>
                  </a:cubicBezTo>
                  <a:cubicBezTo>
                    <a:pt x="1480661" y="415766"/>
                    <a:pt x="1423511" y="420529"/>
                    <a:pt x="1403509" y="421481"/>
                  </a:cubicBezTo>
                  <a:cubicBezTo>
                    <a:pt x="1391126" y="396716"/>
                    <a:pt x="1357789" y="388144"/>
                    <a:pt x="1332071" y="388144"/>
                  </a:cubicBezTo>
                  <a:lnTo>
                    <a:pt x="1332071" y="388144"/>
                  </a:lnTo>
                  <a:close/>
                  <a:moveTo>
                    <a:pt x="1160621" y="438626"/>
                  </a:moveTo>
                  <a:lnTo>
                    <a:pt x="1160621" y="427196"/>
                  </a:lnTo>
                  <a:cubicBezTo>
                    <a:pt x="1161574" y="427196"/>
                    <a:pt x="1339691" y="426244"/>
                    <a:pt x="1348264" y="427196"/>
                  </a:cubicBezTo>
                  <a:cubicBezTo>
                    <a:pt x="1356836" y="428149"/>
                    <a:pt x="1357789" y="433864"/>
                    <a:pt x="1360646" y="438626"/>
                  </a:cubicBezTo>
                  <a:lnTo>
                    <a:pt x="1160621" y="438626"/>
                  </a:lnTo>
                  <a:lnTo>
                    <a:pt x="1160621" y="438626"/>
                  </a:lnTo>
                  <a:close/>
                  <a:moveTo>
                    <a:pt x="997744" y="471011"/>
                  </a:moveTo>
                  <a:cubicBezTo>
                    <a:pt x="1007269" y="471011"/>
                    <a:pt x="1014889" y="471011"/>
                    <a:pt x="1021556" y="471011"/>
                  </a:cubicBezTo>
                  <a:lnTo>
                    <a:pt x="1021556" y="491014"/>
                  </a:lnTo>
                  <a:cubicBezTo>
                    <a:pt x="1020604" y="494824"/>
                    <a:pt x="1017746" y="497681"/>
                    <a:pt x="1013936" y="497681"/>
                  </a:cubicBezTo>
                  <a:lnTo>
                    <a:pt x="1005364" y="497681"/>
                  </a:lnTo>
                  <a:cubicBezTo>
                    <a:pt x="1001554" y="497681"/>
                    <a:pt x="998696" y="494824"/>
                    <a:pt x="997744" y="491014"/>
                  </a:cubicBezTo>
                  <a:lnTo>
                    <a:pt x="997744" y="471011"/>
                  </a:lnTo>
                  <a:lnTo>
                    <a:pt x="997744" y="471011"/>
                  </a:lnTo>
                  <a:close/>
                  <a:moveTo>
                    <a:pt x="540544" y="429101"/>
                  </a:moveTo>
                  <a:cubicBezTo>
                    <a:pt x="544354" y="422434"/>
                    <a:pt x="541496" y="411004"/>
                    <a:pt x="564356" y="410051"/>
                  </a:cubicBezTo>
                  <a:cubicBezTo>
                    <a:pt x="571024" y="410051"/>
                    <a:pt x="602456" y="410051"/>
                    <a:pt x="644366" y="410051"/>
                  </a:cubicBezTo>
                  <a:cubicBezTo>
                    <a:pt x="648176" y="411004"/>
                    <a:pt x="651034" y="413861"/>
                    <a:pt x="651034" y="417671"/>
                  </a:cubicBezTo>
                  <a:lnTo>
                    <a:pt x="651034" y="420529"/>
                  </a:lnTo>
                  <a:cubicBezTo>
                    <a:pt x="651034" y="424339"/>
                    <a:pt x="648176" y="428149"/>
                    <a:pt x="644366" y="429101"/>
                  </a:cubicBezTo>
                  <a:lnTo>
                    <a:pt x="540544" y="429101"/>
                  </a:lnTo>
                  <a:lnTo>
                    <a:pt x="540544" y="429101"/>
                  </a:lnTo>
                  <a:close/>
                  <a:moveTo>
                    <a:pt x="491966" y="273844"/>
                  </a:moveTo>
                  <a:cubicBezTo>
                    <a:pt x="501491" y="273844"/>
                    <a:pt x="702469" y="273844"/>
                    <a:pt x="939641" y="273844"/>
                  </a:cubicBezTo>
                  <a:lnTo>
                    <a:pt x="939641" y="428149"/>
                  </a:lnTo>
                  <a:lnTo>
                    <a:pt x="681514" y="428149"/>
                  </a:lnTo>
                  <a:cubicBezTo>
                    <a:pt x="677704" y="427196"/>
                    <a:pt x="674846" y="424339"/>
                    <a:pt x="674846" y="419576"/>
                  </a:cubicBezTo>
                  <a:lnTo>
                    <a:pt x="674846" y="416719"/>
                  </a:lnTo>
                  <a:cubicBezTo>
                    <a:pt x="674846" y="412909"/>
                    <a:pt x="677704" y="409099"/>
                    <a:pt x="681514" y="409099"/>
                  </a:cubicBezTo>
                  <a:cubicBezTo>
                    <a:pt x="792004" y="409099"/>
                    <a:pt x="939641" y="409099"/>
                    <a:pt x="939641" y="409099"/>
                  </a:cubicBezTo>
                  <a:lnTo>
                    <a:pt x="939641" y="368141"/>
                  </a:lnTo>
                  <a:lnTo>
                    <a:pt x="846296" y="368141"/>
                  </a:lnTo>
                  <a:cubicBezTo>
                    <a:pt x="855821" y="360521"/>
                    <a:pt x="862489" y="348139"/>
                    <a:pt x="862489" y="334804"/>
                  </a:cubicBezTo>
                  <a:cubicBezTo>
                    <a:pt x="862489" y="310991"/>
                    <a:pt x="843439" y="291941"/>
                    <a:pt x="819626" y="291941"/>
                  </a:cubicBezTo>
                  <a:cubicBezTo>
                    <a:pt x="795814" y="291941"/>
                    <a:pt x="776764" y="310991"/>
                    <a:pt x="776764" y="334804"/>
                  </a:cubicBezTo>
                  <a:cubicBezTo>
                    <a:pt x="776764" y="348139"/>
                    <a:pt x="783431" y="360521"/>
                    <a:pt x="792956" y="368141"/>
                  </a:cubicBezTo>
                  <a:lnTo>
                    <a:pt x="554831" y="368141"/>
                  </a:lnTo>
                  <a:cubicBezTo>
                    <a:pt x="541496" y="368141"/>
                    <a:pt x="499586" y="376714"/>
                    <a:pt x="499586" y="427196"/>
                  </a:cubicBezTo>
                  <a:lnTo>
                    <a:pt x="495776" y="427196"/>
                  </a:lnTo>
                  <a:cubicBezTo>
                    <a:pt x="493871" y="422434"/>
                    <a:pt x="491014" y="415766"/>
                    <a:pt x="492919" y="411004"/>
                  </a:cubicBezTo>
                  <a:cubicBezTo>
                    <a:pt x="490061" y="412909"/>
                    <a:pt x="481489" y="414814"/>
                    <a:pt x="476726" y="425291"/>
                  </a:cubicBezTo>
                  <a:cubicBezTo>
                    <a:pt x="475774" y="425291"/>
                    <a:pt x="474821" y="424339"/>
                    <a:pt x="473869" y="424339"/>
                  </a:cubicBezTo>
                  <a:cubicBezTo>
                    <a:pt x="476726" y="413861"/>
                    <a:pt x="482441" y="389096"/>
                    <a:pt x="484346" y="382429"/>
                  </a:cubicBezTo>
                  <a:cubicBezTo>
                    <a:pt x="481489" y="380524"/>
                    <a:pt x="474821" y="379571"/>
                    <a:pt x="472916" y="380524"/>
                  </a:cubicBezTo>
                  <a:cubicBezTo>
                    <a:pt x="471011" y="383381"/>
                    <a:pt x="464344" y="399574"/>
                    <a:pt x="460534" y="417671"/>
                  </a:cubicBezTo>
                  <a:cubicBezTo>
                    <a:pt x="443389" y="404336"/>
                    <a:pt x="434816" y="378619"/>
                    <a:pt x="434816" y="342424"/>
                  </a:cubicBezTo>
                  <a:cubicBezTo>
                    <a:pt x="435769" y="298609"/>
                    <a:pt x="459581" y="273844"/>
                    <a:pt x="491966" y="273844"/>
                  </a:cubicBezTo>
                  <a:lnTo>
                    <a:pt x="491966" y="273844"/>
                  </a:lnTo>
                  <a:close/>
                  <a:moveTo>
                    <a:pt x="819626" y="369094"/>
                  </a:moveTo>
                  <a:cubicBezTo>
                    <a:pt x="801529" y="369094"/>
                    <a:pt x="787241" y="354806"/>
                    <a:pt x="787241" y="336709"/>
                  </a:cubicBezTo>
                  <a:cubicBezTo>
                    <a:pt x="787241" y="318611"/>
                    <a:pt x="801529" y="304324"/>
                    <a:pt x="819626" y="304324"/>
                  </a:cubicBezTo>
                  <a:cubicBezTo>
                    <a:pt x="837724" y="304324"/>
                    <a:pt x="852011" y="318611"/>
                    <a:pt x="852011" y="336709"/>
                  </a:cubicBezTo>
                  <a:cubicBezTo>
                    <a:pt x="852011" y="354806"/>
                    <a:pt x="837724" y="369094"/>
                    <a:pt x="819626" y="369094"/>
                  </a:cubicBezTo>
                  <a:lnTo>
                    <a:pt x="819626" y="369094"/>
                  </a:ln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3" name="Graphic 81">
              <a:extLst>
                <a:ext uri="{FF2B5EF4-FFF2-40B4-BE49-F238E27FC236}">
                  <a16:creationId xmlns:a16="http://schemas.microsoft.com/office/drawing/2014/main" id="{DF0D5B8D-A1B4-9BDC-AFD9-D1380BC966BC}"/>
                </a:ext>
              </a:extLst>
            </p:cNvPr>
            <p:cNvSpPr/>
            <p:nvPr/>
          </p:nvSpPr>
          <p:spPr>
            <a:xfrm rot="21376186">
              <a:off x="4142826" y="1728883"/>
              <a:ext cx="1701747" cy="1439205"/>
            </a:xfrm>
            <a:custGeom>
              <a:avLst/>
              <a:gdLst>
                <a:gd name="connsiteX0" fmla="*/ 928000 w 2981325"/>
                <a:gd name="connsiteY0" fmla="*/ 1778794 h 2524125"/>
                <a:gd name="connsiteX1" fmla="*/ 911807 w 2981325"/>
                <a:gd name="connsiteY1" fmla="*/ 1779746 h 2524125"/>
                <a:gd name="connsiteX2" fmla="*/ 906092 w 2981325"/>
                <a:gd name="connsiteY2" fmla="*/ 1794034 h 2524125"/>
                <a:gd name="connsiteX3" fmla="*/ 906092 w 2981325"/>
                <a:gd name="connsiteY3" fmla="*/ 2191226 h 2524125"/>
                <a:gd name="connsiteX4" fmla="*/ 1111832 w 2981325"/>
                <a:gd name="connsiteY4" fmla="*/ 1790224 h 2524125"/>
                <a:gd name="connsiteX5" fmla="*/ 1126120 w 2981325"/>
                <a:gd name="connsiteY5" fmla="*/ 1788319 h 2524125"/>
                <a:gd name="connsiteX6" fmla="*/ 906092 w 2981325"/>
                <a:gd name="connsiteY6" fmla="*/ 2217896 h 2524125"/>
                <a:gd name="connsiteX7" fmla="*/ 906092 w 2981325"/>
                <a:gd name="connsiteY7" fmla="*/ 2229326 h 2524125"/>
                <a:gd name="connsiteX8" fmla="*/ 942287 w 2981325"/>
                <a:gd name="connsiteY8" fmla="*/ 2257901 h 2524125"/>
                <a:gd name="connsiteX9" fmla="*/ 942287 w 2981325"/>
                <a:gd name="connsiteY9" fmla="*/ 2325529 h 2524125"/>
                <a:gd name="connsiteX10" fmla="*/ 840370 w 2981325"/>
                <a:gd name="connsiteY10" fmla="*/ 2346484 h 2524125"/>
                <a:gd name="connsiteX11" fmla="*/ 793697 w 2981325"/>
                <a:gd name="connsiteY11" fmla="*/ 2325529 h 2524125"/>
                <a:gd name="connsiteX12" fmla="*/ 737500 w 2981325"/>
                <a:gd name="connsiteY12" fmla="*/ 2331244 h 2524125"/>
                <a:gd name="connsiteX13" fmla="*/ 729880 w 2981325"/>
                <a:gd name="connsiteY13" fmla="*/ 2313146 h 2524125"/>
                <a:gd name="connsiteX14" fmla="*/ 733690 w 2981325"/>
                <a:gd name="connsiteY14" fmla="*/ 2305526 h 2524125"/>
                <a:gd name="connsiteX15" fmla="*/ 729880 w 2981325"/>
                <a:gd name="connsiteY15" fmla="*/ 2303621 h 2524125"/>
                <a:gd name="connsiteX16" fmla="*/ 667015 w 2981325"/>
                <a:gd name="connsiteY16" fmla="*/ 2299811 h 2524125"/>
                <a:gd name="connsiteX17" fmla="*/ 671777 w 2981325"/>
                <a:gd name="connsiteY17" fmla="*/ 2285524 h 2524125"/>
                <a:gd name="connsiteX18" fmla="*/ 641297 w 2981325"/>
                <a:gd name="connsiteY18" fmla="*/ 2285524 h 2524125"/>
                <a:gd name="connsiteX19" fmla="*/ 620342 w 2981325"/>
                <a:gd name="connsiteY19" fmla="*/ 2259806 h 2524125"/>
                <a:gd name="connsiteX20" fmla="*/ 634630 w 2981325"/>
                <a:gd name="connsiteY20" fmla="*/ 2253139 h 2524125"/>
                <a:gd name="connsiteX21" fmla="*/ 678445 w 2981325"/>
                <a:gd name="connsiteY21" fmla="*/ 2256949 h 2524125"/>
                <a:gd name="connsiteX22" fmla="*/ 695590 w 2981325"/>
                <a:gd name="connsiteY22" fmla="*/ 2254091 h 2524125"/>
                <a:gd name="connsiteX23" fmla="*/ 695590 w 2981325"/>
                <a:gd name="connsiteY23" fmla="*/ 2201704 h 2524125"/>
                <a:gd name="connsiteX24" fmla="*/ 744167 w 2981325"/>
                <a:gd name="connsiteY24" fmla="*/ 2180749 h 2524125"/>
                <a:gd name="connsiteX25" fmla="*/ 726070 w 2981325"/>
                <a:gd name="connsiteY25" fmla="*/ 1721644 h 2524125"/>
                <a:gd name="connsiteX26" fmla="*/ 556525 w 2981325"/>
                <a:gd name="connsiteY26" fmla="*/ 1656874 h 2524125"/>
                <a:gd name="connsiteX27" fmla="*/ 547952 w 2981325"/>
                <a:gd name="connsiteY27" fmla="*/ 1962626 h 2524125"/>
                <a:gd name="connsiteX28" fmla="*/ 552715 w 2981325"/>
                <a:gd name="connsiteY28" fmla="*/ 1973104 h 2524125"/>
                <a:gd name="connsiteX29" fmla="*/ 547952 w 2981325"/>
                <a:gd name="connsiteY29" fmla="*/ 2057876 h 2524125"/>
                <a:gd name="connsiteX30" fmla="*/ 536522 w 2981325"/>
                <a:gd name="connsiteY30" fmla="*/ 2062639 h 2524125"/>
                <a:gd name="connsiteX31" fmla="*/ 569860 w 2981325"/>
                <a:gd name="connsiteY31" fmla="*/ 2091214 h 2524125"/>
                <a:gd name="connsiteX32" fmla="*/ 572717 w 2981325"/>
                <a:gd name="connsiteY32" fmla="*/ 2129314 h 2524125"/>
                <a:gd name="connsiteX33" fmla="*/ 519377 w 2981325"/>
                <a:gd name="connsiteY33" fmla="*/ 2143601 h 2524125"/>
                <a:gd name="connsiteX34" fmla="*/ 500327 w 2981325"/>
                <a:gd name="connsiteY34" fmla="*/ 2116931 h 2524125"/>
                <a:gd name="connsiteX35" fmla="*/ 489850 w 2981325"/>
                <a:gd name="connsiteY35" fmla="*/ 2106454 h 2524125"/>
                <a:gd name="connsiteX36" fmla="*/ 456512 w 2981325"/>
                <a:gd name="connsiteY36" fmla="*/ 2087404 h 2524125"/>
                <a:gd name="connsiteX37" fmla="*/ 455560 w 2981325"/>
                <a:gd name="connsiteY37" fmla="*/ 2064544 h 2524125"/>
                <a:gd name="connsiteX38" fmla="*/ 430795 w 2981325"/>
                <a:gd name="connsiteY38" fmla="*/ 2036921 h 2524125"/>
                <a:gd name="connsiteX39" fmla="*/ 429842 w 2981325"/>
                <a:gd name="connsiteY39" fmla="*/ 1968341 h 2524125"/>
                <a:gd name="connsiteX40" fmla="*/ 436510 w 2981325"/>
                <a:gd name="connsiteY40" fmla="*/ 1956911 h 2524125"/>
                <a:gd name="connsiteX41" fmla="*/ 412697 w 2981325"/>
                <a:gd name="connsiteY41" fmla="*/ 1601629 h 2524125"/>
                <a:gd name="connsiteX42" fmla="*/ 18362 w 2981325"/>
                <a:gd name="connsiteY42" fmla="*/ 1453991 h 2524125"/>
                <a:gd name="connsiteX43" fmla="*/ 18362 w 2981325"/>
                <a:gd name="connsiteY43" fmla="*/ 1420654 h 2524125"/>
                <a:gd name="connsiteX44" fmla="*/ 8837 w 2981325"/>
                <a:gd name="connsiteY44" fmla="*/ 1404461 h 2524125"/>
                <a:gd name="connsiteX45" fmla="*/ 8837 w 2981325"/>
                <a:gd name="connsiteY45" fmla="*/ 1319689 h 2524125"/>
                <a:gd name="connsiteX46" fmla="*/ 37412 w 2981325"/>
                <a:gd name="connsiteY46" fmla="*/ 1289209 h 2524125"/>
                <a:gd name="connsiteX47" fmla="*/ 126947 w 2981325"/>
                <a:gd name="connsiteY47" fmla="*/ 1273969 h 2524125"/>
                <a:gd name="connsiteX48" fmla="*/ 193622 w 2981325"/>
                <a:gd name="connsiteY48" fmla="*/ 1096804 h 2524125"/>
                <a:gd name="connsiteX49" fmla="*/ 178382 w 2981325"/>
                <a:gd name="connsiteY49" fmla="*/ 1084421 h 2524125"/>
                <a:gd name="connsiteX50" fmla="*/ 178382 w 2981325"/>
                <a:gd name="connsiteY50" fmla="*/ 1004411 h 2524125"/>
                <a:gd name="connsiteX51" fmla="*/ 540332 w 2981325"/>
                <a:gd name="connsiteY51" fmla="*/ 970121 h 2524125"/>
                <a:gd name="connsiteX52" fmla="*/ 589862 w 2981325"/>
                <a:gd name="connsiteY52" fmla="*/ 817721 h 2524125"/>
                <a:gd name="connsiteX53" fmla="*/ 632725 w 2981325"/>
                <a:gd name="connsiteY53" fmla="*/ 787241 h 2524125"/>
                <a:gd name="connsiteX54" fmla="*/ 658442 w 2981325"/>
                <a:gd name="connsiteY54" fmla="*/ 792956 h 2524125"/>
                <a:gd name="connsiteX55" fmla="*/ 776552 w 2981325"/>
                <a:gd name="connsiteY55" fmla="*/ 797719 h 2524125"/>
                <a:gd name="connsiteX56" fmla="*/ 1493785 w 2981325"/>
                <a:gd name="connsiteY56" fmla="*/ 7144 h 2524125"/>
                <a:gd name="connsiteX57" fmla="*/ 2066237 w 2981325"/>
                <a:gd name="connsiteY57" fmla="*/ 7144 h 2524125"/>
                <a:gd name="connsiteX58" fmla="*/ 2062427 w 2981325"/>
                <a:gd name="connsiteY58" fmla="*/ 23336 h 2524125"/>
                <a:gd name="connsiteX59" fmla="*/ 1836685 w 2981325"/>
                <a:gd name="connsiteY59" fmla="*/ 244316 h 2524125"/>
                <a:gd name="connsiteX60" fmla="*/ 2108147 w 2981325"/>
                <a:gd name="connsiteY60" fmla="*/ 323374 h 2524125"/>
                <a:gd name="connsiteX61" fmla="*/ 2803472 w 2981325"/>
                <a:gd name="connsiteY61" fmla="*/ 351949 h 2524125"/>
                <a:gd name="connsiteX62" fmla="*/ 2875862 w 2981325"/>
                <a:gd name="connsiteY62" fmla="*/ 503396 h 2524125"/>
                <a:gd name="connsiteX63" fmla="*/ 2232925 w 2981325"/>
                <a:gd name="connsiteY63" fmla="*/ 814864 h 2524125"/>
                <a:gd name="connsiteX64" fmla="*/ 2232925 w 2981325"/>
                <a:gd name="connsiteY64" fmla="*/ 821531 h 2524125"/>
                <a:gd name="connsiteX65" fmla="*/ 2971112 w 2981325"/>
                <a:gd name="connsiteY65" fmla="*/ 882491 h 2524125"/>
                <a:gd name="connsiteX66" fmla="*/ 2971112 w 2981325"/>
                <a:gd name="connsiteY66" fmla="*/ 1273016 h 2524125"/>
                <a:gd name="connsiteX67" fmla="*/ 2844430 w 2981325"/>
                <a:gd name="connsiteY67" fmla="*/ 1303496 h 2524125"/>
                <a:gd name="connsiteX68" fmla="*/ 2787280 w 2981325"/>
                <a:gd name="connsiteY68" fmla="*/ 1345406 h 2524125"/>
                <a:gd name="connsiteX69" fmla="*/ 2762515 w 2981325"/>
                <a:gd name="connsiteY69" fmla="*/ 1721644 h 2524125"/>
                <a:gd name="connsiteX70" fmla="*/ 2771087 w 2981325"/>
                <a:gd name="connsiteY70" fmla="*/ 1740694 h 2524125"/>
                <a:gd name="connsiteX71" fmla="*/ 2766325 w 2981325"/>
                <a:gd name="connsiteY71" fmla="*/ 1813084 h 2524125"/>
                <a:gd name="connsiteX72" fmla="*/ 2745370 w 2981325"/>
                <a:gd name="connsiteY72" fmla="*/ 1819751 h 2524125"/>
                <a:gd name="connsiteX73" fmla="*/ 2753942 w 2981325"/>
                <a:gd name="connsiteY73" fmla="*/ 1851184 h 2524125"/>
                <a:gd name="connsiteX74" fmla="*/ 2732987 w 2981325"/>
                <a:gd name="connsiteY74" fmla="*/ 1866424 h 2524125"/>
                <a:gd name="connsiteX75" fmla="*/ 2719652 w 2981325"/>
                <a:gd name="connsiteY75" fmla="*/ 1876901 h 2524125"/>
                <a:gd name="connsiteX76" fmla="*/ 2686315 w 2981325"/>
                <a:gd name="connsiteY76" fmla="*/ 1905476 h 2524125"/>
                <a:gd name="connsiteX77" fmla="*/ 2647262 w 2981325"/>
                <a:gd name="connsiteY77" fmla="*/ 1881664 h 2524125"/>
                <a:gd name="connsiteX78" fmla="*/ 2648215 w 2981325"/>
                <a:gd name="connsiteY78" fmla="*/ 1852136 h 2524125"/>
                <a:gd name="connsiteX79" fmla="*/ 2681552 w 2981325"/>
                <a:gd name="connsiteY79" fmla="*/ 1819751 h 2524125"/>
                <a:gd name="connsiteX80" fmla="*/ 2657740 w 2981325"/>
                <a:gd name="connsiteY80" fmla="*/ 1808321 h 2524125"/>
                <a:gd name="connsiteX81" fmla="*/ 2655835 w 2981325"/>
                <a:gd name="connsiteY81" fmla="*/ 1737836 h 2524125"/>
                <a:gd name="connsiteX82" fmla="*/ 2665360 w 2981325"/>
                <a:gd name="connsiteY82" fmla="*/ 1716881 h 2524125"/>
                <a:gd name="connsiteX83" fmla="*/ 2637737 w 2981325"/>
                <a:gd name="connsiteY83" fmla="*/ 1353026 h 2524125"/>
                <a:gd name="connsiteX84" fmla="*/ 2597732 w 2981325"/>
                <a:gd name="connsiteY84" fmla="*/ 1299686 h 2524125"/>
                <a:gd name="connsiteX85" fmla="*/ 2113862 w 2981325"/>
                <a:gd name="connsiteY85" fmla="*/ 1382554 h 2524125"/>
                <a:gd name="connsiteX86" fmla="*/ 1928125 w 2981325"/>
                <a:gd name="connsiteY86" fmla="*/ 1472089 h 2524125"/>
                <a:gd name="connsiteX87" fmla="*/ 1928125 w 2981325"/>
                <a:gd name="connsiteY87" fmla="*/ 1535906 h 2524125"/>
                <a:gd name="connsiteX88" fmla="*/ 1882405 w 2981325"/>
                <a:gd name="connsiteY88" fmla="*/ 1553051 h 2524125"/>
                <a:gd name="connsiteX89" fmla="*/ 1850972 w 2981325"/>
                <a:gd name="connsiteY89" fmla="*/ 1602581 h 2524125"/>
                <a:gd name="connsiteX90" fmla="*/ 1850972 w 2981325"/>
                <a:gd name="connsiteY90" fmla="*/ 1650206 h 2524125"/>
                <a:gd name="connsiteX91" fmla="*/ 1631897 w 2981325"/>
                <a:gd name="connsiteY91" fmla="*/ 1680686 h 2524125"/>
                <a:gd name="connsiteX92" fmla="*/ 1619515 w 2981325"/>
                <a:gd name="connsiteY92" fmla="*/ 1712119 h 2524125"/>
                <a:gd name="connsiteX93" fmla="*/ 1468067 w 2981325"/>
                <a:gd name="connsiteY93" fmla="*/ 1763554 h 2524125"/>
                <a:gd name="connsiteX94" fmla="*/ 1402345 w 2981325"/>
                <a:gd name="connsiteY94" fmla="*/ 1839754 h 2524125"/>
                <a:gd name="connsiteX95" fmla="*/ 1373770 w 2981325"/>
                <a:gd name="connsiteY95" fmla="*/ 2312194 h 2524125"/>
                <a:gd name="connsiteX96" fmla="*/ 1382342 w 2981325"/>
                <a:gd name="connsiteY96" fmla="*/ 2323624 h 2524125"/>
                <a:gd name="connsiteX97" fmla="*/ 1382342 w 2981325"/>
                <a:gd name="connsiteY97" fmla="*/ 2423636 h 2524125"/>
                <a:gd name="connsiteX98" fmla="*/ 1358530 w 2981325"/>
                <a:gd name="connsiteY98" fmla="*/ 2450306 h 2524125"/>
                <a:gd name="connsiteX99" fmla="*/ 1377580 w 2981325"/>
                <a:gd name="connsiteY99" fmla="*/ 2485549 h 2524125"/>
                <a:gd name="connsiteX100" fmla="*/ 1342337 w 2981325"/>
                <a:gd name="connsiteY100" fmla="*/ 2519839 h 2524125"/>
                <a:gd name="connsiteX101" fmla="*/ 1289950 w 2981325"/>
                <a:gd name="connsiteY101" fmla="*/ 2501741 h 2524125"/>
                <a:gd name="connsiteX102" fmla="*/ 1282330 w 2981325"/>
                <a:gd name="connsiteY102" fmla="*/ 2480786 h 2524125"/>
                <a:gd name="connsiteX103" fmla="*/ 1254707 w 2981325"/>
                <a:gd name="connsiteY103" fmla="*/ 2467451 h 2524125"/>
                <a:gd name="connsiteX104" fmla="*/ 1254707 w 2981325"/>
                <a:gd name="connsiteY104" fmla="*/ 2445544 h 2524125"/>
                <a:gd name="connsiteX105" fmla="*/ 1262327 w 2981325"/>
                <a:gd name="connsiteY105" fmla="*/ 2433161 h 2524125"/>
                <a:gd name="connsiteX106" fmla="*/ 1234705 w 2981325"/>
                <a:gd name="connsiteY106" fmla="*/ 2422684 h 2524125"/>
                <a:gd name="connsiteX107" fmla="*/ 1234705 w 2981325"/>
                <a:gd name="connsiteY107" fmla="*/ 2325529 h 2524125"/>
                <a:gd name="connsiteX108" fmla="*/ 1244230 w 2981325"/>
                <a:gd name="connsiteY108" fmla="*/ 2312194 h 2524125"/>
                <a:gd name="connsiteX109" fmla="*/ 1210892 w 2981325"/>
                <a:gd name="connsiteY109" fmla="*/ 1837849 h 2524125"/>
                <a:gd name="connsiteX110" fmla="*/ 1173745 w 2981325"/>
                <a:gd name="connsiteY110" fmla="*/ 1786414 h 2524125"/>
                <a:gd name="connsiteX111" fmla="*/ 1097545 w 2981325"/>
                <a:gd name="connsiteY111" fmla="*/ 1792129 h 2524125"/>
                <a:gd name="connsiteX112" fmla="*/ 1021345 w 2981325"/>
                <a:gd name="connsiteY112" fmla="*/ 1767364 h 2524125"/>
                <a:gd name="connsiteX113" fmla="*/ 942287 w 2981325"/>
                <a:gd name="connsiteY113" fmla="*/ 1777841 h 2524125"/>
                <a:gd name="connsiteX114" fmla="*/ 813700 w 2981325"/>
                <a:gd name="connsiteY114" fmla="*/ 2176939 h 2524125"/>
                <a:gd name="connsiteX115" fmla="*/ 815605 w 2981325"/>
                <a:gd name="connsiteY115" fmla="*/ 2191226 h 2524125"/>
                <a:gd name="connsiteX116" fmla="*/ 835607 w 2981325"/>
                <a:gd name="connsiteY116" fmla="*/ 2196941 h 2524125"/>
                <a:gd name="connsiteX117" fmla="*/ 823225 w 2981325"/>
                <a:gd name="connsiteY117" fmla="*/ 1766411 h 2524125"/>
                <a:gd name="connsiteX118" fmla="*/ 816557 w 2981325"/>
                <a:gd name="connsiteY118" fmla="*/ 1763554 h 2524125"/>
                <a:gd name="connsiteX119" fmla="*/ 812747 w 2981325"/>
                <a:gd name="connsiteY119" fmla="*/ 2140744 h 2524125"/>
                <a:gd name="connsiteX120" fmla="*/ 928000 w 2981325"/>
                <a:gd name="connsiteY120" fmla="*/ 1778794 h 2524125"/>
                <a:gd name="connsiteX121" fmla="*/ 928000 w 2981325"/>
                <a:gd name="connsiteY121" fmla="*/ 1778794 h 2524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981325" h="2524125">
                  <a:moveTo>
                    <a:pt x="928000" y="1778794"/>
                  </a:moveTo>
                  <a:cubicBezTo>
                    <a:pt x="921332" y="1779746"/>
                    <a:pt x="915617" y="1779746"/>
                    <a:pt x="911807" y="1779746"/>
                  </a:cubicBezTo>
                  <a:lnTo>
                    <a:pt x="906092" y="1794034"/>
                  </a:lnTo>
                  <a:lnTo>
                    <a:pt x="906092" y="2191226"/>
                  </a:lnTo>
                  <a:lnTo>
                    <a:pt x="1111832" y="1790224"/>
                  </a:lnTo>
                  <a:cubicBezTo>
                    <a:pt x="1111832" y="1790224"/>
                    <a:pt x="1124215" y="1789271"/>
                    <a:pt x="1126120" y="1788319"/>
                  </a:cubicBezTo>
                  <a:lnTo>
                    <a:pt x="906092" y="2217896"/>
                  </a:lnTo>
                  <a:lnTo>
                    <a:pt x="906092" y="2229326"/>
                  </a:lnTo>
                  <a:cubicBezTo>
                    <a:pt x="906092" y="2229326"/>
                    <a:pt x="936572" y="2250281"/>
                    <a:pt x="942287" y="2257901"/>
                  </a:cubicBezTo>
                  <a:lnTo>
                    <a:pt x="942287" y="2325529"/>
                  </a:lnTo>
                  <a:cubicBezTo>
                    <a:pt x="942287" y="2347436"/>
                    <a:pt x="856562" y="2347436"/>
                    <a:pt x="840370" y="2346484"/>
                  </a:cubicBezTo>
                  <a:cubicBezTo>
                    <a:pt x="837512" y="2344579"/>
                    <a:pt x="817510" y="2336006"/>
                    <a:pt x="793697" y="2325529"/>
                  </a:cubicBezTo>
                  <a:cubicBezTo>
                    <a:pt x="766075" y="2339816"/>
                    <a:pt x="747025" y="2338864"/>
                    <a:pt x="737500" y="2331244"/>
                  </a:cubicBezTo>
                  <a:cubicBezTo>
                    <a:pt x="727022" y="2322671"/>
                    <a:pt x="729880" y="2316004"/>
                    <a:pt x="729880" y="2313146"/>
                  </a:cubicBezTo>
                  <a:cubicBezTo>
                    <a:pt x="729880" y="2310289"/>
                    <a:pt x="733690" y="2305526"/>
                    <a:pt x="733690" y="2305526"/>
                  </a:cubicBezTo>
                  <a:lnTo>
                    <a:pt x="729880" y="2303621"/>
                  </a:lnTo>
                  <a:cubicBezTo>
                    <a:pt x="673682" y="2314099"/>
                    <a:pt x="668920" y="2304574"/>
                    <a:pt x="667015" y="2299811"/>
                  </a:cubicBezTo>
                  <a:cubicBezTo>
                    <a:pt x="665110" y="2295049"/>
                    <a:pt x="669872" y="2289334"/>
                    <a:pt x="671777" y="2285524"/>
                  </a:cubicBezTo>
                  <a:cubicBezTo>
                    <a:pt x="665110" y="2287429"/>
                    <a:pt x="651775" y="2287429"/>
                    <a:pt x="641297" y="2285524"/>
                  </a:cubicBezTo>
                  <a:cubicBezTo>
                    <a:pt x="630820" y="2284571"/>
                    <a:pt x="620342" y="2264569"/>
                    <a:pt x="620342" y="2259806"/>
                  </a:cubicBezTo>
                  <a:cubicBezTo>
                    <a:pt x="621295" y="2255996"/>
                    <a:pt x="626057" y="2253139"/>
                    <a:pt x="634630" y="2253139"/>
                  </a:cubicBezTo>
                  <a:cubicBezTo>
                    <a:pt x="643202" y="2253139"/>
                    <a:pt x="667967" y="2256949"/>
                    <a:pt x="678445" y="2256949"/>
                  </a:cubicBezTo>
                  <a:cubicBezTo>
                    <a:pt x="686065" y="2257901"/>
                    <a:pt x="689875" y="2256949"/>
                    <a:pt x="695590" y="2254091"/>
                  </a:cubicBezTo>
                  <a:lnTo>
                    <a:pt x="695590" y="2201704"/>
                  </a:lnTo>
                  <a:cubicBezTo>
                    <a:pt x="707020" y="2195036"/>
                    <a:pt x="726070" y="2183606"/>
                    <a:pt x="744167" y="2180749"/>
                  </a:cubicBezTo>
                  <a:cubicBezTo>
                    <a:pt x="744167" y="2152174"/>
                    <a:pt x="726070" y="1721644"/>
                    <a:pt x="726070" y="1721644"/>
                  </a:cubicBezTo>
                  <a:lnTo>
                    <a:pt x="556525" y="1656874"/>
                  </a:lnTo>
                  <a:cubicBezTo>
                    <a:pt x="553667" y="1714024"/>
                    <a:pt x="547000" y="1935956"/>
                    <a:pt x="547952" y="1962626"/>
                  </a:cubicBezTo>
                  <a:cubicBezTo>
                    <a:pt x="550810" y="1963579"/>
                    <a:pt x="551762" y="1966436"/>
                    <a:pt x="552715" y="1973104"/>
                  </a:cubicBezTo>
                  <a:cubicBezTo>
                    <a:pt x="552715" y="1984534"/>
                    <a:pt x="549857" y="2050256"/>
                    <a:pt x="547952" y="2057876"/>
                  </a:cubicBezTo>
                  <a:cubicBezTo>
                    <a:pt x="547000" y="2058829"/>
                    <a:pt x="542237" y="2060734"/>
                    <a:pt x="536522" y="2062639"/>
                  </a:cubicBezTo>
                  <a:cubicBezTo>
                    <a:pt x="547952" y="2069306"/>
                    <a:pt x="565097" y="2084546"/>
                    <a:pt x="569860" y="2091214"/>
                  </a:cubicBezTo>
                  <a:cubicBezTo>
                    <a:pt x="575575" y="2099786"/>
                    <a:pt x="574622" y="2123599"/>
                    <a:pt x="572717" y="2129314"/>
                  </a:cubicBezTo>
                  <a:cubicBezTo>
                    <a:pt x="552715" y="2145506"/>
                    <a:pt x="526045" y="2143601"/>
                    <a:pt x="519377" y="2143601"/>
                  </a:cubicBezTo>
                  <a:cubicBezTo>
                    <a:pt x="499375" y="2141696"/>
                    <a:pt x="500327" y="2120741"/>
                    <a:pt x="500327" y="2116931"/>
                  </a:cubicBezTo>
                  <a:cubicBezTo>
                    <a:pt x="500327" y="2113121"/>
                    <a:pt x="492707" y="2106454"/>
                    <a:pt x="489850" y="2106454"/>
                  </a:cubicBezTo>
                  <a:cubicBezTo>
                    <a:pt x="462227" y="2110264"/>
                    <a:pt x="457465" y="2094071"/>
                    <a:pt x="456512" y="2087404"/>
                  </a:cubicBezTo>
                  <a:cubicBezTo>
                    <a:pt x="455560" y="2082641"/>
                    <a:pt x="455560" y="2073116"/>
                    <a:pt x="455560" y="2064544"/>
                  </a:cubicBezTo>
                  <a:cubicBezTo>
                    <a:pt x="442225" y="2055971"/>
                    <a:pt x="429842" y="2047399"/>
                    <a:pt x="430795" y="2036921"/>
                  </a:cubicBezTo>
                  <a:lnTo>
                    <a:pt x="429842" y="1968341"/>
                  </a:lnTo>
                  <a:lnTo>
                    <a:pt x="436510" y="1956911"/>
                  </a:lnTo>
                  <a:cubicBezTo>
                    <a:pt x="439367" y="1902619"/>
                    <a:pt x="418412" y="1661636"/>
                    <a:pt x="412697" y="1601629"/>
                  </a:cubicBezTo>
                  <a:lnTo>
                    <a:pt x="18362" y="1453991"/>
                  </a:lnTo>
                  <a:lnTo>
                    <a:pt x="18362" y="1420654"/>
                  </a:lnTo>
                  <a:cubicBezTo>
                    <a:pt x="18362" y="1420654"/>
                    <a:pt x="12647" y="1412081"/>
                    <a:pt x="8837" y="1404461"/>
                  </a:cubicBezTo>
                  <a:cubicBezTo>
                    <a:pt x="5027" y="1395889"/>
                    <a:pt x="8837" y="1336834"/>
                    <a:pt x="8837" y="1319689"/>
                  </a:cubicBezTo>
                  <a:cubicBezTo>
                    <a:pt x="8837" y="1303496"/>
                    <a:pt x="21220" y="1292066"/>
                    <a:pt x="37412" y="1289209"/>
                  </a:cubicBezTo>
                  <a:cubicBezTo>
                    <a:pt x="53605" y="1286351"/>
                    <a:pt x="107897" y="1279684"/>
                    <a:pt x="126947" y="1273969"/>
                  </a:cubicBezTo>
                  <a:cubicBezTo>
                    <a:pt x="145997" y="1268254"/>
                    <a:pt x="212672" y="1221581"/>
                    <a:pt x="193622" y="1096804"/>
                  </a:cubicBezTo>
                  <a:lnTo>
                    <a:pt x="178382" y="1084421"/>
                  </a:lnTo>
                  <a:lnTo>
                    <a:pt x="178382" y="1004411"/>
                  </a:lnTo>
                  <a:lnTo>
                    <a:pt x="540332" y="970121"/>
                  </a:lnTo>
                  <a:cubicBezTo>
                    <a:pt x="559382" y="942499"/>
                    <a:pt x="589862" y="868204"/>
                    <a:pt x="589862" y="817721"/>
                  </a:cubicBezTo>
                  <a:cubicBezTo>
                    <a:pt x="599387" y="809149"/>
                    <a:pt x="621295" y="791051"/>
                    <a:pt x="632725" y="787241"/>
                  </a:cubicBezTo>
                  <a:cubicBezTo>
                    <a:pt x="644155" y="783431"/>
                    <a:pt x="650822" y="789146"/>
                    <a:pt x="658442" y="792956"/>
                  </a:cubicBezTo>
                  <a:cubicBezTo>
                    <a:pt x="666062" y="796766"/>
                    <a:pt x="673682" y="806291"/>
                    <a:pt x="776552" y="797719"/>
                  </a:cubicBezTo>
                  <a:cubicBezTo>
                    <a:pt x="826082" y="751999"/>
                    <a:pt x="1493785" y="7144"/>
                    <a:pt x="1493785" y="7144"/>
                  </a:cubicBezTo>
                  <a:lnTo>
                    <a:pt x="2066237" y="7144"/>
                  </a:lnTo>
                  <a:cubicBezTo>
                    <a:pt x="2073857" y="7144"/>
                    <a:pt x="2070047" y="15716"/>
                    <a:pt x="2062427" y="23336"/>
                  </a:cubicBezTo>
                  <a:cubicBezTo>
                    <a:pt x="2015755" y="69056"/>
                    <a:pt x="1848115" y="231934"/>
                    <a:pt x="1836685" y="244316"/>
                  </a:cubicBezTo>
                  <a:cubicBezTo>
                    <a:pt x="1855735" y="258604"/>
                    <a:pt x="1949080" y="323374"/>
                    <a:pt x="2108147" y="323374"/>
                  </a:cubicBezTo>
                  <a:cubicBezTo>
                    <a:pt x="2267215" y="323374"/>
                    <a:pt x="2768230" y="351949"/>
                    <a:pt x="2803472" y="351949"/>
                  </a:cubicBezTo>
                  <a:cubicBezTo>
                    <a:pt x="2851097" y="351949"/>
                    <a:pt x="3009212" y="366236"/>
                    <a:pt x="2875862" y="503396"/>
                  </a:cubicBezTo>
                  <a:cubicBezTo>
                    <a:pt x="2862527" y="516731"/>
                    <a:pt x="2546297" y="827246"/>
                    <a:pt x="2232925" y="814864"/>
                  </a:cubicBezTo>
                  <a:lnTo>
                    <a:pt x="2232925" y="821531"/>
                  </a:lnTo>
                  <a:cubicBezTo>
                    <a:pt x="2232925" y="821531"/>
                    <a:pt x="2724415" y="797719"/>
                    <a:pt x="2971112" y="882491"/>
                  </a:cubicBezTo>
                  <a:cubicBezTo>
                    <a:pt x="2973017" y="897731"/>
                    <a:pt x="2985400" y="1216819"/>
                    <a:pt x="2971112" y="1273016"/>
                  </a:cubicBezTo>
                  <a:cubicBezTo>
                    <a:pt x="2965397" y="1279684"/>
                    <a:pt x="2950157" y="1296829"/>
                    <a:pt x="2844430" y="1303496"/>
                  </a:cubicBezTo>
                  <a:cubicBezTo>
                    <a:pt x="2840620" y="1305401"/>
                    <a:pt x="2794900" y="1335881"/>
                    <a:pt x="2787280" y="1345406"/>
                  </a:cubicBezTo>
                  <a:cubicBezTo>
                    <a:pt x="2782517" y="1370171"/>
                    <a:pt x="2764420" y="1516856"/>
                    <a:pt x="2762515" y="1721644"/>
                  </a:cubicBezTo>
                  <a:lnTo>
                    <a:pt x="2771087" y="1740694"/>
                  </a:lnTo>
                  <a:lnTo>
                    <a:pt x="2766325" y="1813084"/>
                  </a:lnTo>
                  <a:cubicBezTo>
                    <a:pt x="2766325" y="1813084"/>
                    <a:pt x="2757752" y="1816894"/>
                    <a:pt x="2745370" y="1819751"/>
                  </a:cubicBezTo>
                  <a:cubicBezTo>
                    <a:pt x="2758705" y="1830229"/>
                    <a:pt x="2754895" y="1845469"/>
                    <a:pt x="2753942" y="1851184"/>
                  </a:cubicBezTo>
                  <a:cubicBezTo>
                    <a:pt x="2752990" y="1857851"/>
                    <a:pt x="2738702" y="1865471"/>
                    <a:pt x="2732987" y="1866424"/>
                  </a:cubicBezTo>
                  <a:cubicBezTo>
                    <a:pt x="2728225" y="1867376"/>
                    <a:pt x="2720605" y="1868329"/>
                    <a:pt x="2719652" y="1876901"/>
                  </a:cubicBezTo>
                  <a:cubicBezTo>
                    <a:pt x="2717747" y="1898809"/>
                    <a:pt x="2696792" y="1904524"/>
                    <a:pt x="2686315" y="1905476"/>
                  </a:cubicBezTo>
                  <a:cubicBezTo>
                    <a:pt x="2668217" y="1905476"/>
                    <a:pt x="2649167" y="1886426"/>
                    <a:pt x="2647262" y="1881664"/>
                  </a:cubicBezTo>
                  <a:cubicBezTo>
                    <a:pt x="2645357" y="1877854"/>
                    <a:pt x="2643452" y="1859756"/>
                    <a:pt x="2648215" y="1852136"/>
                  </a:cubicBezTo>
                  <a:cubicBezTo>
                    <a:pt x="2652025" y="1845469"/>
                    <a:pt x="2672980" y="1828324"/>
                    <a:pt x="2681552" y="1819751"/>
                  </a:cubicBezTo>
                  <a:cubicBezTo>
                    <a:pt x="2672980" y="1816894"/>
                    <a:pt x="2665360" y="1814036"/>
                    <a:pt x="2657740" y="1808321"/>
                  </a:cubicBezTo>
                  <a:lnTo>
                    <a:pt x="2655835" y="1737836"/>
                  </a:lnTo>
                  <a:lnTo>
                    <a:pt x="2665360" y="1716881"/>
                  </a:lnTo>
                  <a:cubicBezTo>
                    <a:pt x="2664407" y="1698784"/>
                    <a:pt x="2653930" y="1426369"/>
                    <a:pt x="2637737" y="1353026"/>
                  </a:cubicBezTo>
                  <a:cubicBezTo>
                    <a:pt x="2633927" y="1339691"/>
                    <a:pt x="2611067" y="1308259"/>
                    <a:pt x="2597732" y="1299686"/>
                  </a:cubicBezTo>
                  <a:cubicBezTo>
                    <a:pt x="2560585" y="1303496"/>
                    <a:pt x="2151010" y="1376839"/>
                    <a:pt x="2113862" y="1382554"/>
                  </a:cubicBezTo>
                  <a:cubicBezTo>
                    <a:pt x="2076715" y="1388269"/>
                    <a:pt x="1928125" y="1428274"/>
                    <a:pt x="1928125" y="1472089"/>
                  </a:cubicBezTo>
                  <a:lnTo>
                    <a:pt x="1928125" y="1535906"/>
                  </a:lnTo>
                  <a:cubicBezTo>
                    <a:pt x="1928125" y="1535906"/>
                    <a:pt x="1896692" y="1551146"/>
                    <a:pt x="1882405" y="1553051"/>
                  </a:cubicBezTo>
                  <a:cubicBezTo>
                    <a:pt x="1875737" y="1556861"/>
                    <a:pt x="1850972" y="1602581"/>
                    <a:pt x="1850972" y="1602581"/>
                  </a:cubicBezTo>
                  <a:lnTo>
                    <a:pt x="1850972" y="1650206"/>
                  </a:lnTo>
                  <a:lnTo>
                    <a:pt x="1631897" y="1680686"/>
                  </a:lnTo>
                  <a:lnTo>
                    <a:pt x="1619515" y="1712119"/>
                  </a:lnTo>
                  <a:cubicBezTo>
                    <a:pt x="1619515" y="1712119"/>
                    <a:pt x="1524265" y="1738789"/>
                    <a:pt x="1468067" y="1763554"/>
                  </a:cubicBezTo>
                  <a:cubicBezTo>
                    <a:pt x="1449017" y="1781651"/>
                    <a:pt x="1411870" y="1817846"/>
                    <a:pt x="1402345" y="1839754"/>
                  </a:cubicBezTo>
                  <a:cubicBezTo>
                    <a:pt x="1402345" y="1839754"/>
                    <a:pt x="1379485" y="2029301"/>
                    <a:pt x="1373770" y="2312194"/>
                  </a:cubicBezTo>
                  <a:lnTo>
                    <a:pt x="1382342" y="2323624"/>
                  </a:lnTo>
                  <a:lnTo>
                    <a:pt x="1382342" y="2423636"/>
                  </a:lnTo>
                  <a:cubicBezTo>
                    <a:pt x="1382342" y="2428399"/>
                    <a:pt x="1370912" y="2441734"/>
                    <a:pt x="1358530" y="2450306"/>
                  </a:cubicBezTo>
                  <a:cubicBezTo>
                    <a:pt x="1374722" y="2462689"/>
                    <a:pt x="1378532" y="2473166"/>
                    <a:pt x="1377580" y="2485549"/>
                  </a:cubicBezTo>
                  <a:cubicBezTo>
                    <a:pt x="1376627" y="2503646"/>
                    <a:pt x="1353767" y="2518886"/>
                    <a:pt x="1342337" y="2519839"/>
                  </a:cubicBezTo>
                  <a:cubicBezTo>
                    <a:pt x="1325192" y="2521744"/>
                    <a:pt x="1293760" y="2513171"/>
                    <a:pt x="1289950" y="2501741"/>
                  </a:cubicBezTo>
                  <a:cubicBezTo>
                    <a:pt x="1286140" y="2489359"/>
                    <a:pt x="1285187" y="2486501"/>
                    <a:pt x="1282330" y="2480786"/>
                  </a:cubicBezTo>
                  <a:cubicBezTo>
                    <a:pt x="1277567" y="2476024"/>
                    <a:pt x="1256612" y="2471261"/>
                    <a:pt x="1254707" y="2467451"/>
                  </a:cubicBezTo>
                  <a:cubicBezTo>
                    <a:pt x="1252802" y="2463641"/>
                    <a:pt x="1251850" y="2453164"/>
                    <a:pt x="1254707" y="2445544"/>
                  </a:cubicBezTo>
                  <a:cubicBezTo>
                    <a:pt x="1256612" y="2439829"/>
                    <a:pt x="1259470" y="2436019"/>
                    <a:pt x="1262327" y="2433161"/>
                  </a:cubicBezTo>
                  <a:cubicBezTo>
                    <a:pt x="1246135" y="2427446"/>
                    <a:pt x="1234705" y="2422684"/>
                    <a:pt x="1234705" y="2422684"/>
                  </a:cubicBezTo>
                  <a:lnTo>
                    <a:pt x="1234705" y="2325529"/>
                  </a:lnTo>
                  <a:lnTo>
                    <a:pt x="1244230" y="2312194"/>
                  </a:lnTo>
                  <a:cubicBezTo>
                    <a:pt x="1244230" y="2312194"/>
                    <a:pt x="1222322" y="1866424"/>
                    <a:pt x="1210892" y="1837849"/>
                  </a:cubicBezTo>
                  <a:cubicBezTo>
                    <a:pt x="1199462" y="1816894"/>
                    <a:pt x="1186127" y="1797844"/>
                    <a:pt x="1173745" y="1786414"/>
                  </a:cubicBezTo>
                  <a:cubicBezTo>
                    <a:pt x="1161362" y="1785461"/>
                    <a:pt x="1112785" y="1793081"/>
                    <a:pt x="1097545" y="1792129"/>
                  </a:cubicBezTo>
                  <a:cubicBezTo>
                    <a:pt x="1082305" y="1791176"/>
                    <a:pt x="1039442" y="1775936"/>
                    <a:pt x="1021345" y="1767364"/>
                  </a:cubicBezTo>
                  <a:cubicBezTo>
                    <a:pt x="1008010" y="1768316"/>
                    <a:pt x="969910" y="1774031"/>
                    <a:pt x="942287" y="1777841"/>
                  </a:cubicBezTo>
                  <a:lnTo>
                    <a:pt x="813700" y="2176939"/>
                  </a:lnTo>
                  <a:cubicBezTo>
                    <a:pt x="814652" y="2183606"/>
                    <a:pt x="814652" y="2189321"/>
                    <a:pt x="815605" y="2191226"/>
                  </a:cubicBezTo>
                  <a:cubicBezTo>
                    <a:pt x="819415" y="2194084"/>
                    <a:pt x="826082" y="2198846"/>
                    <a:pt x="835607" y="2196941"/>
                  </a:cubicBezTo>
                  <a:cubicBezTo>
                    <a:pt x="834655" y="2181701"/>
                    <a:pt x="823225" y="1766411"/>
                    <a:pt x="823225" y="1766411"/>
                  </a:cubicBezTo>
                  <a:lnTo>
                    <a:pt x="816557" y="1763554"/>
                  </a:lnTo>
                  <a:cubicBezTo>
                    <a:pt x="815605" y="1775936"/>
                    <a:pt x="809890" y="2029301"/>
                    <a:pt x="812747" y="2140744"/>
                  </a:cubicBezTo>
                  <a:lnTo>
                    <a:pt x="928000" y="1778794"/>
                  </a:lnTo>
                  <a:lnTo>
                    <a:pt x="928000" y="1778794"/>
                  </a:ln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4" name="Graphic 83">
              <a:extLst>
                <a:ext uri="{FF2B5EF4-FFF2-40B4-BE49-F238E27FC236}">
                  <a16:creationId xmlns:a16="http://schemas.microsoft.com/office/drawing/2014/main" id="{6B5916E5-980B-061C-BC44-CDAB9D7FA6ED}"/>
                </a:ext>
              </a:extLst>
            </p:cNvPr>
            <p:cNvSpPr/>
            <p:nvPr/>
          </p:nvSpPr>
          <p:spPr>
            <a:xfrm rot="19764828">
              <a:off x="3520546" y="1591311"/>
              <a:ext cx="565132" cy="1767260"/>
            </a:xfrm>
            <a:custGeom>
              <a:avLst/>
              <a:gdLst>
                <a:gd name="connsiteX0" fmla="*/ 499365 w 952500"/>
                <a:gd name="connsiteY0" fmla="*/ 2957036 h 2971800"/>
                <a:gd name="connsiteX1" fmla="*/ 492697 w 952500"/>
                <a:gd name="connsiteY1" fmla="*/ 2951321 h 2971800"/>
                <a:gd name="connsiteX2" fmla="*/ 492697 w 952500"/>
                <a:gd name="connsiteY2" fmla="*/ 2938939 h 2971800"/>
                <a:gd name="connsiteX3" fmla="*/ 950850 w 952500"/>
                <a:gd name="connsiteY3" fmla="*/ 2687479 h 2971800"/>
                <a:gd name="connsiteX4" fmla="*/ 810832 w 952500"/>
                <a:gd name="connsiteY4" fmla="*/ 2307431 h 2971800"/>
                <a:gd name="connsiteX5" fmla="*/ 818452 w 952500"/>
                <a:gd name="connsiteY5" fmla="*/ 2080736 h 2971800"/>
                <a:gd name="connsiteX6" fmla="*/ 872745 w 952500"/>
                <a:gd name="connsiteY6" fmla="*/ 1876901 h 2971800"/>
                <a:gd name="connsiteX7" fmla="*/ 833692 w 952500"/>
                <a:gd name="connsiteY7" fmla="*/ 1751171 h 2971800"/>
                <a:gd name="connsiteX8" fmla="*/ 808927 w 952500"/>
                <a:gd name="connsiteY8" fmla="*/ 1747361 h 2971800"/>
                <a:gd name="connsiteX9" fmla="*/ 640335 w 952500"/>
                <a:gd name="connsiteY9" fmla="*/ 1973104 h 2971800"/>
                <a:gd name="connsiteX10" fmla="*/ 554610 w 952500"/>
                <a:gd name="connsiteY10" fmla="*/ 1868329 h 2971800"/>
                <a:gd name="connsiteX11" fmla="*/ 518415 w 952500"/>
                <a:gd name="connsiteY11" fmla="*/ 544354 h 2971800"/>
                <a:gd name="connsiteX12" fmla="*/ 526035 w 952500"/>
                <a:gd name="connsiteY12" fmla="*/ 487204 h 2971800"/>
                <a:gd name="connsiteX13" fmla="*/ 564135 w 952500"/>
                <a:gd name="connsiteY13" fmla="*/ 420529 h 2971800"/>
                <a:gd name="connsiteX14" fmla="*/ 559372 w 952500"/>
                <a:gd name="connsiteY14" fmla="*/ 163354 h 2971800"/>
                <a:gd name="connsiteX15" fmla="*/ 600330 w 952500"/>
                <a:gd name="connsiteY15" fmla="*/ 7144 h 2971800"/>
                <a:gd name="connsiteX16" fmla="*/ 518415 w 952500"/>
                <a:gd name="connsiteY16" fmla="*/ 49054 h 2971800"/>
                <a:gd name="connsiteX17" fmla="*/ 493650 w 952500"/>
                <a:gd name="connsiteY17" fmla="*/ 91916 h 2971800"/>
                <a:gd name="connsiteX18" fmla="*/ 474600 w 952500"/>
                <a:gd name="connsiteY18" fmla="*/ 81439 h 2971800"/>
                <a:gd name="connsiteX19" fmla="*/ 475552 w 952500"/>
                <a:gd name="connsiteY19" fmla="*/ 64294 h 2971800"/>
                <a:gd name="connsiteX20" fmla="*/ 448882 w 952500"/>
                <a:gd name="connsiteY20" fmla="*/ 65246 h 2971800"/>
                <a:gd name="connsiteX21" fmla="*/ 444120 w 952500"/>
                <a:gd name="connsiteY21" fmla="*/ 72866 h 2971800"/>
                <a:gd name="connsiteX22" fmla="*/ 440310 w 952500"/>
                <a:gd name="connsiteY22" fmla="*/ 81439 h 2971800"/>
                <a:gd name="connsiteX23" fmla="*/ 453645 w 952500"/>
                <a:gd name="connsiteY23" fmla="*/ 104299 h 2971800"/>
                <a:gd name="connsiteX24" fmla="*/ 467932 w 952500"/>
                <a:gd name="connsiteY24" fmla="*/ 93821 h 2971800"/>
                <a:gd name="connsiteX25" fmla="*/ 486982 w 952500"/>
                <a:gd name="connsiteY25" fmla="*/ 104299 h 2971800"/>
                <a:gd name="connsiteX26" fmla="*/ 461265 w 952500"/>
                <a:gd name="connsiteY26" fmla="*/ 151924 h 2971800"/>
                <a:gd name="connsiteX27" fmla="*/ 442215 w 952500"/>
                <a:gd name="connsiteY27" fmla="*/ 141446 h 2971800"/>
                <a:gd name="connsiteX28" fmla="*/ 443167 w 952500"/>
                <a:gd name="connsiteY28" fmla="*/ 124301 h 2971800"/>
                <a:gd name="connsiteX29" fmla="*/ 416497 w 952500"/>
                <a:gd name="connsiteY29" fmla="*/ 125254 h 2971800"/>
                <a:gd name="connsiteX30" fmla="*/ 411735 w 952500"/>
                <a:gd name="connsiteY30" fmla="*/ 132874 h 2971800"/>
                <a:gd name="connsiteX31" fmla="*/ 407925 w 952500"/>
                <a:gd name="connsiteY31" fmla="*/ 141446 h 2971800"/>
                <a:gd name="connsiteX32" fmla="*/ 421260 w 952500"/>
                <a:gd name="connsiteY32" fmla="*/ 164306 h 2971800"/>
                <a:gd name="connsiteX33" fmla="*/ 435547 w 952500"/>
                <a:gd name="connsiteY33" fmla="*/ 153829 h 2971800"/>
                <a:gd name="connsiteX34" fmla="*/ 454597 w 952500"/>
                <a:gd name="connsiteY34" fmla="*/ 164306 h 2971800"/>
                <a:gd name="connsiteX35" fmla="*/ 429832 w 952500"/>
                <a:gd name="connsiteY35" fmla="*/ 212884 h 2971800"/>
                <a:gd name="connsiteX36" fmla="*/ 410782 w 952500"/>
                <a:gd name="connsiteY36" fmla="*/ 202406 h 2971800"/>
                <a:gd name="connsiteX37" fmla="*/ 411735 w 952500"/>
                <a:gd name="connsiteY37" fmla="*/ 185261 h 2971800"/>
                <a:gd name="connsiteX38" fmla="*/ 385065 w 952500"/>
                <a:gd name="connsiteY38" fmla="*/ 186214 h 2971800"/>
                <a:gd name="connsiteX39" fmla="*/ 380302 w 952500"/>
                <a:gd name="connsiteY39" fmla="*/ 193834 h 2971800"/>
                <a:gd name="connsiteX40" fmla="*/ 377445 w 952500"/>
                <a:gd name="connsiteY40" fmla="*/ 200501 h 2971800"/>
                <a:gd name="connsiteX41" fmla="*/ 390780 w 952500"/>
                <a:gd name="connsiteY41" fmla="*/ 223361 h 2971800"/>
                <a:gd name="connsiteX42" fmla="*/ 405067 w 952500"/>
                <a:gd name="connsiteY42" fmla="*/ 212884 h 2971800"/>
                <a:gd name="connsiteX43" fmla="*/ 425070 w 952500"/>
                <a:gd name="connsiteY43" fmla="*/ 223361 h 2971800"/>
                <a:gd name="connsiteX44" fmla="*/ 401257 w 952500"/>
                <a:gd name="connsiteY44" fmla="*/ 270986 h 2971800"/>
                <a:gd name="connsiteX45" fmla="*/ 382207 w 952500"/>
                <a:gd name="connsiteY45" fmla="*/ 260509 h 2971800"/>
                <a:gd name="connsiteX46" fmla="*/ 383160 w 952500"/>
                <a:gd name="connsiteY46" fmla="*/ 243364 h 2971800"/>
                <a:gd name="connsiteX47" fmla="*/ 356490 w 952500"/>
                <a:gd name="connsiteY47" fmla="*/ 244316 h 2971800"/>
                <a:gd name="connsiteX48" fmla="*/ 350775 w 952500"/>
                <a:gd name="connsiteY48" fmla="*/ 252889 h 2971800"/>
                <a:gd name="connsiteX49" fmla="*/ 346965 w 952500"/>
                <a:gd name="connsiteY49" fmla="*/ 261461 h 2971800"/>
                <a:gd name="connsiteX50" fmla="*/ 360300 w 952500"/>
                <a:gd name="connsiteY50" fmla="*/ 284321 h 2971800"/>
                <a:gd name="connsiteX51" fmla="*/ 374587 w 952500"/>
                <a:gd name="connsiteY51" fmla="*/ 273844 h 2971800"/>
                <a:gd name="connsiteX52" fmla="*/ 393637 w 952500"/>
                <a:gd name="connsiteY52" fmla="*/ 284321 h 2971800"/>
                <a:gd name="connsiteX53" fmla="*/ 369825 w 952500"/>
                <a:gd name="connsiteY53" fmla="*/ 331946 h 2971800"/>
                <a:gd name="connsiteX54" fmla="*/ 351727 w 952500"/>
                <a:gd name="connsiteY54" fmla="*/ 321469 h 2971800"/>
                <a:gd name="connsiteX55" fmla="*/ 352680 w 952500"/>
                <a:gd name="connsiteY55" fmla="*/ 304324 h 2971800"/>
                <a:gd name="connsiteX56" fmla="*/ 326010 w 952500"/>
                <a:gd name="connsiteY56" fmla="*/ 305276 h 2971800"/>
                <a:gd name="connsiteX57" fmla="*/ 321247 w 952500"/>
                <a:gd name="connsiteY57" fmla="*/ 312896 h 2971800"/>
                <a:gd name="connsiteX58" fmla="*/ 317437 w 952500"/>
                <a:gd name="connsiteY58" fmla="*/ 321469 h 2971800"/>
                <a:gd name="connsiteX59" fmla="*/ 330772 w 952500"/>
                <a:gd name="connsiteY59" fmla="*/ 344329 h 2971800"/>
                <a:gd name="connsiteX60" fmla="*/ 345060 w 952500"/>
                <a:gd name="connsiteY60" fmla="*/ 333851 h 2971800"/>
                <a:gd name="connsiteX61" fmla="*/ 364110 w 952500"/>
                <a:gd name="connsiteY61" fmla="*/ 344329 h 2971800"/>
                <a:gd name="connsiteX62" fmla="*/ 340297 w 952500"/>
                <a:gd name="connsiteY62" fmla="*/ 391954 h 2971800"/>
                <a:gd name="connsiteX63" fmla="*/ 321247 w 952500"/>
                <a:gd name="connsiteY63" fmla="*/ 381476 h 2971800"/>
                <a:gd name="connsiteX64" fmla="*/ 322200 w 952500"/>
                <a:gd name="connsiteY64" fmla="*/ 364331 h 2971800"/>
                <a:gd name="connsiteX65" fmla="*/ 295530 w 952500"/>
                <a:gd name="connsiteY65" fmla="*/ 365284 h 2971800"/>
                <a:gd name="connsiteX66" fmla="*/ 291720 w 952500"/>
                <a:gd name="connsiteY66" fmla="*/ 372904 h 2971800"/>
                <a:gd name="connsiteX67" fmla="*/ 287910 w 952500"/>
                <a:gd name="connsiteY67" fmla="*/ 381476 h 2971800"/>
                <a:gd name="connsiteX68" fmla="*/ 301245 w 952500"/>
                <a:gd name="connsiteY68" fmla="*/ 404336 h 2971800"/>
                <a:gd name="connsiteX69" fmla="*/ 315532 w 952500"/>
                <a:gd name="connsiteY69" fmla="*/ 393859 h 2971800"/>
                <a:gd name="connsiteX70" fmla="*/ 335535 w 952500"/>
                <a:gd name="connsiteY70" fmla="*/ 404336 h 2971800"/>
                <a:gd name="connsiteX71" fmla="*/ 319342 w 952500"/>
                <a:gd name="connsiteY71" fmla="*/ 443389 h 2971800"/>
                <a:gd name="connsiteX72" fmla="*/ 350775 w 952500"/>
                <a:gd name="connsiteY72" fmla="*/ 468154 h 2971800"/>
                <a:gd name="connsiteX73" fmla="*/ 406020 w 952500"/>
                <a:gd name="connsiteY73" fmla="*/ 558641 h 2971800"/>
                <a:gd name="connsiteX74" fmla="*/ 395542 w 952500"/>
                <a:gd name="connsiteY74" fmla="*/ 1814036 h 2971800"/>
                <a:gd name="connsiteX75" fmla="*/ 296482 w 952500"/>
                <a:gd name="connsiteY75" fmla="*/ 1829276 h 2971800"/>
                <a:gd name="connsiteX76" fmla="*/ 162180 w 952500"/>
                <a:gd name="connsiteY76" fmla="*/ 1512094 h 2971800"/>
                <a:gd name="connsiteX77" fmla="*/ 141225 w 952500"/>
                <a:gd name="connsiteY77" fmla="*/ 1506379 h 2971800"/>
                <a:gd name="connsiteX78" fmla="*/ 127890 w 952500"/>
                <a:gd name="connsiteY78" fmla="*/ 1938814 h 2971800"/>
                <a:gd name="connsiteX79" fmla="*/ 182182 w 952500"/>
                <a:gd name="connsiteY79" fmla="*/ 2125504 h 2971800"/>
                <a:gd name="connsiteX80" fmla="*/ 49785 w 952500"/>
                <a:gd name="connsiteY80" fmla="*/ 2469356 h 2971800"/>
                <a:gd name="connsiteX81" fmla="*/ 8827 w 952500"/>
                <a:gd name="connsiteY81" fmla="*/ 2671286 h 2971800"/>
                <a:gd name="connsiteX82" fmla="*/ 470790 w 952500"/>
                <a:gd name="connsiteY82" fmla="*/ 2937986 h 2971800"/>
                <a:gd name="connsiteX83" fmla="*/ 470790 w 952500"/>
                <a:gd name="connsiteY83" fmla="*/ 2949416 h 2971800"/>
                <a:gd name="connsiteX84" fmla="*/ 463170 w 952500"/>
                <a:gd name="connsiteY84" fmla="*/ 2957036 h 2971800"/>
                <a:gd name="connsiteX85" fmla="*/ 482220 w 952500"/>
                <a:gd name="connsiteY85" fmla="*/ 2969419 h 2971800"/>
                <a:gd name="connsiteX86" fmla="*/ 499365 w 952500"/>
                <a:gd name="connsiteY86" fmla="*/ 2957036 h 2971800"/>
                <a:gd name="connsiteX87" fmla="*/ 499365 w 952500"/>
                <a:gd name="connsiteY87" fmla="*/ 2957036 h 297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952500" h="2971800">
                  <a:moveTo>
                    <a:pt x="499365" y="2957036"/>
                  </a:moveTo>
                  <a:cubicBezTo>
                    <a:pt x="498412" y="2955131"/>
                    <a:pt x="495555" y="2953226"/>
                    <a:pt x="492697" y="2951321"/>
                  </a:cubicBezTo>
                  <a:lnTo>
                    <a:pt x="492697" y="2938939"/>
                  </a:lnTo>
                  <a:cubicBezTo>
                    <a:pt x="887985" y="2934176"/>
                    <a:pt x="946087" y="2778919"/>
                    <a:pt x="950850" y="2687479"/>
                  </a:cubicBezTo>
                  <a:cubicBezTo>
                    <a:pt x="959422" y="2533174"/>
                    <a:pt x="841312" y="2383631"/>
                    <a:pt x="810832" y="2307431"/>
                  </a:cubicBezTo>
                  <a:cubicBezTo>
                    <a:pt x="777495" y="2224564"/>
                    <a:pt x="809880" y="2094071"/>
                    <a:pt x="818452" y="2080736"/>
                  </a:cubicBezTo>
                  <a:cubicBezTo>
                    <a:pt x="828930" y="2066449"/>
                    <a:pt x="876555" y="1960721"/>
                    <a:pt x="872745" y="1876901"/>
                  </a:cubicBezTo>
                  <a:cubicBezTo>
                    <a:pt x="869887" y="1816894"/>
                    <a:pt x="841312" y="1758791"/>
                    <a:pt x="833692" y="1751171"/>
                  </a:cubicBezTo>
                  <a:cubicBezTo>
                    <a:pt x="826072" y="1743551"/>
                    <a:pt x="818452" y="1749266"/>
                    <a:pt x="808927" y="1747361"/>
                  </a:cubicBezTo>
                  <a:cubicBezTo>
                    <a:pt x="802260" y="1878806"/>
                    <a:pt x="699390" y="1972151"/>
                    <a:pt x="640335" y="1973104"/>
                  </a:cubicBezTo>
                  <a:cubicBezTo>
                    <a:pt x="558420" y="1973104"/>
                    <a:pt x="554610" y="1914049"/>
                    <a:pt x="554610" y="1868329"/>
                  </a:cubicBezTo>
                  <a:cubicBezTo>
                    <a:pt x="554610" y="1824514"/>
                    <a:pt x="518415" y="565309"/>
                    <a:pt x="518415" y="544354"/>
                  </a:cubicBezTo>
                  <a:cubicBezTo>
                    <a:pt x="518415" y="523399"/>
                    <a:pt x="514605" y="500539"/>
                    <a:pt x="526035" y="487204"/>
                  </a:cubicBezTo>
                  <a:cubicBezTo>
                    <a:pt x="537465" y="473869"/>
                    <a:pt x="560325" y="431959"/>
                    <a:pt x="564135" y="420529"/>
                  </a:cubicBezTo>
                  <a:cubicBezTo>
                    <a:pt x="552705" y="332899"/>
                    <a:pt x="553657" y="214789"/>
                    <a:pt x="559372" y="163354"/>
                  </a:cubicBezTo>
                  <a:cubicBezTo>
                    <a:pt x="563182" y="123349"/>
                    <a:pt x="585090" y="20479"/>
                    <a:pt x="600330" y="7144"/>
                  </a:cubicBezTo>
                  <a:cubicBezTo>
                    <a:pt x="579375" y="9049"/>
                    <a:pt x="539370" y="24289"/>
                    <a:pt x="518415" y="49054"/>
                  </a:cubicBezTo>
                  <a:cubicBezTo>
                    <a:pt x="514605" y="53816"/>
                    <a:pt x="505080" y="69056"/>
                    <a:pt x="493650" y="91916"/>
                  </a:cubicBezTo>
                  <a:lnTo>
                    <a:pt x="474600" y="81439"/>
                  </a:lnTo>
                  <a:cubicBezTo>
                    <a:pt x="478410" y="74771"/>
                    <a:pt x="483172" y="67151"/>
                    <a:pt x="475552" y="64294"/>
                  </a:cubicBezTo>
                  <a:cubicBezTo>
                    <a:pt x="467932" y="61436"/>
                    <a:pt x="452692" y="59531"/>
                    <a:pt x="448882" y="65246"/>
                  </a:cubicBezTo>
                  <a:lnTo>
                    <a:pt x="444120" y="72866"/>
                  </a:lnTo>
                  <a:lnTo>
                    <a:pt x="440310" y="81439"/>
                  </a:lnTo>
                  <a:cubicBezTo>
                    <a:pt x="436500" y="87154"/>
                    <a:pt x="446977" y="99536"/>
                    <a:pt x="453645" y="104299"/>
                  </a:cubicBezTo>
                  <a:cubicBezTo>
                    <a:pt x="460312" y="109061"/>
                    <a:pt x="464122" y="100489"/>
                    <a:pt x="467932" y="93821"/>
                  </a:cubicBezTo>
                  <a:lnTo>
                    <a:pt x="486982" y="104299"/>
                  </a:lnTo>
                  <a:cubicBezTo>
                    <a:pt x="479362" y="118586"/>
                    <a:pt x="470790" y="134779"/>
                    <a:pt x="461265" y="151924"/>
                  </a:cubicBezTo>
                  <a:lnTo>
                    <a:pt x="442215" y="141446"/>
                  </a:lnTo>
                  <a:cubicBezTo>
                    <a:pt x="446025" y="134779"/>
                    <a:pt x="450787" y="127159"/>
                    <a:pt x="443167" y="124301"/>
                  </a:cubicBezTo>
                  <a:cubicBezTo>
                    <a:pt x="435547" y="121444"/>
                    <a:pt x="420307" y="119539"/>
                    <a:pt x="416497" y="125254"/>
                  </a:cubicBezTo>
                  <a:lnTo>
                    <a:pt x="411735" y="132874"/>
                  </a:lnTo>
                  <a:lnTo>
                    <a:pt x="407925" y="141446"/>
                  </a:lnTo>
                  <a:cubicBezTo>
                    <a:pt x="404115" y="147161"/>
                    <a:pt x="414592" y="159544"/>
                    <a:pt x="421260" y="164306"/>
                  </a:cubicBezTo>
                  <a:cubicBezTo>
                    <a:pt x="427927" y="169069"/>
                    <a:pt x="431737" y="160496"/>
                    <a:pt x="435547" y="153829"/>
                  </a:cubicBezTo>
                  <a:lnTo>
                    <a:pt x="454597" y="164306"/>
                  </a:lnTo>
                  <a:cubicBezTo>
                    <a:pt x="446977" y="179546"/>
                    <a:pt x="438405" y="195739"/>
                    <a:pt x="429832" y="212884"/>
                  </a:cubicBezTo>
                  <a:lnTo>
                    <a:pt x="410782" y="202406"/>
                  </a:lnTo>
                  <a:cubicBezTo>
                    <a:pt x="414592" y="195739"/>
                    <a:pt x="419355" y="188119"/>
                    <a:pt x="411735" y="185261"/>
                  </a:cubicBezTo>
                  <a:cubicBezTo>
                    <a:pt x="404115" y="182404"/>
                    <a:pt x="388875" y="180499"/>
                    <a:pt x="385065" y="186214"/>
                  </a:cubicBezTo>
                  <a:lnTo>
                    <a:pt x="380302" y="193834"/>
                  </a:lnTo>
                  <a:lnTo>
                    <a:pt x="377445" y="200501"/>
                  </a:lnTo>
                  <a:cubicBezTo>
                    <a:pt x="373635" y="206216"/>
                    <a:pt x="384112" y="218599"/>
                    <a:pt x="390780" y="223361"/>
                  </a:cubicBezTo>
                  <a:cubicBezTo>
                    <a:pt x="397447" y="228124"/>
                    <a:pt x="401257" y="219551"/>
                    <a:pt x="405067" y="212884"/>
                  </a:cubicBezTo>
                  <a:lnTo>
                    <a:pt x="425070" y="223361"/>
                  </a:lnTo>
                  <a:cubicBezTo>
                    <a:pt x="417450" y="239554"/>
                    <a:pt x="408877" y="255746"/>
                    <a:pt x="401257" y="270986"/>
                  </a:cubicBezTo>
                  <a:lnTo>
                    <a:pt x="382207" y="260509"/>
                  </a:lnTo>
                  <a:cubicBezTo>
                    <a:pt x="386017" y="253841"/>
                    <a:pt x="390780" y="246221"/>
                    <a:pt x="383160" y="243364"/>
                  </a:cubicBezTo>
                  <a:cubicBezTo>
                    <a:pt x="375540" y="240506"/>
                    <a:pt x="360300" y="238601"/>
                    <a:pt x="356490" y="244316"/>
                  </a:cubicBezTo>
                  <a:lnTo>
                    <a:pt x="350775" y="252889"/>
                  </a:lnTo>
                  <a:lnTo>
                    <a:pt x="346965" y="261461"/>
                  </a:lnTo>
                  <a:cubicBezTo>
                    <a:pt x="343155" y="267176"/>
                    <a:pt x="353632" y="279559"/>
                    <a:pt x="360300" y="284321"/>
                  </a:cubicBezTo>
                  <a:cubicBezTo>
                    <a:pt x="366967" y="289084"/>
                    <a:pt x="370777" y="280511"/>
                    <a:pt x="374587" y="273844"/>
                  </a:cubicBezTo>
                  <a:lnTo>
                    <a:pt x="393637" y="284321"/>
                  </a:lnTo>
                  <a:cubicBezTo>
                    <a:pt x="385065" y="300514"/>
                    <a:pt x="377445" y="316706"/>
                    <a:pt x="369825" y="331946"/>
                  </a:cubicBezTo>
                  <a:lnTo>
                    <a:pt x="351727" y="321469"/>
                  </a:lnTo>
                  <a:cubicBezTo>
                    <a:pt x="355537" y="314801"/>
                    <a:pt x="360300" y="307181"/>
                    <a:pt x="352680" y="304324"/>
                  </a:cubicBezTo>
                  <a:cubicBezTo>
                    <a:pt x="345060" y="301466"/>
                    <a:pt x="329820" y="299561"/>
                    <a:pt x="326010" y="305276"/>
                  </a:cubicBezTo>
                  <a:lnTo>
                    <a:pt x="321247" y="312896"/>
                  </a:lnTo>
                  <a:lnTo>
                    <a:pt x="317437" y="321469"/>
                  </a:lnTo>
                  <a:cubicBezTo>
                    <a:pt x="313627" y="327184"/>
                    <a:pt x="324105" y="339566"/>
                    <a:pt x="330772" y="344329"/>
                  </a:cubicBezTo>
                  <a:cubicBezTo>
                    <a:pt x="337440" y="349091"/>
                    <a:pt x="341250" y="340519"/>
                    <a:pt x="345060" y="333851"/>
                  </a:cubicBezTo>
                  <a:lnTo>
                    <a:pt x="364110" y="344329"/>
                  </a:lnTo>
                  <a:cubicBezTo>
                    <a:pt x="355537" y="361474"/>
                    <a:pt x="347917" y="377666"/>
                    <a:pt x="340297" y="391954"/>
                  </a:cubicBezTo>
                  <a:lnTo>
                    <a:pt x="321247" y="381476"/>
                  </a:lnTo>
                  <a:cubicBezTo>
                    <a:pt x="325057" y="374809"/>
                    <a:pt x="329820" y="367189"/>
                    <a:pt x="322200" y="364331"/>
                  </a:cubicBezTo>
                  <a:cubicBezTo>
                    <a:pt x="314580" y="361474"/>
                    <a:pt x="299340" y="359569"/>
                    <a:pt x="295530" y="365284"/>
                  </a:cubicBezTo>
                  <a:lnTo>
                    <a:pt x="291720" y="372904"/>
                  </a:lnTo>
                  <a:lnTo>
                    <a:pt x="287910" y="381476"/>
                  </a:lnTo>
                  <a:cubicBezTo>
                    <a:pt x="284100" y="388144"/>
                    <a:pt x="294577" y="399574"/>
                    <a:pt x="301245" y="404336"/>
                  </a:cubicBezTo>
                  <a:cubicBezTo>
                    <a:pt x="307912" y="409099"/>
                    <a:pt x="311722" y="400526"/>
                    <a:pt x="315532" y="393859"/>
                  </a:cubicBezTo>
                  <a:lnTo>
                    <a:pt x="335535" y="404336"/>
                  </a:lnTo>
                  <a:cubicBezTo>
                    <a:pt x="325057" y="426244"/>
                    <a:pt x="321247" y="438626"/>
                    <a:pt x="319342" y="443389"/>
                  </a:cubicBezTo>
                  <a:cubicBezTo>
                    <a:pt x="323152" y="456724"/>
                    <a:pt x="339345" y="464344"/>
                    <a:pt x="350775" y="468154"/>
                  </a:cubicBezTo>
                  <a:cubicBezTo>
                    <a:pt x="402210" y="485299"/>
                    <a:pt x="406020" y="544354"/>
                    <a:pt x="406020" y="558641"/>
                  </a:cubicBezTo>
                  <a:cubicBezTo>
                    <a:pt x="406020" y="575786"/>
                    <a:pt x="393637" y="1768316"/>
                    <a:pt x="395542" y="1814036"/>
                  </a:cubicBezTo>
                  <a:cubicBezTo>
                    <a:pt x="382207" y="1829276"/>
                    <a:pt x="319342" y="1834991"/>
                    <a:pt x="296482" y="1829276"/>
                  </a:cubicBezTo>
                  <a:cubicBezTo>
                    <a:pt x="161227" y="1795939"/>
                    <a:pt x="158370" y="1533049"/>
                    <a:pt x="162180" y="1512094"/>
                  </a:cubicBezTo>
                  <a:cubicBezTo>
                    <a:pt x="165990" y="1491139"/>
                    <a:pt x="160275" y="1485424"/>
                    <a:pt x="141225" y="1506379"/>
                  </a:cubicBezTo>
                  <a:cubicBezTo>
                    <a:pt x="16447" y="1640681"/>
                    <a:pt x="103125" y="1878806"/>
                    <a:pt x="127890" y="1938814"/>
                  </a:cubicBezTo>
                  <a:cubicBezTo>
                    <a:pt x="162180" y="2024539"/>
                    <a:pt x="182182" y="2079784"/>
                    <a:pt x="182182" y="2125504"/>
                  </a:cubicBezTo>
                  <a:cubicBezTo>
                    <a:pt x="182182" y="2232184"/>
                    <a:pt x="68835" y="2427446"/>
                    <a:pt x="49785" y="2469356"/>
                  </a:cubicBezTo>
                  <a:cubicBezTo>
                    <a:pt x="20257" y="2534126"/>
                    <a:pt x="1207" y="2587466"/>
                    <a:pt x="8827" y="2671286"/>
                  </a:cubicBezTo>
                  <a:cubicBezTo>
                    <a:pt x="33592" y="2929414"/>
                    <a:pt x="393637" y="2937986"/>
                    <a:pt x="470790" y="2937986"/>
                  </a:cubicBezTo>
                  <a:lnTo>
                    <a:pt x="470790" y="2949416"/>
                  </a:lnTo>
                  <a:cubicBezTo>
                    <a:pt x="467932" y="2951321"/>
                    <a:pt x="464122" y="2954179"/>
                    <a:pt x="463170" y="2957036"/>
                  </a:cubicBezTo>
                  <a:cubicBezTo>
                    <a:pt x="467932" y="2963704"/>
                    <a:pt x="473647" y="2969419"/>
                    <a:pt x="482220" y="2969419"/>
                  </a:cubicBezTo>
                  <a:cubicBezTo>
                    <a:pt x="487935" y="2969419"/>
                    <a:pt x="494602" y="2963704"/>
                    <a:pt x="499365" y="2957036"/>
                  </a:cubicBezTo>
                  <a:lnTo>
                    <a:pt x="499365" y="2957036"/>
                  </a:ln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5" name="Graphic 85">
              <a:extLst>
                <a:ext uri="{FF2B5EF4-FFF2-40B4-BE49-F238E27FC236}">
                  <a16:creationId xmlns:a16="http://schemas.microsoft.com/office/drawing/2014/main" id="{58298060-6B59-386C-0F31-015F266164AE}"/>
                </a:ext>
              </a:extLst>
            </p:cNvPr>
            <p:cNvSpPr/>
            <p:nvPr/>
          </p:nvSpPr>
          <p:spPr>
            <a:xfrm rot="812339">
              <a:off x="6297525" y="1199763"/>
              <a:ext cx="2118716" cy="1976790"/>
            </a:xfrm>
            <a:custGeom>
              <a:avLst/>
              <a:gdLst>
                <a:gd name="connsiteX0" fmla="*/ 5653879 w 7350919"/>
                <a:gd name="connsiteY0" fmla="*/ 1446 h 6858000"/>
                <a:gd name="connsiteX1" fmla="*/ 5704457 w 7350919"/>
                <a:gd name="connsiteY1" fmla="*/ 9590 h 6858000"/>
                <a:gd name="connsiteX2" fmla="*/ 5707028 w 7350919"/>
                <a:gd name="connsiteY2" fmla="*/ 35736 h 6858000"/>
                <a:gd name="connsiteX3" fmla="*/ 5813756 w 7350919"/>
                <a:gd name="connsiteY3" fmla="*/ 156180 h 6858000"/>
                <a:gd name="connsiteX4" fmla="*/ 6093220 w 7350919"/>
                <a:gd name="connsiteY4" fmla="*/ 466504 h 6858000"/>
                <a:gd name="connsiteX5" fmla="*/ 5808184 w 7350919"/>
                <a:gd name="connsiteY5" fmla="*/ 505509 h 6858000"/>
                <a:gd name="connsiteX6" fmla="*/ 5840331 w 7350919"/>
                <a:gd name="connsiteY6" fmla="*/ 657242 h 6858000"/>
                <a:gd name="connsiteX7" fmla="*/ 5864334 w 7350919"/>
                <a:gd name="connsiteY7" fmla="*/ 646098 h 6858000"/>
                <a:gd name="connsiteX8" fmla="*/ 5833044 w 7350919"/>
                <a:gd name="connsiteY8" fmla="*/ 758826 h 6858000"/>
                <a:gd name="connsiteX9" fmla="*/ 5837759 w 7350919"/>
                <a:gd name="connsiteY9" fmla="*/ 875841 h 6858000"/>
                <a:gd name="connsiteX10" fmla="*/ 5818900 w 7350919"/>
                <a:gd name="connsiteY10" fmla="*/ 881413 h 6858000"/>
                <a:gd name="connsiteX11" fmla="*/ 5851047 w 7350919"/>
                <a:gd name="connsiteY11" fmla="*/ 1800385 h 6858000"/>
                <a:gd name="connsiteX12" fmla="*/ 6005780 w 7350919"/>
                <a:gd name="connsiteY12" fmla="*/ 1869822 h 6858000"/>
                <a:gd name="connsiteX13" fmla="*/ 6221379 w 7350919"/>
                <a:gd name="connsiteY13" fmla="*/ 1859535 h 6858000"/>
                <a:gd name="connsiteX14" fmla="*/ 6471696 w 7350919"/>
                <a:gd name="connsiteY14" fmla="*/ 1853535 h 6858000"/>
                <a:gd name="connsiteX15" fmla="*/ 6471696 w 7350919"/>
                <a:gd name="connsiteY15" fmla="*/ 1816244 h 6858000"/>
                <a:gd name="connsiteX16" fmla="*/ 6493127 w 7350919"/>
                <a:gd name="connsiteY16" fmla="*/ 1808100 h 6858000"/>
                <a:gd name="connsiteX17" fmla="*/ 6495699 w 7350919"/>
                <a:gd name="connsiteY17" fmla="*/ 1786669 h 6858000"/>
                <a:gd name="connsiteX18" fmla="*/ 6482411 w 7350919"/>
                <a:gd name="connsiteY18" fmla="*/ 1775954 h 6858000"/>
                <a:gd name="connsiteX19" fmla="*/ 6490555 w 7350919"/>
                <a:gd name="connsiteY19" fmla="*/ 1765238 h 6858000"/>
                <a:gd name="connsiteX20" fmla="*/ 6482411 w 7350919"/>
                <a:gd name="connsiteY20" fmla="*/ 1749379 h 6858000"/>
                <a:gd name="connsiteX21" fmla="*/ 6492698 w 7350919"/>
                <a:gd name="connsiteY21" fmla="*/ 1741664 h 6858000"/>
                <a:gd name="connsiteX22" fmla="*/ 6481554 w 7350919"/>
                <a:gd name="connsiteY22" fmla="*/ 1713803 h 6858000"/>
                <a:gd name="connsiteX23" fmla="*/ 6445550 w 7350919"/>
                <a:gd name="connsiteY23" fmla="*/ 1725376 h 6858000"/>
                <a:gd name="connsiteX24" fmla="*/ 6394972 w 7350919"/>
                <a:gd name="connsiteY24" fmla="*/ 1725376 h 6858000"/>
                <a:gd name="connsiteX25" fmla="*/ 6427976 w 7350919"/>
                <a:gd name="connsiteY25" fmla="*/ 1625935 h 6858000"/>
                <a:gd name="connsiteX26" fmla="*/ 6448121 w 7350919"/>
                <a:gd name="connsiteY26" fmla="*/ 1624220 h 6858000"/>
                <a:gd name="connsiteX27" fmla="*/ 6485412 w 7350919"/>
                <a:gd name="connsiteY27" fmla="*/ 1673084 h 6858000"/>
                <a:gd name="connsiteX28" fmla="*/ 6517130 w 7350919"/>
                <a:gd name="connsiteY28" fmla="*/ 1626364 h 6858000"/>
                <a:gd name="connsiteX29" fmla="*/ 6546277 w 7350919"/>
                <a:gd name="connsiteY29" fmla="*/ 1628935 h 6858000"/>
                <a:gd name="connsiteX30" fmla="*/ 6580995 w 7350919"/>
                <a:gd name="connsiteY30" fmla="*/ 1640079 h 6858000"/>
                <a:gd name="connsiteX31" fmla="*/ 6567708 w 7350919"/>
                <a:gd name="connsiteY31" fmla="*/ 1648223 h 6858000"/>
                <a:gd name="connsiteX32" fmla="*/ 6571994 w 7350919"/>
                <a:gd name="connsiteY32" fmla="*/ 1754951 h 6858000"/>
                <a:gd name="connsiteX33" fmla="*/ 6547134 w 7350919"/>
                <a:gd name="connsiteY33" fmla="*/ 1772953 h 6858000"/>
                <a:gd name="connsiteX34" fmla="*/ 6574137 w 7350919"/>
                <a:gd name="connsiteY34" fmla="*/ 1781097 h 6858000"/>
                <a:gd name="connsiteX35" fmla="*/ 6562135 w 7350919"/>
                <a:gd name="connsiteY35" fmla="*/ 1787098 h 6858000"/>
                <a:gd name="connsiteX36" fmla="*/ 6559564 w 7350919"/>
                <a:gd name="connsiteY36" fmla="*/ 1808100 h 6858000"/>
                <a:gd name="connsiteX37" fmla="*/ 6578423 w 7350919"/>
                <a:gd name="connsiteY37" fmla="*/ 1824388 h 6858000"/>
                <a:gd name="connsiteX38" fmla="*/ 6575852 w 7350919"/>
                <a:gd name="connsiteY38" fmla="*/ 1858678 h 6858000"/>
                <a:gd name="connsiteX39" fmla="*/ 6637145 w 7350919"/>
                <a:gd name="connsiteY39" fmla="*/ 2135999 h 6858000"/>
                <a:gd name="connsiteX40" fmla="*/ 6637145 w 7350919"/>
                <a:gd name="connsiteY40" fmla="*/ 2184005 h 6858000"/>
                <a:gd name="connsiteX41" fmla="*/ 6600712 w 7350919"/>
                <a:gd name="connsiteY41" fmla="*/ 2211008 h 6858000"/>
                <a:gd name="connsiteX42" fmla="*/ 6570279 w 7350919"/>
                <a:gd name="connsiteY42" fmla="*/ 2226867 h 6858000"/>
                <a:gd name="connsiteX43" fmla="*/ 6562564 w 7350919"/>
                <a:gd name="connsiteY43" fmla="*/ 2309163 h 6858000"/>
                <a:gd name="connsiteX44" fmla="*/ 6546705 w 7350919"/>
                <a:gd name="connsiteY44" fmla="*/ 2314735 h 6858000"/>
                <a:gd name="connsiteX45" fmla="*/ 6520130 w 7350919"/>
                <a:gd name="connsiteY45" fmla="*/ 3374725 h 6858000"/>
                <a:gd name="connsiteX46" fmla="*/ 6543276 w 7350919"/>
                <a:gd name="connsiteY46" fmla="*/ 3383726 h 6858000"/>
                <a:gd name="connsiteX47" fmla="*/ 6546705 w 7350919"/>
                <a:gd name="connsiteY47" fmla="*/ 3425731 h 6858000"/>
                <a:gd name="connsiteX48" fmla="*/ 6606284 w 7350919"/>
                <a:gd name="connsiteY48" fmla="*/ 3443733 h 6858000"/>
                <a:gd name="connsiteX49" fmla="*/ 6602426 w 7350919"/>
                <a:gd name="connsiteY49" fmla="*/ 3527315 h 6858000"/>
                <a:gd name="connsiteX50" fmla="*/ 6546705 w 7350919"/>
                <a:gd name="connsiteY50" fmla="*/ 3538031 h 6858000"/>
                <a:gd name="connsiteX51" fmla="*/ 6538990 w 7350919"/>
                <a:gd name="connsiteY51" fmla="*/ 3628899 h 6858000"/>
                <a:gd name="connsiteX52" fmla="*/ 6525702 w 7350919"/>
                <a:gd name="connsiteY52" fmla="*/ 3651188 h 6858000"/>
                <a:gd name="connsiteX53" fmla="*/ 6509415 w 7350919"/>
                <a:gd name="connsiteY53" fmla="*/ 4358848 h 6858000"/>
                <a:gd name="connsiteX54" fmla="*/ 6577137 w 7350919"/>
                <a:gd name="connsiteY54" fmla="*/ 4404282 h 6858000"/>
                <a:gd name="connsiteX55" fmla="*/ 6754160 w 7350919"/>
                <a:gd name="connsiteY55" fmla="*/ 4888200 h 6858000"/>
                <a:gd name="connsiteX56" fmla="*/ 6762732 w 7350919"/>
                <a:gd name="connsiteY56" fmla="*/ 4934492 h 6858000"/>
                <a:gd name="connsiteX57" fmla="*/ 6935897 w 7350919"/>
                <a:gd name="connsiteY57" fmla="*/ 5429982 h 6858000"/>
                <a:gd name="connsiteX58" fmla="*/ 6977902 w 7350919"/>
                <a:gd name="connsiteY58" fmla="*/ 5495562 h 6858000"/>
                <a:gd name="connsiteX59" fmla="*/ 6970615 w 7350919"/>
                <a:gd name="connsiteY59" fmla="*/ 5502848 h 6858000"/>
                <a:gd name="connsiteX60" fmla="*/ 6974044 w 7350919"/>
                <a:gd name="connsiteY60" fmla="*/ 5513135 h 6858000"/>
                <a:gd name="connsiteX61" fmla="*/ 6969329 w 7350919"/>
                <a:gd name="connsiteY61" fmla="*/ 5518279 h 6858000"/>
                <a:gd name="connsiteX62" fmla="*/ 6976616 w 7350919"/>
                <a:gd name="connsiteY62" fmla="*/ 5530709 h 6858000"/>
                <a:gd name="connsiteX63" fmla="*/ 6986474 w 7350919"/>
                <a:gd name="connsiteY63" fmla="*/ 5552997 h 6858000"/>
                <a:gd name="connsiteX64" fmla="*/ 6986903 w 7350919"/>
                <a:gd name="connsiteY64" fmla="*/ 5590288 h 6858000"/>
                <a:gd name="connsiteX65" fmla="*/ 6863888 w 7350919"/>
                <a:gd name="connsiteY65" fmla="*/ 5559856 h 6858000"/>
                <a:gd name="connsiteX66" fmla="*/ 6857458 w 7350919"/>
                <a:gd name="connsiteY66" fmla="*/ 5545282 h 6858000"/>
                <a:gd name="connsiteX67" fmla="*/ 6860459 w 7350919"/>
                <a:gd name="connsiteY67" fmla="*/ 5529423 h 6858000"/>
                <a:gd name="connsiteX68" fmla="*/ 6867317 w 7350919"/>
                <a:gd name="connsiteY68" fmla="*/ 5522993 h 6858000"/>
                <a:gd name="connsiteX69" fmla="*/ 6882747 w 7350919"/>
                <a:gd name="connsiteY69" fmla="*/ 5469415 h 6858000"/>
                <a:gd name="connsiteX70" fmla="*/ 6717298 w 7350919"/>
                <a:gd name="connsiteY70" fmla="*/ 4963638 h 6858000"/>
                <a:gd name="connsiteX71" fmla="*/ 6690723 w 7350919"/>
                <a:gd name="connsiteY71" fmla="*/ 4971782 h 6858000"/>
                <a:gd name="connsiteX72" fmla="*/ 6853172 w 7350919"/>
                <a:gd name="connsiteY72" fmla="*/ 5733449 h 6858000"/>
                <a:gd name="connsiteX73" fmla="*/ 7205073 w 7350919"/>
                <a:gd name="connsiteY73" fmla="*/ 5975622 h 6858000"/>
                <a:gd name="connsiteX74" fmla="*/ 7350377 w 7350919"/>
                <a:gd name="connsiteY74" fmla="*/ 6108066 h 6858000"/>
                <a:gd name="connsiteX75" fmla="*/ 7184499 w 7350919"/>
                <a:gd name="connsiteY75" fmla="*/ 6113639 h 6858000"/>
                <a:gd name="connsiteX76" fmla="*/ 7176355 w 7350919"/>
                <a:gd name="connsiteY76" fmla="*/ 6105923 h 6858000"/>
                <a:gd name="connsiteX77" fmla="*/ 7181499 w 7350919"/>
                <a:gd name="connsiteY77" fmla="*/ 6100352 h 6858000"/>
                <a:gd name="connsiteX78" fmla="*/ 7163068 w 7350919"/>
                <a:gd name="connsiteY78" fmla="*/ 6090493 h 6858000"/>
                <a:gd name="connsiteX79" fmla="*/ 7168211 w 7350919"/>
                <a:gd name="connsiteY79" fmla="*/ 6081920 h 6858000"/>
                <a:gd name="connsiteX80" fmla="*/ 7148495 w 7350919"/>
                <a:gd name="connsiteY80" fmla="*/ 6031343 h 6858000"/>
                <a:gd name="connsiteX81" fmla="*/ 6877175 w 7350919"/>
                <a:gd name="connsiteY81" fmla="*/ 5842748 h 6858000"/>
                <a:gd name="connsiteX82" fmla="*/ 6893034 w 7350919"/>
                <a:gd name="connsiteY82" fmla="*/ 5940474 h 6858000"/>
                <a:gd name="connsiteX83" fmla="*/ 6930324 w 7350919"/>
                <a:gd name="connsiteY83" fmla="*/ 6009483 h 6858000"/>
                <a:gd name="connsiteX84" fmla="*/ 6920895 w 7350919"/>
                <a:gd name="connsiteY84" fmla="*/ 6021056 h 6858000"/>
                <a:gd name="connsiteX85" fmla="*/ 6934182 w 7350919"/>
                <a:gd name="connsiteY85" fmla="*/ 6036486 h 6858000"/>
                <a:gd name="connsiteX86" fmla="*/ 6925610 w 7350919"/>
                <a:gd name="connsiteY86" fmla="*/ 6046773 h 6858000"/>
                <a:gd name="connsiteX87" fmla="*/ 6936754 w 7350919"/>
                <a:gd name="connsiteY87" fmla="*/ 6058346 h 6858000"/>
                <a:gd name="connsiteX88" fmla="*/ 6929039 w 7350919"/>
                <a:gd name="connsiteY88" fmla="*/ 6063918 h 6858000"/>
                <a:gd name="connsiteX89" fmla="*/ 6946184 w 7350919"/>
                <a:gd name="connsiteY89" fmla="*/ 6085350 h 6858000"/>
                <a:gd name="connsiteX90" fmla="*/ 6953042 w 7350919"/>
                <a:gd name="connsiteY90" fmla="*/ 6119211 h 6858000"/>
                <a:gd name="connsiteX91" fmla="*/ 6874603 w 7350919"/>
                <a:gd name="connsiteY91" fmla="*/ 6140213 h 6858000"/>
                <a:gd name="connsiteX92" fmla="*/ 6820597 w 7350919"/>
                <a:gd name="connsiteY92" fmla="*/ 6057061 h 6858000"/>
                <a:gd name="connsiteX93" fmla="*/ 6824883 w 7350919"/>
                <a:gd name="connsiteY93" fmla="*/ 6033057 h 6858000"/>
                <a:gd name="connsiteX94" fmla="*/ 6824026 w 7350919"/>
                <a:gd name="connsiteY94" fmla="*/ 6009912 h 6858000"/>
                <a:gd name="connsiteX95" fmla="*/ 6831741 w 7350919"/>
                <a:gd name="connsiteY95" fmla="*/ 6004339 h 6858000"/>
                <a:gd name="connsiteX96" fmla="*/ 6817596 w 7350919"/>
                <a:gd name="connsiteY96" fmla="*/ 5988051 h 6858000"/>
                <a:gd name="connsiteX97" fmla="*/ 6847171 w 7350919"/>
                <a:gd name="connsiteY97" fmla="*/ 5940474 h 6858000"/>
                <a:gd name="connsiteX98" fmla="*/ 6831312 w 7350919"/>
                <a:gd name="connsiteY98" fmla="*/ 5813173 h 6858000"/>
                <a:gd name="connsiteX99" fmla="*/ 6626001 w 7350919"/>
                <a:gd name="connsiteY99" fmla="*/ 5696158 h 6858000"/>
                <a:gd name="connsiteX100" fmla="*/ 6617857 w 7350919"/>
                <a:gd name="connsiteY100" fmla="*/ 5765596 h 6858000"/>
                <a:gd name="connsiteX101" fmla="*/ 6343537 w 7350919"/>
                <a:gd name="connsiteY101" fmla="*/ 5811458 h 6858000"/>
                <a:gd name="connsiteX102" fmla="*/ 6034070 w 7350919"/>
                <a:gd name="connsiteY102" fmla="*/ 6029200 h 6858000"/>
                <a:gd name="connsiteX103" fmla="*/ 6031498 w 7350919"/>
                <a:gd name="connsiteY103" fmla="*/ 6050202 h 6858000"/>
                <a:gd name="connsiteX104" fmla="*/ 5947059 w 7350919"/>
                <a:gd name="connsiteY104" fmla="*/ 6060918 h 6858000"/>
                <a:gd name="connsiteX105" fmla="*/ 5872049 w 7350919"/>
                <a:gd name="connsiteY105" fmla="*/ 6084921 h 6858000"/>
                <a:gd name="connsiteX106" fmla="*/ 5846761 w 7350919"/>
                <a:gd name="connsiteY106" fmla="*/ 6112353 h 6858000"/>
                <a:gd name="connsiteX107" fmla="*/ 5839045 w 7350919"/>
                <a:gd name="connsiteY107" fmla="*/ 6098208 h 6858000"/>
                <a:gd name="connsiteX108" fmla="*/ 5818042 w 7350919"/>
                <a:gd name="connsiteY108" fmla="*/ 6111924 h 6858000"/>
                <a:gd name="connsiteX109" fmla="*/ 5800040 w 7350919"/>
                <a:gd name="connsiteY109" fmla="*/ 6101637 h 6858000"/>
                <a:gd name="connsiteX110" fmla="*/ 5767465 w 7350919"/>
                <a:gd name="connsiteY110" fmla="*/ 6047202 h 6858000"/>
                <a:gd name="connsiteX111" fmla="*/ 5645307 w 7350919"/>
                <a:gd name="connsiteY111" fmla="*/ 6640419 h 6858000"/>
                <a:gd name="connsiteX112" fmla="*/ 5663737 w 7350919"/>
                <a:gd name="connsiteY112" fmla="*/ 6723143 h 6858000"/>
                <a:gd name="connsiteX113" fmla="*/ 5654308 w 7350919"/>
                <a:gd name="connsiteY113" fmla="*/ 6752290 h 6858000"/>
                <a:gd name="connsiteX114" fmla="*/ 5648736 w 7350919"/>
                <a:gd name="connsiteY114" fmla="*/ 6759148 h 6858000"/>
                <a:gd name="connsiteX115" fmla="*/ 5654736 w 7350919"/>
                <a:gd name="connsiteY115" fmla="*/ 6774578 h 6858000"/>
                <a:gd name="connsiteX116" fmla="*/ 5655593 w 7350919"/>
                <a:gd name="connsiteY116" fmla="*/ 6802010 h 6858000"/>
                <a:gd name="connsiteX117" fmla="*/ 5640163 w 7350919"/>
                <a:gd name="connsiteY117" fmla="*/ 6859018 h 6858000"/>
                <a:gd name="connsiteX118" fmla="*/ 5639735 w 7350919"/>
                <a:gd name="connsiteY118" fmla="*/ 6860303 h 6858000"/>
                <a:gd name="connsiteX119" fmla="*/ 5635448 w 7350919"/>
                <a:gd name="connsiteY119" fmla="*/ 6860303 h 6858000"/>
                <a:gd name="connsiteX120" fmla="*/ 5551438 w 7350919"/>
                <a:gd name="connsiteY120" fmla="*/ 6775864 h 6858000"/>
                <a:gd name="connsiteX121" fmla="*/ 5566011 w 7350919"/>
                <a:gd name="connsiteY121" fmla="*/ 6767292 h 6858000"/>
                <a:gd name="connsiteX122" fmla="*/ 5560867 w 7350919"/>
                <a:gd name="connsiteY122" fmla="*/ 6751862 h 6858000"/>
                <a:gd name="connsiteX123" fmla="*/ 5571155 w 7350919"/>
                <a:gd name="connsiteY123" fmla="*/ 6745861 h 6858000"/>
                <a:gd name="connsiteX124" fmla="*/ 5566440 w 7350919"/>
                <a:gd name="connsiteY124" fmla="*/ 6728287 h 6858000"/>
                <a:gd name="connsiteX125" fmla="*/ 5578441 w 7350919"/>
                <a:gd name="connsiteY125" fmla="*/ 6721858 h 6858000"/>
                <a:gd name="connsiteX126" fmla="*/ 5573298 w 7350919"/>
                <a:gd name="connsiteY126" fmla="*/ 6699998 h 6858000"/>
                <a:gd name="connsiteX127" fmla="*/ 5613160 w 7350919"/>
                <a:gd name="connsiteY127" fmla="*/ 6635704 h 6858000"/>
                <a:gd name="connsiteX128" fmla="*/ 5738318 w 7350919"/>
                <a:gd name="connsiteY128" fmla="*/ 6034343 h 6858000"/>
                <a:gd name="connsiteX129" fmla="*/ 5714315 w 7350919"/>
                <a:gd name="connsiteY129" fmla="*/ 6023628 h 6858000"/>
                <a:gd name="connsiteX130" fmla="*/ 5716887 w 7350919"/>
                <a:gd name="connsiteY130" fmla="*/ 5983765 h 6858000"/>
                <a:gd name="connsiteX131" fmla="*/ 5533435 w 7350919"/>
                <a:gd name="connsiteY131" fmla="*/ 5792170 h 6858000"/>
                <a:gd name="connsiteX132" fmla="*/ 5411277 w 7350919"/>
                <a:gd name="connsiteY132" fmla="*/ 5783598 h 6858000"/>
                <a:gd name="connsiteX133" fmla="*/ 5320409 w 7350919"/>
                <a:gd name="connsiteY133" fmla="*/ 5850463 h 6858000"/>
                <a:gd name="connsiteX134" fmla="*/ 5333268 w 7350919"/>
                <a:gd name="connsiteY134" fmla="*/ 5669583 h 6858000"/>
                <a:gd name="connsiteX135" fmla="*/ 5280118 w 7350919"/>
                <a:gd name="connsiteY135" fmla="*/ 5565427 h 6858000"/>
                <a:gd name="connsiteX136" fmla="*/ 4758482 w 7350919"/>
                <a:gd name="connsiteY136" fmla="*/ 5876180 h 6858000"/>
                <a:gd name="connsiteX137" fmla="*/ 4686044 w 7350919"/>
                <a:gd name="connsiteY137" fmla="*/ 5994910 h 6858000"/>
                <a:gd name="connsiteX138" fmla="*/ 4691187 w 7350919"/>
                <a:gd name="connsiteY138" fmla="*/ 6042487 h 6858000"/>
                <a:gd name="connsiteX139" fmla="*/ 4709618 w 7350919"/>
                <a:gd name="connsiteY139" fmla="*/ 6042487 h 6858000"/>
                <a:gd name="connsiteX140" fmla="*/ 4722906 w 7350919"/>
                <a:gd name="connsiteY140" fmla="*/ 6127355 h 6858000"/>
                <a:gd name="connsiteX141" fmla="*/ 4758482 w 7350919"/>
                <a:gd name="connsiteY141" fmla="*/ 6151787 h 6858000"/>
                <a:gd name="connsiteX142" fmla="*/ 4770912 w 7350919"/>
                <a:gd name="connsiteY142" fmla="*/ 6146643 h 6858000"/>
                <a:gd name="connsiteX143" fmla="*/ 4817203 w 7350919"/>
                <a:gd name="connsiteY143" fmla="*/ 6254228 h 6858000"/>
                <a:gd name="connsiteX144" fmla="*/ 4768340 w 7350919"/>
                <a:gd name="connsiteY144" fmla="*/ 6189505 h 6858000"/>
                <a:gd name="connsiteX145" fmla="*/ 4701474 w 7350919"/>
                <a:gd name="connsiteY145" fmla="*/ 6229368 h 6858000"/>
                <a:gd name="connsiteX146" fmla="*/ 4712190 w 7350919"/>
                <a:gd name="connsiteY146" fmla="*/ 6316807 h 6858000"/>
                <a:gd name="connsiteX147" fmla="*/ 4727192 w 7350919"/>
                <a:gd name="connsiteY147" fmla="*/ 6318522 h 6858000"/>
                <a:gd name="connsiteX148" fmla="*/ 4786771 w 7350919"/>
                <a:gd name="connsiteY148" fmla="*/ 6612987 h 6858000"/>
                <a:gd name="connsiteX149" fmla="*/ 4648325 w 7350919"/>
                <a:gd name="connsiteY149" fmla="*/ 6327951 h 6858000"/>
                <a:gd name="connsiteX150" fmla="*/ 4661612 w 7350919"/>
                <a:gd name="connsiteY150" fmla="*/ 6325380 h 6858000"/>
                <a:gd name="connsiteX151" fmla="*/ 4645753 w 7350919"/>
                <a:gd name="connsiteY151" fmla="*/ 6237512 h 6858000"/>
                <a:gd name="connsiteX152" fmla="*/ 4616607 w 7350919"/>
                <a:gd name="connsiteY152" fmla="*/ 6234940 h 6858000"/>
                <a:gd name="connsiteX153" fmla="*/ 4590032 w 7350919"/>
                <a:gd name="connsiteY153" fmla="*/ 6064347 h 6858000"/>
                <a:gd name="connsiteX154" fmla="*/ 4605891 w 7350919"/>
                <a:gd name="connsiteY154" fmla="*/ 6053631 h 6858000"/>
                <a:gd name="connsiteX155" fmla="*/ 4555313 w 7350919"/>
                <a:gd name="connsiteY155" fmla="*/ 5712874 h 6858000"/>
                <a:gd name="connsiteX156" fmla="*/ 4542026 w 7350919"/>
                <a:gd name="connsiteY156" fmla="*/ 5704730 h 6858000"/>
                <a:gd name="connsiteX157" fmla="*/ 4533882 w 7350919"/>
                <a:gd name="connsiteY157" fmla="*/ 5640865 h 6858000"/>
                <a:gd name="connsiteX158" fmla="*/ 4509879 w 7350919"/>
                <a:gd name="connsiteY158" fmla="*/ 5664869 h 6858000"/>
                <a:gd name="connsiteX159" fmla="*/ 4483304 w 7350919"/>
                <a:gd name="connsiteY159" fmla="*/ 5649009 h 6858000"/>
                <a:gd name="connsiteX160" fmla="*/ 4256990 w 7350919"/>
                <a:gd name="connsiteY160" fmla="*/ 5966192 h 6858000"/>
                <a:gd name="connsiteX161" fmla="*/ 4262134 w 7350919"/>
                <a:gd name="connsiteY161" fmla="*/ 5976907 h 6858000"/>
                <a:gd name="connsiteX162" fmla="*/ 4101828 w 7350919"/>
                <a:gd name="connsiteY162" fmla="*/ 6086635 h 6858000"/>
                <a:gd name="connsiteX163" fmla="*/ 3509040 w 7350919"/>
                <a:gd name="connsiteY163" fmla="*/ 6443252 h 6858000"/>
                <a:gd name="connsiteX164" fmla="*/ 3360735 w 7350919"/>
                <a:gd name="connsiteY164" fmla="*/ 6470255 h 6858000"/>
                <a:gd name="connsiteX165" fmla="*/ 2684793 w 7350919"/>
                <a:gd name="connsiteY165" fmla="*/ 6408962 h 6858000"/>
                <a:gd name="connsiteX166" fmla="*/ 2674078 w 7350919"/>
                <a:gd name="connsiteY166" fmla="*/ 6424820 h 6858000"/>
                <a:gd name="connsiteX167" fmla="*/ 2599497 w 7350919"/>
                <a:gd name="connsiteY167" fmla="*/ 6424820 h 6858000"/>
                <a:gd name="connsiteX168" fmla="*/ 2540775 w 7350919"/>
                <a:gd name="connsiteY168" fmla="*/ 6363527 h 6858000"/>
                <a:gd name="connsiteX169" fmla="*/ 2540775 w 7350919"/>
                <a:gd name="connsiteY169" fmla="*/ 6339524 h 6858000"/>
                <a:gd name="connsiteX170" fmla="*/ 2018710 w 7350919"/>
                <a:gd name="connsiteY170" fmla="*/ 5899755 h 6858000"/>
                <a:gd name="connsiteX171" fmla="*/ 1999851 w 7350919"/>
                <a:gd name="connsiteY171" fmla="*/ 5910470 h 6858000"/>
                <a:gd name="connsiteX172" fmla="*/ 1938557 w 7350919"/>
                <a:gd name="connsiteY172" fmla="*/ 5782741 h 6858000"/>
                <a:gd name="connsiteX173" fmla="*/ 1855833 w 7350919"/>
                <a:gd name="connsiteY173" fmla="*/ 5622863 h 6858000"/>
                <a:gd name="connsiteX174" fmla="*/ 1783824 w 7350919"/>
                <a:gd name="connsiteY174" fmla="*/ 5859893 h 6858000"/>
                <a:gd name="connsiteX175" fmla="*/ 1799683 w 7350919"/>
                <a:gd name="connsiteY175" fmla="*/ 5862893 h 6858000"/>
                <a:gd name="connsiteX176" fmla="*/ 1764964 w 7350919"/>
                <a:gd name="connsiteY176" fmla="*/ 6025342 h 6858000"/>
                <a:gd name="connsiteX177" fmla="*/ 1719530 w 7350919"/>
                <a:gd name="connsiteY177" fmla="*/ 6025342 h 6858000"/>
                <a:gd name="connsiteX178" fmla="*/ 1695955 w 7350919"/>
                <a:gd name="connsiteY178" fmla="*/ 6104638 h 6858000"/>
                <a:gd name="connsiteX179" fmla="*/ 1525791 w 7350919"/>
                <a:gd name="connsiteY179" fmla="*/ 6347239 h 6858000"/>
                <a:gd name="connsiteX180" fmla="*/ 1517647 w 7350919"/>
                <a:gd name="connsiteY180" fmla="*/ 6318950 h 6858000"/>
                <a:gd name="connsiteX181" fmla="*/ 1644949 w 7350919"/>
                <a:gd name="connsiteY181" fmla="*/ 6086207 h 6858000"/>
                <a:gd name="connsiteX182" fmla="*/ 1666380 w 7350919"/>
                <a:gd name="connsiteY182" fmla="*/ 6009054 h 6858000"/>
                <a:gd name="connsiteX183" fmla="*/ 1562653 w 7350919"/>
                <a:gd name="connsiteY183" fmla="*/ 5918614 h 6858000"/>
                <a:gd name="connsiteX184" fmla="*/ 1567797 w 7350919"/>
                <a:gd name="connsiteY184" fmla="*/ 5907899 h 6858000"/>
                <a:gd name="connsiteX185" fmla="*/ 1644949 w 7350919"/>
                <a:gd name="connsiteY185" fmla="*/ 5929330 h 6858000"/>
                <a:gd name="connsiteX186" fmla="*/ 1687383 w 7350919"/>
                <a:gd name="connsiteY186" fmla="*/ 5833318 h 6858000"/>
                <a:gd name="connsiteX187" fmla="*/ 1706242 w 7350919"/>
                <a:gd name="connsiteY187" fmla="*/ 5830746 h 6858000"/>
                <a:gd name="connsiteX188" fmla="*/ 1773108 w 7350919"/>
                <a:gd name="connsiteY188" fmla="*/ 5601432 h 6858000"/>
                <a:gd name="connsiteX189" fmla="*/ 1471785 w 7350919"/>
                <a:gd name="connsiteY189" fmla="*/ 5772025 h 6858000"/>
                <a:gd name="connsiteX190" fmla="*/ 1469213 w 7350919"/>
                <a:gd name="connsiteY190" fmla="*/ 5793456 h 6858000"/>
                <a:gd name="connsiteX191" fmla="*/ 1287905 w 7350919"/>
                <a:gd name="connsiteY191" fmla="*/ 5809744 h 6858000"/>
                <a:gd name="connsiteX192" fmla="*/ 1224039 w 7350919"/>
                <a:gd name="connsiteY192" fmla="*/ 5836747 h 6858000"/>
                <a:gd name="connsiteX193" fmla="*/ 1224039 w 7350919"/>
                <a:gd name="connsiteY193" fmla="*/ 5820031 h 6858000"/>
                <a:gd name="connsiteX194" fmla="*/ 1208180 w 7350919"/>
                <a:gd name="connsiteY194" fmla="*/ 5828175 h 6858000"/>
                <a:gd name="connsiteX195" fmla="*/ 1194893 w 7350919"/>
                <a:gd name="connsiteY195" fmla="*/ 5823031 h 6858000"/>
                <a:gd name="connsiteX196" fmla="*/ 1192321 w 7350919"/>
                <a:gd name="connsiteY196" fmla="*/ 5801600 h 6858000"/>
                <a:gd name="connsiteX197" fmla="*/ 963007 w 7350919"/>
                <a:gd name="connsiteY197" fmla="*/ 5692300 h 6858000"/>
                <a:gd name="connsiteX198" fmla="*/ 614106 w 7350919"/>
                <a:gd name="connsiteY198" fmla="*/ 6326237 h 6858000"/>
                <a:gd name="connsiteX199" fmla="*/ 615820 w 7350919"/>
                <a:gd name="connsiteY199" fmla="*/ 6410247 h 6858000"/>
                <a:gd name="connsiteX200" fmla="*/ 615820 w 7350919"/>
                <a:gd name="connsiteY200" fmla="*/ 6431250 h 6858000"/>
                <a:gd name="connsiteX201" fmla="*/ 552812 w 7350919"/>
                <a:gd name="connsiteY201" fmla="*/ 6504974 h 6858000"/>
                <a:gd name="connsiteX202" fmla="*/ 463658 w 7350919"/>
                <a:gd name="connsiteY202" fmla="*/ 6454396 h 6858000"/>
                <a:gd name="connsiteX203" fmla="*/ 475660 w 7350919"/>
                <a:gd name="connsiteY203" fmla="*/ 6417963 h 6858000"/>
                <a:gd name="connsiteX204" fmla="*/ 495377 w 7350919"/>
                <a:gd name="connsiteY204" fmla="*/ 6391817 h 6858000"/>
                <a:gd name="connsiteX205" fmla="*/ 504806 w 7350919"/>
                <a:gd name="connsiteY205" fmla="*/ 6384959 h 6858000"/>
                <a:gd name="connsiteX206" fmla="*/ 503521 w 7350919"/>
                <a:gd name="connsiteY206" fmla="*/ 6370385 h 6858000"/>
                <a:gd name="connsiteX207" fmla="*/ 508235 w 7350919"/>
                <a:gd name="connsiteY207" fmla="*/ 6344668 h 6858000"/>
                <a:gd name="connsiteX208" fmla="*/ 574672 w 7350919"/>
                <a:gd name="connsiteY208" fmla="*/ 6288947 h 6858000"/>
                <a:gd name="connsiteX209" fmla="*/ 920573 w 7350919"/>
                <a:gd name="connsiteY209" fmla="*/ 5655439 h 6858000"/>
                <a:gd name="connsiteX210" fmla="*/ 936432 w 7350919"/>
                <a:gd name="connsiteY210" fmla="*/ 5599289 h 6858000"/>
                <a:gd name="connsiteX211" fmla="*/ 950148 w 7350919"/>
                <a:gd name="connsiteY211" fmla="*/ 5604861 h 6858000"/>
                <a:gd name="connsiteX212" fmla="*/ 1048732 w 7350919"/>
                <a:gd name="connsiteY212" fmla="*/ 5429125 h 6858000"/>
                <a:gd name="connsiteX213" fmla="*/ 921001 w 7350919"/>
                <a:gd name="connsiteY213" fmla="*/ 5287679 h 6858000"/>
                <a:gd name="connsiteX214" fmla="*/ 618821 w 7350919"/>
                <a:gd name="connsiteY214" fmla="*/ 5523422 h 6858000"/>
                <a:gd name="connsiteX215" fmla="*/ 617535 w 7350919"/>
                <a:gd name="connsiteY215" fmla="*/ 5556426 h 6858000"/>
                <a:gd name="connsiteX216" fmla="*/ 617106 w 7350919"/>
                <a:gd name="connsiteY216" fmla="*/ 5580429 h 6858000"/>
                <a:gd name="connsiteX217" fmla="*/ 605533 w 7350919"/>
                <a:gd name="connsiteY217" fmla="*/ 5634436 h 6858000"/>
                <a:gd name="connsiteX218" fmla="*/ 523666 w 7350919"/>
                <a:gd name="connsiteY218" fmla="*/ 5648152 h 6858000"/>
                <a:gd name="connsiteX219" fmla="*/ 477374 w 7350919"/>
                <a:gd name="connsiteY219" fmla="*/ 5585144 h 6858000"/>
                <a:gd name="connsiteX220" fmla="*/ 1236041 w 7350919"/>
                <a:gd name="connsiteY220" fmla="*/ 5044648 h 6858000"/>
                <a:gd name="connsiteX221" fmla="*/ 1230469 w 7350919"/>
                <a:gd name="connsiteY221" fmla="*/ 4280410 h 6858000"/>
                <a:gd name="connsiteX222" fmla="*/ 961292 w 7350919"/>
                <a:gd name="connsiteY222" fmla="*/ 4146678 h 6858000"/>
                <a:gd name="connsiteX223" fmla="*/ 797986 w 7350919"/>
                <a:gd name="connsiteY223" fmla="*/ 5041219 h 6858000"/>
                <a:gd name="connsiteX224" fmla="*/ 761553 w 7350919"/>
                <a:gd name="connsiteY224" fmla="*/ 5082367 h 6858000"/>
                <a:gd name="connsiteX225" fmla="*/ 705832 w 7350919"/>
                <a:gd name="connsiteY225" fmla="*/ 5311682 h 6858000"/>
                <a:gd name="connsiteX226" fmla="*/ 626107 w 7350919"/>
                <a:gd name="connsiteY226" fmla="*/ 5301823 h 6858000"/>
                <a:gd name="connsiteX227" fmla="*/ 652682 w 7350919"/>
                <a:gd name="connsiteY227" fmla="*/ 5216098 h 6858000"/>
                <a:gd name="connsiteX228" fmla="*/ 665970 w 7350919"/>
                <a:gd name="connsiteY228" fmla="*/ 5207954 h 6858000"/>
                <a:gd name="connsiteX229" fmla="*/ 672827 w 7350919"/>
                <a:gd name="connsiteY229" fmla="*/ 5158662 h 6858000"/>
                <a:gd name="connsiteX230" fmla="*/ 713118 w 7350919"/>
                <a:gd name="connsiteY230" fmla="*/ 5087510 h 6858000"/>
                <a:gd name="connsiteX231" fmla="*/ 768411 w 7350919"/>
                <a:gd name="connsiteY231" fmla="*/ 5023217 h 6858000"/>
                <a:gd name="connsiteX232" fmla="*/ 934717 w 7350919"/>
                <a:gd name="connsiteY232" fmla="*/ 4070383 h 6858000"/>
                <a:gd name="connsiteX233" fmla="*/ 889283 w 7350919"/>
                <a:gd name="connsiteY233" fmla="*/ 3948654 h 6858000"/>
                <a:gd name="connsiteX234" fmla="*/ 899999 w 7350919"/>
                <a:gd name="connsiteY234" fmla="*/ 3880931 h 6858000"/>
                <a:gd name="connsiteX235" fmla="*/ 899999 w 7350919"/>
                <a:gd name="connsiteY235" fmla="*/ 3843212 h 6858000"/>
                <a:gd name="connsiteX236" fmla="*/ 861851 w 7350919"/>
                <a:gd name="connsiteY236" fmla="*/ 3862072 h 6858000"/>
                <a:gd name="connsiteX237" fmla="*/ 817274 w 7350919"/>
                <a:gd name="connsiteY237" fmla="*/ 3853928 h 6858000"/>
                <a:gd name="connsiteX238" fmla="*/ 833562 w 7350919"/>
                <a:gd name="connsiteY238" fmla="*/ 3757916 h 6858000"/>
                <a:gd name="connsiteX239" fmla="*/ 878996 w 7350919"/>
                <a:gd name="connsiteY239" fmla="*/ 3763488 h 6858000"/>
                <a:gd name="connsiteX240" fmla="*/ 878996 w 7350919"/>
                <a:gd name="connsiteY240" fmla="*/ 3790920 h 6858000"/>
                <a:gd name="connsiteX241" fmla="*/ 966864 w 7350919"/>
                <a:gd name="connsiteY241" fmla="*/ 3065686 h 6858000"/>
                <a:gd name="connsiteX242" fmla="*/ 924002 w 7350919"/>
                <a:gd name="connsiteY242" fmla="*/ 3063114 h 6858000"/>
                <a:gd name="connsiteX243" fmla="*/ 923573 w 7350919"/>
                <a:gd name="connsiteY243" fmla="*/ 2967103 h 6858000"/>
                <a:gd name="connsiteX244" fmla="*/ 966436 w 7350919"/>
                <a:gd name="connsiteY244" fmla="*/ 2967103 h 6858000"/>
                <a:gd name="connsiteX245" fmla="*/ 971579 w 7350919"/>
                <a:gd name="connsiteY245" fmla="*/ 2817941 h 6858000"/>
                <a:gd name="connsiteX246" fmla="*/ 982295 w 7350919"/>
                <a:gd name="connsiteY246" fmla="*/ 2809797 h 6858000"/>
                <a:gd name="connsiteX247" fmla="*/ 968579 w 7350919"/>
                <a:gd name="connsiteY247" fmla="*/ 2729216 h 6858000"/>
                <a:gd name="connsiteX248" fmla="*/ 984009 w 7350919"/>
                <a:gd name="connsiteY248" fmla="*/ 2671351 h 6858000"/>
                <a:gd name="connsiteX249" fmla="*/ 1009298 w 7350919"/>
                <a:gd name="connsiteY249" fmla="*/ 2655063 h 6858000"/>
                <a:gd name="connsiteX250" fmla="*/ 1022157 w 7350919"/>
                <a:gd name="connsiteY250" fmla="*/ 2644777 h 6858000"/>
                <a:gd name="connsiteX251" fmla="*/ 1248471 w 7350919"/>
                <a:gd name="connsiteY251" fmla="*/ 2532905 h 6858000"/>
                <a:gd name="connsiteX252" fmla="*/ 1173890 w 7350919"/>
                <a:gd name="connsiteY252" fmla="*/ 1688943 h 6858000"/>
                <a:gd name="connsiteX253" fmla="*/ 1112168 w 7350919"/>
                <a:gd name="connsiteY253" fmla="*/ 1544067 h 6858000"/>
                <a:gd name="connsiteX254" fmla="*/ 859279 w 7350919"/>
                <a:gd name="connsiteY254" fmla="*/ 1208025 h 6858000"/>
                <a:gd name="connsiteX255" fmla="*/ 826275 w 7350919"/>
                <a:gd name="connsiteY255" fmla="*/ 1171592 h 6858000"/>
                <a:gd name="connsiteX256" fmla="*/ 900856 w 7350919"/>
                <a:gd name="connsiteY256" fmla="*/ 1140731 h 6858000"/>
                <a:gd name="connsiteX257" fmla="*/ 915429 w 7350919"/>
                <a:gd name="connsiteY257" fmla="*/ 1130873 h 6858000"/>
                <a:gd name="connsiteX258" fmla="*/ 423796 w 7350919"/>
                <a:gd name="connsiteY258" fmla="*/ 846695 h 6858000"/>
                <a:gd name="connsiteX259" fmla="*/ 1877692 w 7350919"/>
                <a:gd name="connsiteY259" fmla="*/ 916560 h 6858000"/>
                <a:gd name="connsiteX260" fmla="*/ 1047874 w 7350919"/>
                <a:gd name="connsiteY260" fmla="*/ 1157448 h 6858000"/>
                <a:gd name="connsiteX261" fmla="*/ 1061162 w 7350919"/>
                <a:gd name="connsiteY261" fmla="*/ 1199882 h 6858000"/>
                <a:gd name="connsiteX262" fmla="*/ 1039731 w 7350919"/>
                <a:gd name="connsiteY262" fmla="*/ 1215741 h 6858000"/>
                <a:gd name="connsiteX263" fmla="*/ 1173033 w 7350919"/>
                <a:gd name="connsiteY263" fmla="*/ 1511063 h 6858000"/>
                <a:gd name="connsiteX264" fmla="*/ 1365057 w 7350919"/>
                <a:gd name="connsiteY264" fmla="*/ 1567213 h 6858000"/>
                <a:gd name="connsiteX265" fmla="*/ 1388631 w 7350919"/>
                <a:gd name="connsiteY265" fmla="*/ 1564642 h 6858000"/>
                <a:gd name="connsiteX266" fmla="*/ 1415206 w 7350919"/>
                <a:gd name="connsiteY266" fmla="*/ 1484917 h 6858000"/>
                <a:gd name="connsiteX267" fmla="*/ 1441781 w 7350919"/>
                <a:gd name="connsiteY267" fmla="*/ 1490061 h 6858000"/>
                <a:gd name="connsiteX268" fmla="*/ 1439209 w 7350919"/>
                <a:gd name="connsiteY268" fmla="*/ 1697944 h 6858000"/>
                <a:gd name="connsiteX269" fmla="*/ 1420350 w 7350919"/>
                <a:gd name="connsiteY269" fmla="*/ 1689800 h 6858000"/>
                <a:gd name="connsiteX270" fmla="*/ 1391203 w 7350919"/>
                <a:gd name="connsiteY270" fmla="*/ 1623363 h 6858000"/>
                <a:gd name="connsiteX271" fmla="*/ 1364628 w 7350919"/>
                <a:gd name="connsiteY271" fmla="*/ 1625935 h 6858000"/>
                <a:gd name="connsiteX272" fmla="*/ 1337625 w 7350919"/>
                <a:gd name="connsiteY272" fmla="*/ 1685514 h 6858000"/>
                <a:gd name="connsiteX273" fmla="*/ 1335053 w 7350919"/>
                <a:gd name="connsiteY273" fmla="*/ 1801671 h 6858000"/>
                <a:gd name="connsiteX274" fmla="*/ 1316622 w 7350919"/>
                <a:gd name="connsiteY274" fmla="*/ 1812387 h 6858000"/>
                <a:gd name="connsiteX275" fmla="*/ 1496645 w 7350919"/>
                <a:gd name="connsiteY275" fmla="*/ 2250442 h 6858000"/>
                <a:gd name="connsiteX276" fmla="*/ 1420350 w 7350919"/>
                <a:gd name="connsiteY276" fmla="*/ 2286875 h 6858000"/>
                <a:gd name="connsiteX277" fmla="*/ 1319194 w 7350919"/>
                <a:gd name="connsiteY277" fmla="*/ 2045130 h 6858000"/>
                <a:gd name="connsiteX278" fmla="*/ 1313622 w 7350919"/>
                <a:gd name="connsiteY278" fmla="*/ 2526047 h 6858000"/>
                <a:gd name="connsiteX279" fmla="*/ 1483786 w 7350919"/>
                <a:gd name="connsiteY279" fmla="*/ 2518332 h 6858000"/>
                <a:gd name="connsiteX280" fmla="*/ 1582370 w 7350919"/>
                <a:gd name="connsiteY280" fmla="*/ 2235440 h 6858000"/>
                <a:gd name="connsiteX281" fmla="*/ 1718673 w 7350919"/>
                <a:gd name="connsiteY281" fmla="*/ 2251727 h 6858000"/>
                <a:gd name="connsiteX282" fmla="*/ 1763678 w 7350919"/>
                <a:gd name="connsiteY282" fmla="*/ 2193006 h 6858000"/>
                <a:gd name="connsiteX283" fmla="*/ 1809541 w 7350919"/>
                <a:gd name="connsiteY283" fmla="*/ 2270587 h 6858000"/>
                <a:gd name="connsiteX284" fmla="*/ 1897409 w 7350919"/>
                <a:gd name="connsiteY284" fmla="*/ 2273159 h 6858000"/>
                <a:gd name="connsiteX285" fmla="*/ 1916269 w 7350919"/>
                <a:gd name="connsiteY285" fmla="*/ 2235011 h 6858000"/>
                <a:gd name="connsiteX286" fmla="*/ 1899124 w 7350919"/>
                <a:gd name="connsiteY286" fmla="*/ 2187434 h 6858000"/>
                <a:gd name="connsiteX287" fmla="*/ 1999422 w 7350919"/>
                <a:gd name="connsiteY287" fmla="*/ 2169860 h 6858000"/>
                <a:gd name="connsiteX288" fmla="*/ 1960846 w 7350919"/>
                <a:gd name="connsiteY288" fmla="*/ 2249156 h 6858000"/>
                <a:gd name="connsiteX289" fmla="*/ 2033712 w 7350919"/>
                <a:gd name="connsiteY289" fmla="*/ 2252156 h 6858000"/>
                <a:gd name="connsiteX290" fmla="*/ 2073574 w 7350919"/>
                <a:gd name="connsiteY290" fmla="*/ 2200292 h 6858000"/>
                <a:gd name="connsiteX291" fmla="*/ 2131439 w 7350919"/>
                <a:gd name="connsiteY291" fmla="*/ 1972692 h 6858000"/>
                <a:gd name="connsiteX292" fmla="*/ 2144297 w 7350919"/>
                <a:gd name="connsiteY292" fmla="*/ 1921257 h 6858000"/>
                <a:gd name="connsiteX293" fmla="*/ 2166157 w 7350919"/>
                <a:gd name="connsiteY293" fmla="*/ 1894254 h 6858000"/>
                <a:gd name="connsiteX294" fmla="*/ 2274599 w 7350919"/>
                <a:gd name="connsiteY294" fmla="*/ 1836818 h 6858000"/>
                <a:gd name="connsiteX295" fmla="*/ 2304603 w 7350919"/>
                <a:gd name="connsiteY295" fmla="*/ 1812387 h 6858000"/>
                <a:gd name="connsiteX296" fmla="*/ 3040124 w 7350919"/>
                <a:gd name="connsiteY296" fmla="*/ 1766524 h 6858000"/>
                <a:gd name="connsiteX297" fmla="*/ 3200858 w 7350919"/>
                <a:gd name="connsiteY297" fmla="*/ 1803814 h 6858000"/>
                <a:gd name="connsiteX298" fmla="*/ 3475178 w 7350919"/>
                <a:gd name="connsiteY298" fmla="*/ 1901969 h 6858000"/>
                <a:gd name="connsiteX299" fmla="*/ 3618339 w 7350919"/>
                <a:gd name="connsiteY299" fmla="*/ 1996267 h 6858000"/>
                <a:gd name="connsiteX300" fmla="*/ 3674060 w 7350919"/>
                <a:gd name="connsiteY300" fmla="*/ 2172432 h 6858000"/>
                <a:gd name="connsiteX301" fmla="*/ 3660773 w 7350919"/>
                <a:gd name="connsiteY301" fmla="*/ 2332309 h 6858000"/>
                <a:gd name="connsiteX302" fmla="*/ 3642342 w 7350919"/>
                <a:gd name="connsiteY302" fmla="*/ 2329737 h 6858000"/>
                <a:gd name="connsiteX303" fmla="*/ 3626483 w 7350919"/>
                <a:gd name="connsiteY303" fmla="*/ 2406890 h 6858000"/>
                <a:gd name="connsiteX304" fmla="*/ 3637198 w 7350919"/>
                <a:gd name="connsiteY304" fmla="*/ 2420177 h 6858000"/>
                <a:gd name="connsiteX305" fmla="*/ 3615767 w 7350919"/>
                <a:gd name="connsiteY305" fmla="*/ 2529476 h 6858000"/>
                <a:gd name="connsiteX306" fmla="*/ 3668488 w 7350919"/>
                <a:gd name="connsiteY306" fmla="*/ 2545764 h 6858000"/>
                <a:gd name="connsiteX307" fmla="*/ 3639770 w 7350919"/>
                <a:gd name="connsiteY307" fmla="*/ 2649491 h 6858000"/>
                <a:gd name="connsiteX308" fmla="*/ 3596908 w 7350919"/>
                <a:gd name="connsiteY308" fmla="*/ 2638776 h 6858000"/>
                <a:gd name="connsiteX309" fmla="*/ 3546330 w 7350919"/>
                <a:gd name="connsiteY309" fmla="*/ 2931527 h 6858000"/>
                <a:gd name="connsiteX310" fmla="*/ 3555331 w 7350919"/>
                <a:gd name="connsiteY310" fmla="*/ 2958530 h 6858000"/>
                <a:gd name="connsiteX311" fmla="*/ 3541186 w 7350919"/>
                <a:gd name="connsiteY311" fmla="*/ 2982962 h 6858000"/>
                <a:gd name="connsiteX312" fmla="*/ 3546330 w 7350919"/>
                <a:gd name="connsiteY312" fmla="*/ 3028396 h 6858000"/>
                <a:gd name="connsiteX313" fmla="*/ 3530471 w 7350919"/>
                <a:gd name="connsiteY313" fmla="*/ 3052828 h 6858000"/>
                <a:gd name="connsiteX314" fmla="*/ 3512897 w 7350919"/>
                <a:gd name="connsiteY314" fmla="*/ 3112406 h 6858000"/>
                <a:gd name="connsiteX315" fmla="*/ 3501753 w 7350919"/>
                <a:gd name="connsiteY315" fmla="*/ 3143696 h 6858000"/>
                <a:gd name="connsiteX316" fmla="*/ 3484179 w 7350919"/>
                <a:gd name="connsiteY316" fmla="*/ 3143696 h 6858000"/>
                <a:gd name="connsiteX317" fmla="*/ 2920537 w 7350919"/>
                <a:gd name="connsiteY317" fmla="*/ 3193845 h 6858000"/>
                <a:gd name="connsiteX318" fmla="*/ 2544633 w 7350919"/>
                <a:gd name="connsiteY318" fmla="*/ 3113692 h 6858000"/>
                <a:gd name="connsiteX319" fmla="*/ 2515058 w 7350919"/>
                <a:gd name="connsiteY319" fmla="*/ 3848356 h 6858000"/>
                <a:gd name="connsiteX320" fmla="*/ 2653933 w 7350919"/>
                <a:gd name="connsiteY320" fmla="*/ 3774203 h 6858000"/>
                <a:gd name="connsiteX321" fmla="*/ 3042695 w 7350919"/>
                <a:gd name="connsiteY321" fmla="*/ 3500312 h 6858000"/>
                <a:gd name="connsiteX322" fmla="*/ 3034552 w 7350919"/>
                <a:gd name="connsiteY322" fmla="*/ 3468165 h 6858000"/>
                <a:gd name="connsiteX323" fmla="*/ 3139136 w 7350919"/>
                <a:gd name="connsiteY323" fmla="*/ 3443733 h 6858000"/>
                <a:gd name="connsiteX324" fmla="*/ 3148137 w 7350919"/>
                <a:gd name="connsiteY324" fmla="*/ 3439019 h 6858000"/>
                <a:gd name="connsiteX325" fmla="*/ 3207287 w 7350919"/>
                <a:gd name="connsiteY325" fmla="*/ 3395728 h 6858000"/>
                <a:gd name="connsiteX326" fmla="*/ 3315301 w 7350919"/>
                <a:gd name="connsiteY326" fmla="*/ 3406443 h 6858000"/>
                <a:gd name="connsiteX327" fmla="*/ 3966811 w 7350919"/>
                <a:gd name="connsiteY327" fmla="*/ 3448877 h 6858000"/>
                <a:gd name="connsiteX328" fmla="*/ 4095827 w 7350919"/>
                <a:gd name="connsiteY328" fmla="*/ 3508027 h 6858000"/>
                <a:gd name="connsiteX329" fmla="*/ 4590460 w 7350919"/>
                <a:gd name="connsiteY329" fmla="*/ 3914792 h 6858000"/>
                <a:gd name="connsiteX330" fmla="*/ 4679615 w 7350919"/>
                <a:gd name="connsiteY330" fmla="*/ 3955083 h 6858000"/>
                <a:gd name="connsiteX331" fmla="*/ 4683044 w 7350919"/>
                <a:gd name="connsiteY331" fmla="*/ 3992802 h 6858000"/>
                <a:gd name="connsiteX332" fmla="*/ 4684758 w 7350919"/>
                <a:gd name="connsiteY332" fmla="*/ 4022806 h 6858000"/>
                <a:gd name="connsiteX333" fmla="*/ 4665899 w 7350919"/>
                <a:gd name="connsiteY333" fmla="*/ 4039094 h 6858000"/>
                <a:gd name="connsiteX334" fmla="*/ 4838634 w 7350919"/>
                <a:gd name="connsiteY334" fmla="*/ 4661886 h 6858000"/>
                <a:gd name="connsiteX335" fmla="*/ 4862637 w 7350919"/>
                <a:gd name="connsiteY335" fmla="*/ 4661886 h 6858000"/>
                <a:gd name="connsiteX336" fmla="*/ 4825347 w 7350919"/>
                <a:gd name="connsiteY336" fmla="*/ 4817048 h 6858000"/>
                <a:gd name="connsiteX337" fmla="*/ 4702760 w 7350919"/>
                <a:gd name="connsiteY337" fmla="*/ 5234958 h 6858000"/>
                <a:gd name="connsiteX338" fmla="*/ 4962936 w 7350919"/>
                <a:gd name="connsiteY338" fmla="*/ 5102084 h 6858000"/>
                <a:gd name="connsiteX339" fmla="*/ 4963793 w 7350919"/>
                <a:gd name="connsiteY339" fmla="*/ 5069937 h 6858000"/>
                <a:gd name="connsiteX340" fmla="*/ 4998940 w 7350919"/>
                <a:gd name="connsiteY340" fmla="*/ 5093511 h 6858000"/>
                <a:gd name="connsiteX341" fmla="*/ 5128814 w 7350919"/>
                <a:gd name="connsiteY341" fmla="*/ 5053649 h 6858000"/>
                <a:gd name="connsiteX342" fmla="*/ 5144673 w 7350919"/>
                <a:gd name="connsiteY342" fmla="*/ 4660172 h 6858000"/>
                <a:gd name="connsiteX343" fmla="*/ 5104810 w 7350919"/>
                <a:gd name="connsiteY343" fmla="*/ 4498580 h 6858000"/>
                <a:gd name="connsiteX344" fmla="*/ 4991225 w 7350919"/>
                <a:gd name="connsiteY344" fmla="*/ 4444573 h 6858000"/>
                <a:gd name="connsiteX345" fmla="*/ 5090666 w 7350919"/>
                <a:gd name="connsiteY345" fmla="*/ 4457003 h 6858000"/>
                <a:gd name="connsiteX346" fmla="*/ 5163532 w 7350919"/>
                <a:gd name="connsiteY346" fmla="*/ 4430000 h 6858000"/>
                <a:gd name="connsiteX347" fmla="*/ 5174248 w 7350919"/>
                <a:gd name="connsiteY347" fmla="*/ 3985087 h 6858000"/>
                <a:gd name="connsiteX348" fmla="*/ 5115526 w 7350919"/>
                <a:gd name="connsiteY348" fmla="*/ 3982515 h 6858000"/>
                <a:gd name="connsiteX349" fmla="*/ 5032802 w 7350919"/>
                <a:gd name="connsiteY349" fmla="*/ 4045095 h 6858000"/>
                <a:gd name="connsiteX350" fmla="*/ 5015657 w 7350919"/>
                <a:gd name="connsiteY350" fmla="*/ 4001803 h 6858000"/>
                <a:gd name="connsiteX351" fmla="*/ 4976652 w 7350919"/>
                <a:gd name="connsiteY351" fmla="*/ 3984658 h 6858000"/>
                <a:gd name="connsiteX352" fmla="*/ 4978795 w 7350919"/>
                <a:gd name="connsiteY352" fmla="*/ 3931937 h 6858000"/>
                <a:gd name="connsiteX353" fmla="*/ 4969365 w 7350919"/>
                <a:gd name="connsiteY353" fmla="*/ 3858643 h 6858000"/>
                <a:gd name="connsiteX354" fmla="*/ 4827919 w 7350919"/>
                <a:gd name="connsiteY354" fmla="*/ 3598896 h 6858000"/>
                <a:gd name="connsiteX355" fmla="*/ 4521452 w 7350919"/>
                <a:gd name="connsiteY355" fmla="*/ 3441590 h 6858000"/>
                <a:gd name="connsiteX356" fmla="*/ 4451586 w 7350919"/>
                <a:gd name="connsiteY356" fmla="*/ 3454878 h 6858000"/>
                <a:gd name="connsiteX357" fmla="*/ 4494449 w 7350919"/>
                <a:gd name="connsiteY357" fmla="*/ 3473737 h 6858000"/>
                <a:gd name="connsiteX358" fmla="*/ 4324284 w 7350919"/>
                <a:gd name="connsiteY358" fmla="*/ 3428732 h 6858000"/>
                <a:gd name="connsiteX359" fmla="*/ 4288280 w 7350919"/>
                <a:gd name="connsiteY359" fmla="*/ 3444591 h 6858000"/>
                <a:gd name="connsiteX360" fmla="*/ 4159692 w 7350919"/>
                <a:gd name="connsiteY360" fmla="*/ 3410301 h 6858000"/>
                <a:gd name="connsiteX361" fmla="*/ 4169122 w 7350919"/>
                <a:gd name="connsiteY361" fmla="*/ 3406443 h 6858000"/>
                <a:gd name="connsiteX362" fmla="*/ 4151120 w 7350919"/>
                <a:gd name="connsiteY362" fmla="*/ 3390584 h 6858000"/>
                <a:gd name="connsiteX363" fmla="*/ 4227844 w 7350919"/>
                <a:gd name="connsiteY363" fmla="*/ 3175414 h 6858000"/>
                <a:gd name="connsiteX364" fmla="*/ 3975384 w 7350919"/>
                <a:gd name="connsiteY364" fmla="*/ 3116693 h 6858000"/>
                <a:gd name="connsiteX365" fmla="*/ 3873799 w 7350919"/>
                <a:gd name="connsiteY365" fmla="*/ 2980390 h 6858000"/>
                <a:gd name="connsiteX366" fmla="*/ 3855368 w 7350919"/>
                <a:gd name="connsiteY366" fmla="*/ 2916953 h 6858000"/>
                <a:gd name="connsiteX367" fmla="*/ 3836509 w 7350919"/>
                <a:gd name="connsiteY367" fmla="*/ 2898094 h 6858000"/>
                <a:gd name="connsiteX368" fmla="*/ 3836509 w 7350919"/>
                <a:gd name="connsiteY368" fmla="*/ 2850088 h 6858000"/>
                <a:gd name="connsiteX369" fmla="*/ 3849796 w 7350919"/>
                <a:gd name="connsiteY369" fmla="*/ 2847516 h 6858000"/>
                <a:gd name="connsiteX370" fmla="*/ 3844653 w 7350919"/>
                <a:gd name="connsiteY370" fmla="*/ 2421463 h 6858000"/>
                <a:gd name="connsiteX371" fmla="*/ 3793646 w 7350919"/>
                <a:gd name="connsiteY371" fmla="*/ 2416320 h 6858000"/>
                <a:gd name="connsiteX372" fmla="*/ 3801790 w 7350919"/>
                <a:gd name="connsiteY372" fmla="*/ 2307020 h 6858000"/>
                <a:gd name="connsiteX373" fmla="*/ 3844653 w 7350919"/>
                <a:gd name="connsiteY373" fmla="*/ 2310020 h 6858000"/>
                <a:gd name="connsiteX374" fmla="*/ 3847225 w 7350919"/>
                <a:gd name="connsiteY374" fmla="*/ 2192577 h 6858000"/>
                <a:gd name="connsiteX375" fmla="*/ 3860512 w 7350919"/>
                <a:gd name="connsiteY375" fmla="*/ 2192577 h 6858000"/>
                <a:gd name="connsiteX376" fmla="*/ 3860512 w 7350919"/>
                <a:gd name="connsiteY376" fmla="*/ 2123569 h 6858000"/>
                <a:gd name="connsiteX377" fmla="*/ 3836509 w 7350919"/>
                <a:gd name="connsiteY377" fmla="*/ 2112853 h 6858000"/>
                <a:gd name="connsiteX378" fmla="*/ 3839081 w 7350919"/>
                <a:gd name="connsiteY378" fmla="*/ 2062275 h 6858000"/>
                <a:gd name="connsiteX379" fmla="*/ 3857512 w 7350919"/>
                <a:gd name="connsiteY379" fmla="*/ 2059703 h 6858000"/>
                <a:gd name="connsiteX380" fmla="*/ 3860083 w 7350919"/>
                <a:gd name="connsiteY380" fmla="*/ 2024985 h 6858000"/>
                <a:gd name="connsiteX381" fmla="*/ 3878514 w 7350919"/>
                <a:gd name="connsiteY381" fmla="*/ 2027557 h 6858000"/>
                <a:gd name="connsiteX382" fmla="*/ 5226968 w 7350919"/>
                <a:gd name="connsiteY382" fmla="*/ 2178861 h 6858000"/>
                <a:gd name="connsiteX383" fmla="*/ 5224397 w 7350919"/>
                <a:gd name="connsiteY383" fmla="*/ 2228153 h 6858000"/>
                <a:gd name="connsiteX384" fmla="*/ 5221825 w 7350919"/>
                <a:gd name="connsiteY384" fmla="*/ 2352883 h 6858000"/>
                <a:gd name="connsiteX385" fmla="*/ 5243256 w 7350919"/>
                <a:gd name="connsiteY385" fmla="*/ 2374314 h 6858000"/>
                <a:gd name="connsiteX386" fmla="*/ 5336268 w 7350919"/>
                <a:gd name="connsiteY386" fmla="*/ 2371742 h 6858000"/>
                <a:gd name="connsiteX387" fmla="*/ 5338840 w 7350919"/>
                <a:gd name="connsiteY387" fmla="*/ 2337024 h 6858000"/>
                <a:gd name="connsiteX388" fmla="*/ 5295548 w 7350919"/>
                <a:gd name="connsiteY388" fmla="*/ 2297162 h 6858000"/>
                <a:gd name="connsiteX389" fmla="*/ 5343555 w 7350919"/>
                <a:gd name="connsiteY389" fmla="*/ 2304877 h 6858000"/>
                <a:gd name="connsiteX390" fmla="*/ 5388132 w 7350919"/>
                <a:gd name="connsiteY390" fmla="*/ 2311306 h 6858000"/>
                <a:gd name="connsiteX391" fmla="*/ 5386846 w 7350919"/>
                <a:gd name="connsiteY391" fmla="*/ 2326737 h 6858000"/>
                <a:gd name="connsiteX392" fmla="*/ 5383846 w 7350919"/>
                <a:gd name="connsiteY392" fmla="*/ 2364027 h 6858000"/>
                <a:gd name="connsiteX393" fmla="*/ 5378702 w 7350919"/>
                <a:gd name="connsiteY393" fmla="*/ 2387602 h 6858000"/>
                <a:gd name="connsiteX394" fmla="*/ 5389417 w 7350919"/>
                <a:gd name="connsiteY394" fmla="*/ 2430893 h 6858000"/>
                <a:gd name="connsiteX395" fmla="*/ 5471285 w 7350919"/>
                <a:gd name="connsiteY395" fmla="*/ 2430893 h 6858000"/>
                <a:gd name="connsiteX396" fmla="*/ 5559582 w 7350919"/>
                <a:gd name="connsiteY396" fmla="*/ 2380315 h 6858000"/>
                <a:gd name="connsiteX397" fmla="*/ 5562154 w 7350919"/>
                <a:gd name="connsiteY397" fmla="*/ 2422749 h 6858000"/>
                <a:gd name="connsiteX398" fmla="*/ 5713029 w 7350919"/>
                <a:gd name="connsiteY398" fmla="*/ 2429178 h 6858000"/>
                <a:gd name="connsiteX399" fmla="*/ 5764893 w 7350919"/>
                <a:gd name="connsiteY399" fmla="*/ 2587770 h 6858000"/>
                <a:gd name="connsiteX400" fmla="*/ 5743462 w 7350919"/>
                <a:gd name="connsiteY400" fmla="*/ 2806368 h 6858000"/>
                <a:gd name="connsiteX401" fmla="*/ 5843331 w 7350919"/>
                <a:gd name="connsiteY401" fmla="*/ 2838086 h 6858000"/>
                <a:gd name="connsiteX402" fmla="*/ 5854904 w 7350919"/>
                <a:gd name="connsiteY402" fmla="*/ 2822227 h 6858000"/>
                <a:gd name="connsiteX403" fmla="*/ 5874192 w 7350919"/>
                <a:gd name="connsiteY403" fmla="*/ 2828228 h 6858000"/>
                <a:gd name="connsiteX404" fmla="*/ 5871621 w 7350919"/>
                <a:gd name="connsiteY404" fmla="*/ 2647348 h 6858000"/>
                <a:gd name="connsiteX405" fmla="*/ 5804755 w 7350919"/>
                <a:gd name="connsiteY405" fmla="*/ 2644777 h 6858000"/>
                <a:gd name="connsiteX406" fmla="*/ 5786324 w 7350919"/>
                <a:gd name="connsiteY406" fmla="*/ 2028842 h 6858000"/>
                <a:gd name="connsiteX407" fmla="*/ 5735747 w 7350919"/>
                <a:gd name="connsiteY407" fmla="*/ 1951690 h 6858000"/>
                <a:gd name="connsiteX408" fmla="*/ 5778609 w 7350919"/>
                <a:gd name="connsiteY408" fmla="*/ 1809815 h 6858000"/>
                <a:gd name="connsiteX409" fmla="*/ 5749462 w 7350919"/>
                <a:gd name="connsiteY409" fmla="*/ 886128 h 6858000"/>
                <a:gd name="connsiteX410" fmla="*/ 5736175 w 7350919"/>
                <a:gd name="connsiteY410" fmla="*/ 883556 h 6858000"/>
                <a:gd name="connsiteX411" fmla="*/ 5730603 w 7350919"/>
                <a:gd name="connsiteY411" fmla="*/ 747682 h 6858000"/>
                <a:gd name="connsiteX412" fmla="*/ 5711744 w 7350919"/>
                <a:gd name="connsiteY412" fmla="*/ 745110 h 6858000"/>
                <a:gd name="connsiteX413" fmla="*/ 5695456 w 7350919"/>
                <a:gd name="connsiteY413" fmla="*/ 521368 h 6858000"/>
                <a:gd name="connsiteX414" fmla="*/ 4792772 w 7350919"/>
                <a:gd name="connsiteY414" fmla="*/ 486221 h 6858000"/>
                <a:gd name="connsiteX415" fmla="*/ 4758053 w 7350919"/>
                <a:gd name="connsiteY415" fmla="*/ 452360 h 6858000"/>
                <a:gd name="connsiteX416" fmla="*/ 4785485 w 7350919"/>
                <a:gd name="connsiteY416" fmla="*/ 402210 h 6858000"/>
                <a:gd name="connsiteX417" fmla="*/ 5607159 w 7350919"/>
                <a:gd name="connsiteY417" fmla="*/ 185755 h 6858000"/>
                <a:gd name="connsiteX418" fmla="*/ 5658166 w 7350919"/>
                <a:gd name="connsiteY418" fmla="*/ 57596 h 6858000"/>
                <a:gd name="connsiteX419" fmla="*/ 5653879 w 7350919"/>
                <a:gd name="connsiteY419" fmla="*/ 1446 h 6858000"/>
                <a:gd name="connsiteX420" fmla="*/ 2190160 w 7350919"/>
                <a:gd name="connsiteY420" fmla="*/ 1964549 h 6858000"/>
                <a:gd name="connsiteX421" fmla="*/ 2166157 w 7350919"/>
                <a:gd name="connsiteY421" fmla="*/ 1973121 h 6858000"/>
                <a:gd name="connsiteX422" fmla="*/ 2158013 w 7350919"/>
                <a:gd name="connsiteY422" fmla="*/ 2006982 h 6858000"/>
                <a:gd name="connsiteX423" fmla="*/ 2193589 w 7350919"/>
                <a:gd name="connsiteY423" fmla="*/ 2039129 h 6858000"/>
                <a:gd name="connsiteX424" fmla="*/ 2219307 w 7350919"/>
                <a:gd name="connsiteY424" fmla="*/ 2060132 h 6858000"/>
                <a:gd name="connsiteX425" fmla="*/ 2241166 w 7350919"/>
                <a:gd name="connsiteY425" fmla="*/ 1972264 h 6858000"/>
                <a:gd name="connsiteX426" fmla="*/ 2211592 w 7350919"/>
                <a:gd name="connsiteY426" fmla="*/ 1939260 h 6858000"/>
                <a:gd name="connsiteX427" fmla="*/ 2190160 w 7350919"/>
                <a:gd name="connsiteY427" fmla="*/ 1964549 h 6858000"/>
                <a:gd name="connsiteX428" fmla="*/ 5971062 w 7350919"/>
                <a:gd name="connsiteY428" fmla="*/ 2076848 h 6858000"/>
                <a:gd name="connsiteX429" fmla="*/ 5965918 w 7350919"/>
                <a:gd name="connsiteY429" fmla="*/ 2116711 h 6858000"/>
                <a:gd name="connsiteX430" fmla="*/ 5947059 w 7350919"/>
                <a:gd name="connsiteY430" fmla="*/ 2129998 h 6858000"/>
                <a:gd name="connsiteX431" fmla="*/ 5953488 w 7350919"/>
                <a:gd name="connsiteY431" fmla="*/ 2778508 h 6858000"/>
                <a:gd name="connsiteX432" fmla="*/ 5989921 w 7350919"/>
                <a:gd name="connsiteY432" fmla="*/ 2726215 h 6858000"/>
                <a:gd name="connsiteX433" fmla="*/ 6010495 w 7350919"/>
                <a:gd name="connsiteY433" fmla="*/ 2742075 h 6858000"/>
                <a:gd name="connsiteX434" fmla="*/ 5997636 w 7350919"/>
                <a:gd name="connsiteY434" fmla="*/ 2915668 h 6858000"/>
                <a:gd name="connsiteX435" fmla="*/ 6010924 w 7350919"/>
                <a:gd name="connsiteY435" fmla="*/ 2931527 h 6858000"/>
                <a:gd name="connsiteX436" fmla="*/ 6008352 w 7350919"/>
                <a:gd name="connsiteY436" fmla="*/ 3014251 h 6858000"/>
                <a:gd name="connsiteX437" fmla="*/ 5987349 w 7350919"/>
                <a:gd name="connsiteY437" fmla="*/ 3019395 h 6858000"/>
                <a:gd name="connsiteX438" fmla="*/ 5976634 w 7350919"/>
                <a:gd name="connsiteY438" fmla="*/ 3060543 h 6858000"/>
                <a:gd name="connsiteX439" fmla="*/ 5979205 w 7350919"/>
                <a:gd name="connsiteY439" fmla="*/ 3088832 h 6858000"/>
                <a:gd name="connsiteX440" fmla="*/ 6125795 w 7350919"/>
                <a:gd name="connsiteY440" fmla="*/ 3117978 h 6858000"/>
                <a:gd name="connsiteX441" fmla="*/ 6130939 w 7350919"/>
                <a:gd name="connsiteY441" fmla="*/ 3243566 h 6858000"/>
                <a:gd name="connsiteX442" fmla="*/ 6080361 w 7350919"/>
                <a:gd name="connsiteY442" fmla="*/ 3307431 h 6858000"/>
                <a:gd name="connsiteX443" fmla="*/ 6075217 w 7350919"/>
                <a:gd name="connsiteY443" fmla="*/ 3328433 h 6858000"/>
                <a:gd name="connsiteX444" fmla="*/ 5960775 w 7350919"/>
                <a:gd name="connsiteY444" fmla="*/ 3347293 h 6858000"/>
                <a:gd name="connsiteX445" fmla="*/ 5958203 w 7350919"/>
                <a:gd name="connsiteY445" fmla="*/ 3514885 h 6858000"/>
                <a:gd name="connsiteX446" fmla="*/ 5990350 w 7350919"/>
                <a:gd name="connsiteY446" fmla="*/ 3643473 h 6858000"/>
                <a:gd name="connsiteX447" fmla="*/ 5968919 w 7350919"/>
                <a:gd name="connsiteY447" fmla="*/ 3762202 h 6858000"/>
                <a:gd name="connsiteX448" fmla="*/ 5965061 w 7350919"/>
                <a:gd name="connsiteY448" fmla="*/ 3962370 h 6858000"/>
                <a:gd name="connsiteX449" fmla="*/ 5950059 w 7350919"/>
                <a:gd name="connsiteY449" fmla="*/ 4857339 h 6858000"/>
                <a:gd name="connsiteX450" fmla="*/ 6263813 w 7350919"/>
                <a:gd name="connsiteY450" fmla="*/ 4436429 h 6858000"/>
                <a:gd name="connsiteX451" fmla="*/ 6309247 w 7350919"/>
                <a:gd name="connsiteY451" fmla="*/ 4399139 h 6858000"/>
                <a:gd name="connsiteX452" fmla="*/ 6376113 w 7350919"/>
                <a:gd name="connsiteY452" fmla="*/ 4374707 h 6858000"/>
                <a:gd name="connsiteX453" fmla="*/ 6418975 w 7350919"/>
                <a:gd name="connsiteY453" fmla="*/ 4362277 h 6858000"/>
                <a:gd name="connsiteX454" fmla="*/ 6432262 w 7350919"/>
                <a:gd name="connsiteY454" fmla="*/ 3656332 h 6858000"/>
                <a:gd name="connsiteX455" fmla="*/ 6426261 w 7350919"/>
                <a:gd name="connsiteY455" fmla="*/ 3629757 h 6858000"/>
                <a:gd name="connsiteX456" fmla="*/ 6426690 w 7350919"/>
                <a:gd name="connsiteY456" fmla="*/ 3536317 h 6858000"/>
                <a:gd name="connsiteX457" fmla="*/ 6391971 w 7350919"/>
                <a:gd name="connsiteY457" fmla="*/ 3525601 h 6858000"/>
                <a:gd name="connsiteX458" fmla="*/ 6455837 w 7350919"/>
                <a:gd name="connsiteY458" fmla="*/ 3368296 h 6858000"/>
                <a:gd name="connsiteX459" fmla="*/ 6484983 w 7350919"/>
                <a:gd name="connsiteY459" fmla="*/ 2310449 h 6858000"/>
                <a:gd name="connsiteX460" fmla="*/ 6471696 w 7350919"/>
                <a:gd name="connsiteY460" fmla="*/ 2305306 h 6858000"/>
                <a:gd name="connsiteX461" fmla="*/ 6415546 w 7350919"/>
                <a:gd name="connsiteY461" fmla="*/ 2310449 h 6858000"/>
                <a:gd name="connsiteX462" fmla="*/ 6415546 w 7350919"/>
                <a:gd name="connsiteY462" fmla="*/ 2289446 h 6858000"/>
                <a:gd name="connsiteX463" fmla="*/ 6447264 w 7350919"/>
                <a:gd name="connsiteY463" fmla="*/ 2230725 h 6858000"/>
                <a:gd name="connsiteX464" fmla="*/ 6423261 w 7350919"/>
                <a:gd name="connsiteY464" fmla="*/ 2222581 h 6858000"/>
                <a:gd name="connsiteX465" fmla="*/ 6425833 w 7350919"/>
                <a:gd name="connsiteY465" fmla="*/ 2204150 h 6858000"/>
                <a:gd name="connsiteX466" fmla="*/ 6399258 w 7350919"/>
                <a:gd name="connsiteY466" fmla="*/ 2166860 h 6858000"/>
                <a:gd name="connsiteX467" fmla="*/ 6404402 w 7350919"/>
                <a:gd name="connsiteY467" fmla="*/ 2126998 h 6858000"/>
                <a:gd name="connsiteX468" fmla="*/ 5971062 w 7350919"/>
                <a:gd name="connsiteY468" fmla="*/ 2076848 h 6858000"/>
                <a:gd name="connsiteX469" fmla="*/ 3887515 w 7350919"/>
                <a:gd name="connsiteY469" fmla="*/ 2313878 h 6858000"/>
                <a:gd name="connsiteX470" fmla="*/ 3919662 w 7350919"/>
                <a:gd name="connsiteY470" fmla="*/ 2313878 h 6858000"/>
                <a:gd name="connsiteX471" fmla="*/ 3914519 w 7350919"/>
                <a:gd name="connsiteY471" fmla="*/ 2241869 h 6858000"/>
                <a:gd name="connsiteX472" fmla="*/ 3888373 w 7350919"/>
                <a:gd name="connsiteY472" fmla="*/ 2220866 h 6858000"/>
                <a:gd name="connsiteX473" fmla="*/ 3887515 w 7350919"/>
                <a:gd name="connsiteY473" fmla="*/ 2313878 h 6858000"/>
                <a:gd name="connsiteX474" fmla="*/ 5150245 w 7350919"/>
                <a:gd name="connsiteY474" fmla="*/ 2343453 h 6858000"/>
                <a:gd name="connsiteX475" fmla="*/ 5198679 w 7350919"/>
                <a:gd name="connsiteY475" fmla="*/ 2340453 h 6858000"/>
                <a:gd name="connsiteX476" fmla="*/ 5150245 w 7350919"/>
                <a:gd name="connsiteY476" fmla="*/ 2343453 h 6858000"/>
                <a:gd name="connsiteX477" fmla="*/ 5078664 w 7350919"/>
                <a:gd name="connsiteY477" fmla="*/ 2335309 h 6858000"/>
                <a:gd name="connsiteX478" fmla="*/ 5078664 w 7350919"/>
                <a:gd name="connsiteY478" fmla="*/ 2409890 h 6858000"/>
                <a:gd name="connsiteX479" fmla="*/ 5105239 w 7350919"/>
                <a:gd name="connsiteY479" fmla="*/ 2399175 h 6858000"/>
                <a:gd name="connsiteX480" fmla="*/ 5105239 w 7350919"/>
                <a:gd name="connsiteY480" fmla="*/ 2377743 h 6858000"/>
                <a:gd name="connsiteX481" fmla="*/ 5094524 w 7350919"/>
                <a:gd name="connsiteY481" fmla="*/ 2372171 h 6858000"/>
                <a:gd name="connsiteX482" fmla="*/ 5097095 w 7350919"/>
                <a:gd name="connsiteY482" fmla="*/ 2326737 h 6858000"/>
                <a:gd name="connsiteX483" fmla="*/ 5078664 w 7350919"/>
                <a:gd name="connsiteY483" fmla="*/ 2335309 h 6858000"/>
                <a:gd name="connsiteX484" fmla="*/ 1686954 w 7350919"/>
                <a:gd name="connsiteY484" fmla="*/ 2370028 h 6858000"/>
                <a:gd name="connsiteX485" fmla="*/ 1686954 w 7350919"/>
                <a:gd name="connsiteY485" fmla="*/ 2388459 h 6858000"/>
                <a:gd name="connsiteX486" fmla="*/ 1702813 w 7350919"/>
                <a:gd name="connsiteY486" fmla="*/ 2514046 h 6858000"/>
                <a:gd name="connsiteX487" fmla="*/ 2041427 w 7350919"/>
                <a:gd name="connsiteY487" fmla="*/ 2532477 h 6858000"/>
                <a:gd name="connsiteX488" fmla="*/ 2036284 w 7350919"/>
                <a:gd name="connsiteY488" fmla="*/ 2506331 h 6858000"/>
                <a:gd name="connsiteX489" fmla="*/ 2009709 w 7350919"/>
                <a:gd name="connsiteY489" fmla="*/ 2433893 h 6858000"/>
                <a:gd name="connsiteX490" fmla="*/ 1892266 w 7350919"/>
                <a:gd name="connsiteY490" fmla="*/ 2417605 h 6858000"/>
                <a:gd name="connsiteX491" fmla="*/ 1876407 w 7350919"/>
                <a:gd name="connsiteY491" fmla="*/ 2372600 h 6858000"/>
                <a:gd name="connsiteX492" fmla="*/ 1810827 w 7350919"/>
                <a:gd name="connsiteY492" fmla="*/ 2367456 h 6858000"/>
                <a:gd name="connsiteX493" fmla="*/ 1722102 w 7350919"/>
                <a:gd name="connsiteY493" fmla="*/ 2383315 h 6858000"/>
                <a:gd name="connsiteX494" fmla="*/ 1722102 w 7350919"/>
                <a:gd name="connsiteY494" fmla="*/ 2364885 h 6858000"/>
                <a:gd name="connsiteX495" fmla="*/ 1686954 w 7350919"/>
                <a:gd name="connsiteY495" fmla="*/ 2370028 h 6858000"/>
                <a:gd name="connsiteX496" fmla="*/ 3887515 w 7350919"/>
                <a:gd name="connsiteY496" fmla="*/ 2420606 h 6858000"/>
                <a:gd name="connsiteX497" fmla="*/ 3884943 w 7350919"/>
                <a:gd name="connsiteY497" fmla="*/ 2838944 h 6858000"/>
                <a:gd name="connsiteX498" fmla="*/ 3914090 w 7350919"/>
                <a:gd name="connsiteY498" fmla="*/ 2812369 h 6858000"/>
                <a:gd name="connsiteX499" fmla="*/ 3919233 w 7350919"/>
                <a:gd name="connsiteY499" fmla="*/ 2431321 h 6858000"/>
                <a:gd name="connsiteX500" fmla="*/ 3887515 w 7350919"/>
                <a:gd name="connsiteY500" fmla="*/ 2420606 h 6858000"/>
                <a:gd name="connsiteX501" fmla="*/ 5395847 w 7350919"/>
                <a:gd name="connsiteY501" fmla="*/ 2521761 h 6858000"/>
                <a:gd name="connsiteX502" fmla="*/ 5243685 w 7350919"/>
                <a:gd name="connsiteY502" fmla="*/ 2577911 h 6858000"/>
                <a:gd name="connsiteX503" fmla="*/ 5201251 w 7350919"/>
                <a:gd name="connsiteY503" fmla="*/ 2637061 h 6858000"/>
                <a:gd name="connsiteX504" fmla="*/ 5201251 w 7350919"/>
                <a:gd name="connsiteY504" fmla="*/ 2689782 h 6858000"/>
                <a:gd name="connsiteX505" fmla="*/ 5187964 w 7350919"/>
                <a:gd name="connsiteY505" fmla="*/ 2694926 h 6858000"/>
                <a:gd name="connsiteX506" fmla="*/ 5186678 w 7350919"/>
                <a:gd name="connsiteY506" fmla="*/ 2706498 h 6858000"/>
                <a:gd name="connsiteX507" fmla="*/ 5137386 w 7350919"/>
                <a:gd name="connsiteY507" fmla="*/ 2617344 h 6858000"/>
                <a:gd name="connsiteX508" fmla="*/ 5137386 w 7350919"/>
                <a:gd name="connsiteY508" fmla="*/ 2740360 h 6858000"/>
                <a:gd name="connsiteX509" fmla="*/ 5436138 w 7350919"/>
                <a:gd name="connsiteY509" fmla="*/ 2757076 h 6858000"/>
                <a:gd name="connsiteX510" fmla="*/ 5596015 w 7350919"/>
                <a:gd name="connsiteY510" fmla="*/ 2775078 h 6858000"/>
                <a:gd name="connsiteX511" fmla="*/ 5596015 w 7350919"/>
                <a:gd name="connsiteY511" fmla="*/ 2761791 h 6858000"/>
                <a:gd name="connsiteX512" fmla="*/ 5552295 w 7350919"/>
                <a:gd name="connsiteY512" fmla="*/ 2668351 h 6858000"/>
                <a:gd name="connsiteX513" fmla="*/ 5587871 w 7350919"/>
                <a:gd name="connsiteY513" fmla="*/ 2588627 h 6858000"/>
                <a:gd name="connsiteX514" fmla="*/ 5587871 w 7350919"/>
                <a:gd name="connsiteY514" fmla="*/ 2553480 h 6858000"/>
                <a:gd name="connsiteX515" fmla="*/ 5566868 w 7350919"/>
                <a:gd name="connsiteY515" fmla="*/ 2547050 h 6858000"/>
                <a:gd name="connsiteX516" fmla="*/ 5560010 w 7350919"/>
                <a:gd name="connsiteY516" fmla="*/ 2553480 h 6858000"/>
                <a:gd name="connsiteX517" fmla="*/ 5472571 w 7350919"/>
                <a:gd name="connsiteY517" fmla="*/ 2550908 h 6858000"/>
                <a:gd name="connsiteX518" fmla="*/ 5469571 w 7350919"/>
                <a:gd name="connsiteY518" fmla="*/ 2524333 h 6858000"/>
                <a:gd name="connsiteX519" fmla="*/ 5395847 w 7350919"/>
                <a:gd name="connsiteY519" fmla="*/ 2521761 h 6858000"/>
                <a:gd name="connsiteX520" fmla="*/ 5081665 w 7350919"/>
                <a:gd name="connsiteY520" fmla="*/ 2560766 h 6858000"/>
                <a:gd name="connsiteX521" fmla="*/ 5073521 w 7350919"/>
                <a:gd name="connsiteY521" fmla="*/ 2737788 h 6858000"/>
                <a:gd name="connsiteX522" fmla="*/ 5102667 w 7350919"/>
                <a:gd name="connsiteY522" fmla="*/ 2743360 h 6858000"/>
                <a:gd name="connsiteX523" fmla="*/ 5081665 w 7350919"/>
                <a:gd name="connsiteY523" fmla="*/ 2560766 h 6858000"/>
                <a:gd name="connsiteX524" fmla="*/ 1002012 w 7350919"/>
                <a:gd name="connsiteY524" fmla="*/ 2737788 h 6858000"/>
                <a:gd name="connsiteX525" fmla="*/ 996868 w 7350919"/>
                <a:gd name="connsiteY525" fmla="*/ 2806797 h 6858000"/>
                <a:gd name="connsiteX526" fmla="*/ 1007584 w 7350919"/>
                <a:gd name="connsiteY526" fmla="*/ 2964102 h 6858000"/>
                <a:gd name="connsiteX527" fmla="*/ 1034158 w 7350919"/>
                <a:gd name="connsiteY527" fmla="*/ 2955958 h 6858000"/>
                <a:gd name="connsiteX528" fmla="*/ 1036730 w 7350919"/>
                <a:gd name="connsiteY528" fmla="*/ 2875377 h 6858000"/>
                <a:gd name="connsiteX529" fmla="*/ 1042302 w 7350919"/>
                <a:gd name="connsiteY529" fmla="*/ 2758791 h 6858000"/>
                <a:gd name="connsiteX530" fmla="*/ 1002012 w 7350919"/>
                <a:gd name="connsiteY530" fmla="*/ 2737788 h 6858000"/>
                <a:gd name="connsiteX531" fmla="*/ 5078664 w 7350919"/>
                <a:gd name="connsiteY531" fmla="*/ 2775078 h 6858000"/>
                <a:gd name="connsiteX532" fmla="*/ 5078664 w 7350919"/>
                <a:gd name="connsiteY532" fmla="*/ 2814941 h 6858000"/>
                <a:gd name="connsiteX533" fmla="*/ 5105239 w 7350919"/>
                <a:gd name="connsiteY533" fmla="*/ 2830800 h 6858000"/>
                <a:gd name="connsiteX534" fmla="*/ 5102667 w 7350919"/>
                <a:gd name="connsiteY534" fmla="*/ 2774650 h 6858000"/>
                <a:gd name="connsiteX535" fmla="*/ 5078664 w 7350919"/>
                <a:gd name="connsiteY535" fmla="*/ 2775078 h 6858000"/>
                <a:gd name="connsiteX536" fmla="*/ 999440 w 7350919"/>
                <a:gd name="connsiteY536" fmla="*/ 3062686 h 6858000"/>
                <a:gd name="connsiteX537" fmla="*/ 980580 w 7350919"/>
                <a:gd name="connsiteY537" fmla="*/ 3846212 h 6858000"/>
                <a:gd name="connsiteX538" fmla="*/ 1031587 w 7350919"/>
                <a:gd name="connsiteY538" fmla="*/ 3059686 h 6858000"/>
                <a:gd name="connsiteX539" fmla="*/ 999440 w 7350919"/>
                <a:gd name="connsiteY539" fmla="*/ 3062686 h 6858000"/>
                <a:gd name="connsiteX540" fmla="*/ 4170408 w 7350919"/>
                <a:gd name="connsiteY540" fmla="*/ 3310431 h 6858000"/>
                <a:gd name="connsiteX541" fmla="*/ 4193982 w 7350919"/>
                <a:gd name="connsiteY541" fmla="*/ 3369581 h 6858000"/>
                <a:gd name="connsiteX542" fmla="*/ 4190982 w 7350919"/>
                <a:gd name="connsiteY542" fmla="*/ 3337434 h 6858000"/>
                <a:gd name="connsiteX543" fmla="*/ 4183267 w 7350919"/>
                <a:gd name="connsiteY543" fmla="*/ 3309574 h 6858000"/>
                <a:gd name="connsiteX544" fmla="*/ 4170408 w 7350919"/>
                <a:gd name="connsiteY544" fmla="*/ 3310431 h 6858000"/>
                <a:gd name="connsiteX545" fmla="*/ 4225700 w 7350919"/>
                <a:gd name="connsiteY545" fmla="*/ 3358437 h 6858000"/>
                <a:gd name="connsiteX546" fmla="*/ 4244560 w 7350919"/>
                <a:gd name="connsiteY546" fmla="*/ 3396585 h 6858000"/>
                <a:gd name="connsiteX547" fmla="*/ 4244560 w 7350919"/>
                <a:gd name="connsiteY547" fmla="*/ 3369581 h 6858000"/>
                <a:gd name="connsiteX548" fmla="*/ 4225700 w 7350919"/>
                <a:gd name="connsiteY548" fmla="*/ 3358437 h 6858000"/>
                <a:gd name="connsiteX549" fmla="*/ 4313997 w 7350919"/>
                <a:gd name="connsiteY549" fmla="*/ 3366581 h 6858000"/>
                <a:gd name="connsiteX550" fmla="*/ 4322141 w 7350919"/>
                <a:gd name="connsiteY550" fmla="*/ 3409015 h 6858000"/>
                <a:gd name="connsiteX551" fmla="*/ 4420725 w 7350919"/>
                <a:gd name="connsiteY551" fmla="*/ 3438590 h 6858000"/>
                <a:gd name="connsiteX552" fmla="*/ 4313997 w 7350919"/>
                <a:gd name="connsiteY552" fmla="*/ 3366581 h 6858000"/>
                <a:gd name="connsiteX553" fmla="*/ 4276707 w 7350919"/>
                <a:gd name="connsiteY553" fmla="*/ 3382440 h 6858000"/>
                <a:gd name="connsiteX554" fmla="*/ 4279279 w 7350919"/>
                <a:gd name="connsiteY554" fmla="*/ 3406872 h 6858000"/>
                <a:gd name="connsiteX555" fmla="*/ 4298138 w 7350919"/>
                <a:gd name="connsiteY555" fmla="*/ 3377297 h 6858000"/>
                <a:gd name="connsiteX556" fmla="*/ 4276707 w 7350919"/>
                <a:gd name="connsiteY556" fmla="*/ 3382440 h 6858000"/>
                <a:gd name="connsiteX557" fmla="*/ 5818471 w 7350919"/>
                <a:gd name="connsiteY557" fmla="*/ 3400014 h 6858000"/>
                <a:gd name="connsiteX558" fmla="*/ 5723745 w 7350919"/>
                <a:gd name="connsiteY558" fmla="*/ 3427875 h 6858000"/>
                <a:gd name="connsiteX559" fmla="*/ 5721173 w 7350919"/>
                <a:gd name="connsiteY559" fmla="*/ 3454449 h 6858000"/>
                <a:gd name="connsiteX560" fmla="*/ 5750749 w 7350919"/>
                <a:gd name="connsiteY560" fmla="*/ 3451877 h 6858000"/>
                <a:gd name="connsiteX561" fmla="*/ 5860048 w 7350919"/>
                <a:gd name="connsiteY561" fmla="*/ 3422731 h 6858000"/>
                <a:gd name="connsiteX562" fmla="*/ 5860048 w 7350919"/>
                <a:gd name="connsiteY562" fmla="*/ 3377297 h 6858000"/>
                <a:gd name="connsiteX563" fmla="*/ 5818471 w 7350919"/>
                <a:gd name="connsiteY563" fmla="*/ 3400014 h 6858000"/>
                <a:gd name="connsiteX564" fmla="*/ 4596033 w 7350919"/>
                <a:gd name="connsiteY564" fmla="*/ 3448877 h 6858000"/>
                <a:gd name="connsiteX565" fmla="*/ 4588317 w 7350919"/>
                <a:gd name="connsiteY565" fmla="*/ 3523458 h 6858000"/>
                <a:gd name="connsiteX566" fmla="*/ 4680901 w 7350919"/>
                <a:gd name="connsiteY566" fmla="*/ 3537174 h 6858000"/>
                <a:gd name="connsiteX567" fmla="*/ 4700617 w 7350919"/>
                <a:gd name="connsiteY567" fmla="*/ 3546175 h 6858000"/>
                <a:gd name="connsiteX568" fmla="*/ 4935075 w 7350919"/>
                <a:gd name="connsiteY568" fmla="*/ 3542317 h 6858000"/>
                <a:gd name="connsiteX569" fmla="*/ 4924359 w 7350919"/>
                <a:gd name="connsiteY569" fmla="*/ 3481024 h 6858000"/>
                <a:gd name="connsiteX570" fmla="*/ 4596033 w 7350919"/>
                <a:gd name="connsiteY570" fmla="*/ 3448877 h 6858000"/>
                <a:gd name="connsiteX571" fmla="*/ 5379559 w 7350919"/>
                <a:gd name="connsiteY571" fmla="*/ 3478881 h 6858000"/>
                <a:gd name="connsiteX572" fmla="*/ 5030230 w 7350919"/>
                <a:gd name="connsiteY572" fmla="*/ 3484024 h 6858000"/>
                <a:gd name="connsiteX573" fmla="*/ 5624733 w 7350919"/>
                <a:gd name="connsiteY573" fmla="*/ 3455306 h 6858000"/>
                <a:gd name="connsiteX574" fmla="*/ 5379559 w 7350919"/>
                <a:gd name="connsiteY574" fmla="*/ 3478881 h 6858000"/>
                <a:gd name="connsiteX575" fmla="*/ 5755463 w 7350919"/>
                <a:gd name="connsiteY575" fmla="*/ 3481024 h 6858000"/>
                <a:gd name="connsiteX576" fmla="*/ 5805612 w 7350919"/>
                <a:gd name="connsiteY576" fmla="*/ 3540174 h 6858000"/>
                <a:gd name="connsiteX577" fmla="*/ 5859190 w 7350919"/>
                <a:gd name="connsiteY577" fmla="*/ 3504598 h 6858000"/>
                <a:gd name="connsiteX578" fmla="*/ 5856619 w 7350919"/>
                <a:gd name="connsiteY578" fmla="*/ 3462165 h 6858000"/>
                <a:gd name="connsiteX579" fmla="*/ 5755463 w 7350919"/>
                <a:gd name="connsiteY579" fmla="*/ 3481024 h 6858000"/>
                <a:gd name="connsiteX580" fmla="*/ 4953506 w 7350919"/>
                <a:gd name="connsiteY580" fmla="*/ 3483596 h 6858000"/>
                <a:gd name="connsiteX581" fmla="*/ 4966793 w 7350919"/>
                <a:gd name="connsiteY581" fmla="*/ 3547461 h 6858000"/>
                <a:gd name="connsiteX582" fmla="*/ 5012227 w 7350919"/>
                <a:gd name="connsiteY582" fmla="*/ 3552604 h 6858000"/>
                <a:gd name="connsiteX583" fmla="*/ 4974937 w 7350919"/>
                <a:gd name="connsiteY583" fmla="*/ 3483167 h 6858000"/>
                <a:gd name="connsiteX584" fmla="*/ 4953506 w 7350919"/>
                <a:gd name="connsiteY584" fmla="*/ 3483596 h 6858000"/>
                <a:gd name="connsiteX585" fmla="*/ 5635448 w 7350919"/>
                <a:gd name="connsiteY585" fmla="*/ 3513600 h 6858000"/>
                <a:gd name="connsiteX586" fmla="*/ 5497002 w 7350919"/>
                <a:gd name="connsiteY586" fmla="*/ 3539746 h 6858000"/>
                <a:gd name="connsiteX587" fmla="*/ 5273689 w 7350919"/>
                <a:gd name="connsiteY587" fmla="*/ 3835497 h 6858000"/>
                <a:gd name="connsiteX588" fmla="*/ 5254401 w 7350919"/>
                <a:gd name="connsiteY588" fmla="*/ 4434286 h 6858000"/>
                <a:gd name="connsiteX589" fmla="*/ 5299835 w 7350919"/>
                <a:gd name="connsiteY589" fmla="*/ 4541442 h 6858000"/>
                <a:gd name="connsiteX590" fmla="*/ 5283976 w 7350919"/>
                <a:gd name="connsiteY590" fmla="*/ 4552158 h 6858000"/>
                <a:gd name="connsiteX591" fmla="*/ 5273260 w 7350919"/>
                <a:gd name="connsiteY591" fmla="*/ 4642598 h 6858000"/>
                <a:gd name="connsiteX592" fmla="*/ 5257401 w 7350919"/>
                <a:gd name="connsiteY592" fmla="*/ 4655885 h 6858000"/>
                <a:gd name="connsiteX593" fmla="*/ 5252257 w 7350919"/>
                <a:gd name="connsiteY593" fmla="*/ 5045076 h 6858000"/>
                <a:gd name="connsiteX594" fmla="*/ 5268117 w 7350919"/>
                <a:gd name="connsiteY594" fmla="*/ 5063508 h 6858000"/>
                <a:gd name="connsiteX595" fmla="*/ 5668024 w 7350919"/>
                <a:gd name="connsiteY595" fmla="*/ 5273962 h 6858000"/>
                <a:gd name="connsiteX596" fmla="*/ 5824472 w 7350919"/>
                <a:gd name="connsiteY596" fmla="*/ 5047649 h 6858000"/>
                <a:gd name="connsiteX597" fmla="*/ 5840760 w 7350919"/>
                <a:gd name="connsiteY597" fmla="*/ 3760487 h 6858000"/>
                <a:gd name="connsiteX598" fmla="*/ 5803469 w 7350919"/>
                <a:gd name="connsiteY598" fmla="*/ 3584751 h 6858000"/>
                <a:gd name="connsiteX599" fmla="*/ 5784610 w 7350919"/>
                <a:gd name="connsiteY599" fmla="*/ 3585608 h 6858000"/>
                <a:gd name="connsiteX600" fmla="*/ 5760607 w 7350919"/>
                <a:gd name="connsiteY600" fmla="*/ 3656760 h 6858000"/>
                <a:gd name="connsiteX601" fmla="*/ 5734032 w 7350919"/>
                <a:gd name="connsiteY601" fmla="*/ 3656760 h 6858000"/>
                <a:gd name="connsiteX602" fmla="*/ 5715601 w 7350919"/>
                <a:gd name="connsiteY602" fmla="*/ 3510599 h 6858000"/>
                <a:gd name="connsiteX603" fmla="*/ 5635448 w 7350919"/>
                <a:gd name="connsiteY603" fmla="*/ 3513600 h 6858000"/>
                <a:gd name="connsiteX604" fmla="*/ 5294691 w 7350919"/>
                <a:gd name="connsiteY604" fmla="*/ 3585180 h 6858000"/>
                <a:gd name="connsiteX605" fmla="*/ 5281404 w 7350919"/>
                <a:gd name="connsiteY605" fmla="*/ 3715910 h 6858000"/>
                <a:gd name="connsiteX606" fmla="*/ 5294691 w 7350919"/>
                <a:gd name="connsiteY606" fmla="*/ 3724054 h 6858000"/>
                <a:gd name="connsiteX607" fmla="*/ 5427994 w 7350919"/>
                <a:gd name="connsiteY607" fmla="*/ 3553890 h 6858000"/>
                <a:gd name="connsiteX608" fmla="*/ 5294691 w 7350919"/>
                <a:gd name="connsiteY608" fmla="*/ 3585180 h 6858000"/>
                <a:gd name="connsiteX609" fmla="*/ 4876353 w 7350919"/>
                <a:gd name="connsiteY609" fmla="*/ 3598467 h 6858000"/>
                <a:gd name="connsiteX610" fmla="*/ 4950934 w 7350919"/>
                <a:gd name="connsiteY610" fmla="*/ 3722340 h 6858000"/>
                <a:gd name="connsiteX611" fmla="*/ 4945362 w 7350919"/>
                <a:gd name="connsiteY611" fmla="*/ 3609183 h 6858000"/>
                <a:gd name="connsiteX612" fmla="*/ 4876353 w 7350919"/>
                <a:gd name="connsiteY612" fmla="*/ 3598467 h 6858000"/>
                <a:gd name="connsiteX613" fmla="*/ 4961221 w 7350919"/>
                <a:gd name="connsiteY613" fmla="*/ 3608754 h 6858000"/>
                <a:gd name="connsiteX614" fmla="*/ 4983081 w 7350919"/>
                <a:gd name="connsiteY614" fmla="*/ 3754915 h 6858000"/>
                <a:gd name="connsiteX615" fmla="*/ 5030659 w 7350919"/>
                <a:gd name="connsiteY615" fmla="*/ 3854785 h 6858000"/>
                <a:gd name="connsiteX616" fmla="*/ 5037516 w 7350919"/>
                <a:gd name="connsiteY616" fmla="*/ 3758773 h 6858000"/>
                <a:gd name="connsiteX617" fmla="*/ 5038373 w 7350919"/>
                <a:gd name="connsiteY617" fmla="*/ 3628471 h 6858000"/>
                <a:gd name="connsiteX618" fmla="*/ 5005370 w 7350919"/>
                <a:gd name="connsiteY618" fmla="*/ 3620756 h 6858000"/>
                <a:gd name="connsiteX619" fmla="*/ 4961221 w 7350919"/>
                <a:gd name="connsiteY619" fmla="*/ 3608754 h 6858000"/>
                <a:gd name="connsiteX620" fmla="*/ 5166532 w 7350919"/>
                <a:gd name="connsiteY620" fmla="*/ 3736913 h 6858000"/>
                <a:gd name="connsiteX621" fmla="*/ 5142530 w 7350919"/>
                <a:gd name="connsiteY621" fmla="*/ 3774203 h 6858000"/>
                <a:gd name="connsiteX622" fmla="*/ 5132242 w 7350919"/>
                <a:gd name="connsiteY622" fmla="*/ 3739485 h 6858000"/>
                <a:gd name="connsiteX623" fmla="*/ 5116384 w 7350919"/>
                <a:gd name="connsiteY623" fmla="*/ 3739485 h 6858000"/>
                <a:gd name="connsiteX624" fmla="*/ 5100096 w 7350919"/>
                <a:gd name="connsiteY624" fmla="*/ 3901934 h 6858000"/>
                <a:gd name="connsiteX625" fmla="*/ 5153245 w 7350919"/>
                <a:gd name="connsiteY625" fmla="*/ 3904934 h 6858000"/>
                <a:gd name="connsiteX626" fmla="*/ 5187964 w 7350919"/>
                <a:gd name="connsiteY626" fmla="*/ 3862500 h 6858000"/>
                <a:gd name="connsiteX627" fmla="*/ 5190535 w 7350919"/>
                <a:gd name="connsiteY627" fmla="*/ 3745057 h 6858000"/>
                <a:gd name="connsiteX628" fmla="*/ 5166532 w 7350919"/>
                <a:gd name="connsiteY628" fmla="*/ 3736913 h 6858000"/>
                <a:gd name="connsiteX629" fmla="*/ 1351341 w 7350919"/>
                <a:gd name="connsiteY629" fmla="*/ 4298840 h 6858000"/>
                <a:gd name="connsiteX630" fmla="*/ 1353913 w 7350919"/>
                <a:gd name="connsiteY630" fmla="*/ 5026217 h 6858000"/>
                <a:gd name="connsiteX631" fmla="*/ 1536078 w 7350919"/>
                <a:gd name="connsiteY631" fmla="*/ 5068651 h 6858000"/>
                <a:gd name="connsiteX632" fmla="*/ 1486786 w 7350919"/>
                <a:gd name="connsiteY632" fmla="*/ 5079796 h 6858000"/>
                <a:gd name="connsiteX633" fmla="*/ 1574655 w 7350919"/>
                <a:gd name="connsiteY633" fmla="*/ 5106370 h 6858000"/>
                <a:gd name="connsiteX634" fmla="*/ 1638520 w 7350919"/>
                <a:gd name="connsiteY634" fmla="*/ 4325844 h 6858000"/>
                <a:gd name="connsiteX635" fmla="*/ 1566939 w 7350919"/>
                <a:gd name="connsiteY635" fmla="*/ 4322415 h 6858000"/>
                <a:gd name="connsiteX636" fmla="*/ 1351341 w 7350919"/>
                <a:gd name="connsiteY636" fmla="*/ 4298840 h 6858000"/>
                <a:gd name="connsiteX637" fmla="*/ 1756392 w 7350919"/>
                <a:gd name="connsiteY637" fmla="*/ 4333988 h 6858000"/>
                <a:gd name="connsiteX638" fmla="*/ 1678810 w 7350919"/>
                <a:gd name="connsiteY638" fmla="*/ 4328416 h 6858000"/>
                <a:gd name="connsiteX639" fmla="*/ 1601658 w 7350919"/>
                <a:gd name="connsiteY639" fmla="*/ 5114514 h 6858000"/>
                <a:gd name="connsiteX640" fmla="*/ 1713529 w 7350919"/>
                <a:gd name="connsiteY640" fmla="*/ 5164234 h 6858000"/>
                <a:gd name="connsiteX641" fmla="*/ 1692527 w 7350919"/>
                <a:gd name="connsiteY641" fmla="*/ 5103798 h 6858000"/>
                <a:gd name="connsiteX642" fmla="*/ 1719101 w 7350919"/>
                <a:gd name="connsiteY642" fmla="*/ 5031789 h 6858000"/>
                <a:gd name="connsiteX643" fmla="*/ 1740532 w 7350919"/>
                <a:gd name="connsiteY643" fmla="*/ 5031789 h 6858000"/>
                <a:gd name="connsiteX644" fmla="*/ 1811684 w 7350919"/>
                <a:gd name="connsiteY644" fmla="*/ 4672173 h 6858000"/>
                <a:gd name="connsiteX645" fmla="*/ 1950987 w 7350919"/>
                <a:gd name="connsiteY645" fmla="*/ 4373850 h 6858000"/>
                <a:gd name="connsiteX646" fmla="*/ 1932128 w 7350919"/>
                <a:gd name="connsiteY646" fmla="*/ 4355419 h 6858000"/>
                <a:gd name="connsiteX647" fmla="*/ 1934700 w 7350919"/>
                <a:gd name="connsiteY647" fmla="*/ 4326273 h 6858000"/>
                <a:gd name="connsiteX648" fmla="*/ 1756392 w 7350919"/>
                <a:gd name="connsiteY648" fmla="*/ 4333988 h 6858000"/>
                <a:gd name="connsiteX649" fmla="*/ 6331107 w 7350919"/>
                <a:gd name="connsiteY649" fmla="*/ 4482721 h 6858000"/>
                <a:gd name="connsiteX650" fmla="*/ 6331107 w 7350919"/>
                <a:gd name="connsiteY650" fmla="*/ 4525583 h 6858000"/>
                <a:gd name="connsiteX651" fmla="*/ 6309676 w 7350919"/>
                <a:gd name="connsiteY651" fmla="*/ 4533727 h 6858000"/>
                <a:gd name="connsiteX652" fmla="*/ 6296388 w 7350919"/>
                <a:gd name="connsiteY652" fmla="*/ 4517868 h 6858000"/>
                <a:gd name="connsiteX653" fmla="*/ 5965918 w 7350919"/>
                <a:gd name="connsiteY653" fmla="*/ 4976068 h 6858000"/>
                <a:gd name="connsiteX654" fmla="*/ 6397544 w 7350919"/>
                <a:gd name="connsiteY654" fmla="*/ 4987212 h 6858000"/>
                <a:gd name="connsiteX655" fmla="*/ 6418975 w 7350919"/>
                <a:gd name="connsiteY655" fmla="*/ 4483149 h 6858000"/>
                <a:gd name="connsiteX656" fmla="*/ 6343966 w 7350919"/>
                <a:gd name="connsiteY656" fmla="*/ 4467290 h 6858000"/>
                <a:gd name="connsiteX657" fmla="*/ 6331107 w 7350919"/>
                <a:gd name="connsiteY657" fmla="*/ 4482721 h 6858000"/>
                <a:gd name="connsiteX658" fmla="*/ 6504271 w 7350919"/>
                <a:gd name="connsiteY658" fmla="*/ 4549586 h 6858000"/>
                <a:gd name="connsiteX659" fmla="*/ 6493555 w 7350919"/>
                <a:gd name="connsiteY659" fmla="*/ 4985927 h 6858000"/>
                <a:gd name="connsiteX660" fmla="*/ 6640145 w 7350919"/>
                <a:gd name="connsiteY660" fmla="*/ 4943493 h 6858000"/>
                <a:gd name="connsiteX661" fmla="*/ 6504271 w 7350919"/>
                <a:gd name="connsiteY661" fmla="*/ 4549586 h 6858000"/>
                <a:gd name="connsiteX662" fmla="*/ 6650004 w 7350919"/>
                <a:gd name="connsiteY662" fmla="*/ 4794760 h 6858000"/>
                <a:gd name="connsiteX663" fmla="*/ 6681722 w 7350919"/>
                <a:gd name="connsiteY663" fmla="*/ 4933205 h 6858000"/>
                <a:gd name="connsiteX664" fmla="*/ 6698867 w 7350919"/>
                <a:gd name="connsiteY664" fmla="*/ 4895487 h 6858000"/>
                <a:gd name="connsiteX665" fmla="*/ 6643574 w 7350919"/>
                <a:gd name="connsiteY665" fmla="*/ 4759184 h 6858000"/>
                <a:gd name="connsiteX666" fmla="*/ 6650004 w 7350919"/>
                <a:gd name="connsiteY666" fmla="*/ 4794760 h 6858000"/>
                <a:gd name="connsiteX667" fmla="*/ 6618714 w 7350919"/>
                <a:gd name="connsiteY667" fmla="*/ 5015502 h 6858000"/>
                <a:gd name="connsiteX668" fmla="*/ 6621286 w 7350919"/>
                <a:gd name="connsiteY668" fmla="*/ 5114086 h 6858000"/>
                <a:gd name="connsiteX669" fmla="*/ 6682579 w 7350919"/>
                <a:gd name="connsiteY669" fmla="*/ 5138088 h 6858000"/>
                <a:gd name="connsiteX670" fmla="*/ 6650433 w 7350919"/>
                <a:gd name="connsiteY670" fmla="*/ 5000071 h 6858000"/>
                <a:gd name="connsiteX671" fmla="*/ 6618714 w 7350919"/>
                <a:gd name="connsiteY671" fmla="*/ 5015502 h 6858000"/>
                <a:gd name="connsiteX672" fmla="*/ 6051215 w 7350919"/>
                <a:gd name="connsiteY672" fmla="*/ 5042076 h 6858000"/>
                <a:gd name="connsiteX673" fmla="*/ 5950059 w 7350919"/>
                <a:gd name="connsiteY673" fmla="*/ 5036933 h 6858000"/>
                <a:gd name="connsiteX674" fmla="*/ 5947488 w 7350919"/>
                <a:gd name="connsiteY674" fmla="*/ 5252103 h 6858000"/>
                <a:gd name="connsiteX675" fmla="*/ 5971919 w 7350919"/>
                <a:gd name="connsiteY675" fmla="*/ 5276534 h 6858000"/>
                <a:gd name="connsiteX676" fmla="*/ 6243239 w 7350919"/>
                <a:gd name="connsiteY676" fmla="*/ 5359259 h 6858000"/>
                <a:gd name="connsiteX677" fmla="*/ 6267242 w 7350919"/>
                <a:gd name="connsiteY677" fmla="*/ 5058364 h 6858000"/>
                <a:gd name="connsiteX678" fmla="*/ 6051215 w 7350919"/>
                <a:gd name="connsiteY678" fmla="*/ 5042076 h 6858000"/>
                <a:gd name="connsiteX679" fmla="*/ 1121598 w 7350919"/>
                <a:gd name="connsiteY679" fmla="*/ 5148376 h 6858000"/>
                <a:gd name="connsiteX680" fmla="*/ 964721 w 7350919"/>
                <a:gd name="connsiteY680" fmla="*/ 5265818 h 6858000"/>
                <a:gd name="connsiteX681" fmla="*/ 987867 w 7350919"/>
                <a:gd name="connsiteY681" fmla="*/ 5298394 h 6858000"/>
                <a:gd name="connsiteX682" fmla="*/ 1074878 w 7350919"/>
                <a:gd name="connsiteY682" fmla="*/ 5384548 h 6858000"/>
                <a:gd name="connsiteX683" fmla="*/ 1172604 w 7350919"/>
                <a:gd name="connsiteY683" fmla="*/ 5223385 h 6858000"/>
                <a:gd name="connsiteX684" fmla="*/ 1191464 w 7350919"/>
                <a:gd name="connsiteY684" fmla="*/ 5137660 h 6858000"/>
                <a:gd name="connsiteX685" fmla="*/ 1188892 w 7350919"/>
                <a:gd name="connsiteY685" fmla="*/ 5124372 h 6858000"/>
                <a:gd name="connsiteX686" fmla="*/ 1121598 w 7350919"/>
                <a:gd name="connsiteY686" fmla="*/ 5148376 h 6858000"/>
                <a:gd name="connsiteX687" fmla="*/ 6491841 w 7350919"/>
                <a:gd name="connsiteY687" fmla="*/ 5134231 h 6858000"/>
                <a:gd name="connsiteX688" fmla="*/ 6475125 w 7350919"/>
                <a:gd name="connsiteY688" fmla="*/ 5163806 h 6858000"/>
                <a:gd name="connsiteX689" fmla="*/ 6472553 w 7350919"/>
                <a:gd name="connsiteY689" fmla="*/ 5244387 h 6858000"/>
                <a:gd name="connsiteX690" fmla="*/ 6462266 w 7350919"/>
                <a:gd name="connsiteY690" fmla="*/ 5300537 h 6858000"/>
                <a:gd name="connsiteX691" fmla="*/ 6462266 w 7350919"/>
                <a:gd name="connsiteY691" fmla="*/ 5361830 h 6858000"/>
                <a:gd name="connsiteX692" fmla="*/ 6459265 w 7350919"/>
                <a:gd name="connsiteY692" fmla="*/ 5402121 h 6858000"/>
                <a:gd name="connsiteX693" fmla="*/ 6512844 w 7350919"/>
                <a:gd name="connsiteY693" fmla="*/ 5441984 h 6858000"/>
                <a:gd name="connsiteX694" fmla="*/ 6406116 w 7350919"/>
                <a:gd name="connsiteY694" fmla="*/ 5455271 h 6858000"/>
                <a:gd name="connsiteX695" fmla="*/ 6576280 w 7350919"/>
                <a:gd name="connsiteY695" fmla="*/ 5561570 h 6858000"/>
                <a:gd name="connsiteX696" fmla="*/ 6576280 w 7350919"/>
                <a:gd name="connsiteY696" fmla="*/ 5175379 h 6858000"/>
                <a:gd name="connsiteX697" fmla="*/ 6506843 w 7350919"/>
                <a:gd name="connsiteY697" fmla="*/ 5124801 h 6858000"/>
                <a:gd name="connsiteX698" fmla="*/ 6491841 w 7350919"/>
                <a:gd name="connsiteY698" fmla="*/ 5134231 h 6858000"/>
                <a:gd name="connsiteX699" fmla="*/ 6315248 w 7350919"/>
                <a:gd name="connsiteY699" fmla="*/ 5141089 h 6858000"/>
                <a:gd name="connsiteX700" fmla="*/ 6299389 w 7350919"/>
                <a:gd name="connsiteY700" fmla="*/ 5357116 h 6858000"/>
                <a:gd name="connsiteX701" fmla="*/ 6384256 w 7350919"/>
                <a:gd name="connsiteY701" fmla="*/ 5351543 h 6858000"/>
                <a:gd name="connsiteX702" fmla="*/ 6397544 w 7350919"/>
                <a:gd name="connsiteY702" fmla="*/ 5282535 h 6858000"/>
                <a:gd name="connsiteX703" fmla="*/ 6400115 w 7350919"/>
                <a:gd name="connsiteY703" fmla="*/ 5216098 h 6858000"/>
                <a:gd name="connsiteX704" fmla="*/ 6400115 w 7350919"/>
                <a:gd name="connsiteY704" fmla="*/ 5174093 h 6858000"/>
                <a:gd name="connsiteX705" fmla="*/ 6394972 w 7350919"/>
                <a:gd name="connsiteY705" fmla="*/ 5134231 h 6858000"/>
                <a:gd name="connsiteX706" fmla="*/ 6315248 w 7350919"/>
                <a:gd name="connsiteY706" fmla="*/ 5141089 h 6858000"/>
                <a:gd name="connsiteX707" fmla="*/ 5274546 w 7350919"/>
                <a:gd name="connsiteY707" fmla="*/ 5158234 h 6858000"/>
                <a:gd name="connsiteX708" fmla="*/ 5244113 w 7350919"/>
                <a:gd name="connsiteY708" fmla="*/ 5207097 h 6858000"/>
                <a:gd name="connsiteX709" fmla="*/ 5297263 w 7350919"/>
                <a:gd name="connsiteY709" fmla="*/ 5393549 h 6858000"/>
                <a:gd name="connsiteX710" fmla="*/ 5467428 w 7350919"/>
                <a:gd name="connsiteY710" fmla="*/ 5228100 h 6858000"/>
                <a:gd name="connsiteX711" fmla="*/ 5274546 w 7350919"/>
                <a:gd name="connsiteY711" fmla="*/ 5158234 h 6858000"/>
                <a:gd name="connsiteX712" fmla="*/ 1383916 w 7350919"/>
                <a:gd name="connsiteY712" fmla="*/ 5156948 h 6858000"/>
                <a:gd name="connsiteX713" fmla="*/ 1353913 w 7350919"/>
                <a:gd name="connsiteY713" fmla="*/ 5186094 h 6858000"/>
                <a:gd name="connsiteX714" fmla="*/ 1367200 w 7350919"/>
                <a:gd name="connsiteY714" fmla="*/ 5689729 h 6858000"/>
                <a:gd name="connsiteX715" fmla="*/ 1452496 w 7350919"/>
                <a:gd name="connsiteY715" fmla="*/ 5695301 h 6858000"/>
                <a:gd name="connsiteX716" fmla="*/ 1487215 w 7350919"/>
                <a:gd name="connsiteY716" fmla="*/ 5588573 h 6858000"/>
                <a:gd name="connsiteX717" fmla="*/ 1497502 w 7350919"/>
                <a:gd name="connsiteY717" fmla="*/ 5577858 h 6858000"/>
                <a:gd name="connsiteX718" fmla="*/ 1572083 w 7350919"/>
                <a:gd name="connsiteY718" fmla="*/ 5180951 h 6858000"/>
                <a:gd name="connsiteX719" fmla="*/ 1383916 w 7350919"/>
                <a:gd name="connsiteY719" fmla="*/ 5156948 h 6858000"/>
                <a:gd name="connsiteX720" fmla="*/ 5030659 w 7350919"/>
                <a:gd name="connsiteY720" fmla="*/ 5159520 h 6858000"/>
                <a:gd name="connsiteX721" fmla="*/ 5025515 w 7350919"/>
                <a:gd name="connsiteY721" fmla="*/ 5213098 h 6858000"/>
                <a:gd name="connsiteX722" fmla="*/ 4977080 w 7350919"/>
                <a:gd name="connsiteY722" fmla="*/ 5174093 h 6858000"/>
                <a:gd name="connsiteX723" fmla="*/ 4820204 w 7350919"/>
                <a:gd name="connsiteY723" fmla="*/ 5252960 h 6858000"/>
                <a:gd name="connsiteX724" fmla="*/ 5061519 w 7350919"/>
                <a:gd name="connsiteY724" fmla="*/ 5388406 h 6858000"/>
                <a:gd name="connsiteX725" fmla="*/ 5126671 w 7350919"/>
                <a:gd name="connsiteY725" fmla="*/ 5394406 h 6858000"/>
                <a:gd name="connsiteX726" fmla="*/ 5132242 w 7350919"/>
                <a:gd name="connsiteY726" fmla="*/ 5194667 h 6858000"/>
                <a:gd name="connsiteX727" fmla="*/ 5054661 w 7350919"/>
                <a:gd name="connsiteY727" fmla="*/ 5157377 h 6858000"/>
                <a:gd name="connsiteX728" fmla="*/ 5030659 w 7350919"/>
                <a:gd name="connsiteY728" fmla="*/ 5159520 h 6858000"/>
                <a:gd name="connsiteX729" fmla="*/ 6618714 w 7350919"/>
                <a:gd name="connsiteY729" fmla="*/ 5183523 h 6858000"/>
                <a:gd name="connsiteX730" fmla="*/ 6613142 w 7350919"/>
                <a:gd name="connsiteY730" fmla="*/ 5583430 h 6858000"/>
                <a:gd name="connsiteX731" fmla="*/ 6804738 w 7350919"/>
                <a:gd name="connsiteY731" fmla="*/ 5697873 h 6858000"/>
                <a:gd name="connsiteX732" fmla="*/ 6703582 w 7350919"/>
                <a:gd name="connsiteY732" fmla="*/ 5220813 h 6858000"/>
                <a:gd name="connsiteX733" fmla="*/ 6618714 w 7350919"/>
                <a:gd name="connsiteY733" fmla="*/ 5183523 h 6858000"/>
                <a:gd name="connsiteX734" fmla="*/ 1204323 w 7350919"/>
                <a:gd name="connsiteY734" fmla="*/ 5244816 h 6858000"/>
                <a:gd name="connsiteX735" fmla="*/ 1108739 w 7350919"/>
                <a:gd name="connsiteY735" fmla="*/ 5439411 h 6858000"/>
                <a:gd name="connsiteX736" fmla="*/ 1239041 w 7350919"/>
                <a:gd name="connsiteY736" fmla="*/ 5660153 h 6858000"/>
                <a:gd name="connsiteX737" fmla="*/ 1236470 w 7350919"/>
                <a:gd name="connsiteY737" fmla="*/ 5198953 h 6858000"/>
                <a:gd name="connsiteX738" fmla="*/ 1204323 w 7350919"/>
                <a:gd name="connsiteY738" fmla="*/ 5244816 h 6858000"/>
                <a:gd name="connsiteX739" fmla="*/ 1596515 w 7350919"/>
                <a:gd name="connsiteY739" fmla="*/ 5199381 h 6858000"/>
                <a:gd name="connsiteX740" fmla="*/ 1535221 w 7350919"/>
                <a:gd name="connsiteY740" fmla="*/ 5652438 h 6858000"/>
                <a:gd name="connsiteX741" fmla="*/ 1796254 w 7350919"/>
                <a:gd name="connsiteY741" fmla="*/ 5508421 h 6858000"/>
                <a:gd name="connsiteX742" fmla="*/ 1758963 w 7350919"/>
                <a:gd name="connsiteY742" fmla="*/ 5279106 h 6858000"/>
                <a:gd name="connsiteX743" fmla="*/ 1596515 w 7350919"/>
                <a:gd name="connsiteY743" fmla="*/ 5199381 h 6858000"/>
                <a:gd name="connsiteX744" fmla="*/ 5493574 w 7350919"/>
                <a:gd name="connsiteY744" fmla="*/ 5287250 h 6858000"/>
                <a:gd name="connsiteX745" fmla="*/ 5326410 w 7350919"/>
                <a:gd name="connsiteY745" fmla="*/ 5450556 h 6858000"/>
                <a:gd name="connsiteX746" fmla="*/ 5590443 w 7350919"/>
                <a:gd name="connsiteY746" fmla="*/ 5303538 h 6858000"/>
                <a:gd name="connsiteX747" fmla="*/ 5526577 w 7350919"/>
                <a:gd name="connsiteY747" fmla="*/ 5261104 h 6858000"/>
                <a:gd name="connsiteX748" fmla="*/ 5493574 w 7350919"/>
                <a:gd name="connsiteY748" fmla="*/ 5287250 h 6858000"/>
                <a:gd name="connsiteX749" fmla="*/ 4636323 w 7350919"/>
                <a:gd name="connsiteY749" fmla="*/ 5359687 h 6858000"/>
                <a:gd name="connsiteX750" fmla="*/ 4644038 w 7350919"/>
                <a:gd name="connsiteY750" fmla="*/ 5369974 h 6858000"/>
                <a:gd name="connsiteX751" fmla="*/ 4641895 w 7350919"/>
                <a:gd name="connsiteY751" fmla="*/ 5471558 h 6858000"/>
                <a:gd name="connsiteX752" fmla="*/ 4634180 w 7350919"/>
                <a:gd name="connsiteY752" fmla="*/ 5560284 h 6858000"/>
                <a:gd name="connsiteX753" fmla="*/ 4657755 w 7350919"/>
                <a:gd name="connsiteY753" fmla="*/ 5679441 h 6858000"/>
                <a:gd name="connsiteX754" fmla="*/ 4644467 w 7350919"/>
                <a:gd name="connsiteY754" fmla="*/ 5697873 h 6858000"/>
                <a:gd name="connsiteX755" fmla="*/ 4657755 w 7350919"/>
                <a:gd name="connsiteY755" fmla="*/ 5823031 h 6858000"/>
                <a:gd name="connsiteX756" fmla="*/ 4712190 w 7350919"/>
                <a:gd name="connsiteY756" fmla="*/ 5805886 h 6858000"/>
                <a:gd name="connsiteX757" fmla="*/ 5163961 w 7350919"/>
                <a:gd name="connsiteY757" fmla="*/ 5535424 h 6858000"/>
                <a:gd name="connsiteX758" fmla="*/ 5163961 w 7350919"/>
                <a:gd name="connsiteY758" fmla="*/ 5513992 h 6858000"/>
                <a:gd name="connsiteX759" fmla="*/ 5036659 w 7350919"/>
                <a:gd name="connsiteY759" fmla="*/ 5472844 h 6858000"/>
                <a:gd name="connsiteX760" fmla="*/ 5030230 w 7350919"/>
                <a:gd name="connsiteY760" fmla="*/ 5441984 h 6858000"/>
                <a:gd name="connsiteX761" fmla="*/ 4769197 w 7350919"/>
                <a:gd name="connsiteY761" fmla="*/ 5282535 h 6858000"/>
                <a:gd name="connsiteX762" fmla="*/ 4636323 w 7350919"/>
                <a:gd name="connsiteY762" fmla="*/ 5359687 h 6858000"/>
                <a:gd name="connsiteX763" fmla="*/ 6013924 w 7350919"/>
                <a:gd name="connsiteY763" fmla="*/ 5368260 h 6858000"/>
                <a:gd name="connsiteX764" fmla="*/ 5968490 w 7350919"/>
                <a:gd name="connsiteY764" fmla="*/ 5372975 h 6858000"/>
                <a:gd name="connsiteX765" fmla="*/ 5965918 w 7350919"/>
                <a:gd name="connsiteY765" fmla="*/ 5396978 h 6858000"/>
                <a:gd name="connsiteX766" fmla="*/ 6115937 w 7350919"/>
                <a:gd name="connsiteY766" fmla="*/ 5397407 h 6858000"/>
                <a:gd name="connsiteX767" fmla="*/ 6013924 w 7350919"/>
                <a:gd name="connsiteY767" fmla="*/ 5368260 h 6858000"/>
                <a:gd name="connsiteX768" fmla="*/ 5381703 w 7350919"/>
                <a:gd name="connsiteY768" fmla="*/ 5505420 h 6858000"/>
                <a:gd name="connsiteX769" fmla="*/ 5334125 w 7350919"/>
                <a:gd name="connsiteY769" fmla="*/ 5537567 h 6858000"/>
                <a:gd name="connsiteX770" fmla="*/ 5446425 w 7350919"/>
                <a:gd name="connsiteY770" fmla="*/ 5617291 h 6858000"/>
                <a:gd name="connsiteX771" fmla="*/ 5478572 w 7350919"/>
                <a:gd name="connsiteY771" fmla="*/ 5595003 h 6858000"/>
                <a:gd name="connsiteX772" fmla="*/ 5587443 w 7350919"/>
                <a:gd name="connsiteY772" fmla="*/ 5390977 h 6858000"/>
                <a:gd name="connsiteX773" fmla="*/ 5381703 w 7350919"/>
                <a:gd name="connsiteY773" fmla="*/ 5505420 h 6858000"/>
                <a:gd name="connsiteX774" fmla="*/ 5658166 w 7350919"/>
                <a:gd name="connsiteY774" fmla="*/ 5429982 h 6858000"/>
                <a:gd name="connsiteX775" fmla="*/ 5553153 w 7350919"/>
                <a:gd name="connsiteY775" fmla="*/ 5627578 h 6858000"/>
                <a:gd name="connsiteX776" fmla="*/ 5555296 w 7350919"/>
                <a:gd name="connsiteY776" fmla="*/ 5732591 h 6858000"/>
                <a:gd name="connsiteX777" fmla="*/ 5730174 w 7350919"/>
                <a:gd name="connsiteY777" fmla="*/ 5913471 h 6858000"/>
                <a:gd name="connsiteX778" fmla="*/ 5752034 w 7350919"/>
                <a:gd name="connsiteY778" fmla="*/ 5871037 h 6858000"/>
                <a:gd name="connsiteX779" fmla="*/ 5770894 w 7350919"/>
                <a:gd name="connsiteY779" fmla="*/ 5876609 h 6858000"/>
                <a:gd name="connsiteX780" fmla="*/ 5818900 w 7350919"/>
                <a:gd name="connsiteY780" fmla="*/ 5434268 h 6858000"/>
                <a:gd name="connsiteX781" fmla="*/ 5808184 w 7350919"/>
                <a:gd name="connsiteY781" fmla="*/ 5429125 h 6858000"/>
                <a:gd name="connsiteX782" fmla="*/ 5682597 w 7350919"/>
                <a:gd name="connsiteY782" fmla="*/ 5397407 h 6858000"/>
                <a:gd name="connsiteX783" fmla="*/ 5658166 w 7350919"/>
                <a:gd name="connsiteY783" fmla="*/ 5429982 h 6858000"/>
                <a:gd name="connsiteX784" fmla="*/ 4463587 w 7350919"/>
                <a:gd name="connsiteY784" fmla="*/ 5471130 h 6858000"/>
                <a:gd name="connsiteX785" fmla="*/ 4442585 w 7350919"/>
                <a:gd name="connsiteY785" fmla="*/ 5561999 h 6858000"/>
                <a:gd name="connsiteX786" fmla="*/ 4540740 w 7350919"/>
                <a:gd name="connsiteY786" fmla="*/ 5545711 h 6858000"/>
                <a:gd name="connsiteX787" fmla="*/ 4540740 w 7350919"/>
                <a:gd name="connsiteY787" fmla="*/ 5503705 h 6858000"/>
                <a:gd name="connsiteX788" fmla="*/ 4516308 w 7350919"/>
                <a:gd name="connsiteY788" fmla="*/ 5486989 h 6858000"/>
                <a:gd name="connsiteX789" fmla="*/ 4485019 w 7350919"/>
                <a:gd name="connsiteY789" fmla="*/ 5489561 h 6858000"/>
                <a:gd name="connsiteX790" fmla="*/ 4482447 w 7350919"/>
                <a:gd name="connsiteY790" fmla="*/ 5434697 h 6858000"/>
                <a:gd name="connsiteX791" fmla="*/ 4463587 w 7350919"/>
                <a:gd name="connsiteY791" fmla="*/ 5471130 h 6858000"/>
                <a:gd name="connsiteX792" fmla="*/ 6142940 w 7350919"/>
                <a:gd name="connsiteY792" fmla="*/ 5474559 h 6858000"/>
                <a:gd name="connsiteX793" fmla="*/ 6235095 w 7350919"/>
                <a:gd name="connsiteY793" fmla="*/ 5524708 h 6858000"/>
                <a:gd name="connsiteX794" fmla="*/ 6240238 w 7350919"/>
                <a:gd name="connsiteY794" fmla="*/ 5460843 h 6858000"/>
                <a:gd name="connsiteX795" fmla="*/ 6142940 w 7350919"/>
                <a:gd name="connsiteY795" fmla="*/ 5474559 h 6858000"/>
                <a:gd name="connsiteX796" fmla="*/ 5941915 w 7350919"/>
                <a:gd name="connsiteY796" fmla="*/ 5476702 h 6858000"/>
                <a:gd name="connsiteX797" fmla="*/ 5941915 w 7350919"/>
                <a:gd name="connsiteY797" fmla="*/ 5492561 h 6858000"/>
                <a:gd name="connsiteX798" fmla="*/ 6221808 w 7350919"/>
                <a:gd name="connsiteY798" fmla="*/ 5694872 h 6858000"/>
                <a:gd name="connsiteX799" fmla="*/ 6235095 w 7350919"/>
                <a:gd name="connsiteY799" fmla="*/ 5548282 h 6858000"/>
                <a:gd name="connsiteX800" fmla="*/ 6115080 w 7350919"/>
                <a:gd name="connsiteY800" fmla="*/ 5474131 h 6858000"/>
                <a:gd name="connsiteX801" fmla="*/ 5941915 w 7350919"/>
                <a:gd name="connsiteY801" fmla="*/ 5476702 h 6858000"/>
                <a:gd name="connsiteX802" fmla="*/ 6288244 w 7350919"/>
                <a:gd name="connsiteY802" fmla="*/ 5484846 h 6858000"/>
                <a:gd name="connsiteX803" fmla="*/ 6282672 w 7350919"/>
                <a:gd name="connsiteY803" fmla="*/ 5548711 h 6858000"/>
                <a:gd name="connsiteX804" fmla="*/ 6447693 w 7350919"/>
                <a:gd name="connsiteY804" fmla="*/ 5642151 h 6858000"/>
                <a:gd name="connsiteX805" fmla="*/ 6493127 w 7350919"/>
                <a:gd name="connsiteY805" fmla="*/ 5610004 h 6858000"/>
                <a:gd name="connsiteX806" fmla="*/ 6288244 w 7350919"/>
                <a:gd name="connsiteY806" fmla="*/ 5484846 h 6858000"/>
                <a:gd name="connsiteX807" fmla="*/ 1002012 w 7350919"/>
                <a:gd name="connsiteY807" fmla="*/ 5625863 h 6858000"/>
                <a:gd name="connsiteX808" fmla="*/ 1007155 w 7350919"/>
                <a:gd name="connsiteY808" fmla="*/ 5641723 h 6858000"/>
                <a:gd name="connsiteX809" fmla="*/ 1201751 w 7350919"/>
                <a:gd name="connsiteY809" fmla="*/ 5724447 h 6858000"/>
                <a:gd name="connsiteX810" fmla="*/ 1081736 w 7350919"/>
                <a:gd name="connsiteY810" fmla="*/ 5487418 h 6858000"/>
                <a:gd name="connsiteX811" fmla="*/ 1002012 w 7350919"/>
                <a:gd name="connsiteY811" fmla="*/ 5625863 h 6858000"/>
                <a:gd name="connsiteX812" fmla="*/ 5938915 w 7350919"/>
                <a:gd name="connsiteY812" fmla="*/ 5508849 h 6858000"/>
                <a:gd name="connsiteX813" fmla="*/ 5925199 w 7350919"/>
                <a:gd name="connsiteY813" fmla="*/ 5949047 h 6858000"/>
                <a:gd name="connsiteX814" fmla="*/ 6253097 w 7350919"/>
                <a:gd name="connsiteY814" fmla="*/ 5793885 h 6858000"/>
                <a:gd name="connsiteX815" fmla="*/ 6202090 w 7350919"/>
                <a:gd name="connsiteY815" fmla="*/ 5708588 h 6858000"/>
                <a:gd name="connsiteX816" fmla="*/ 5938915 w 7350919"/>
                <a:gd name="connsiteY816" fmla="*/ 5508849 h 6858000"/>
                <a:gd name="connsiteX817" fmla="*/ 6282672 w 7350919"/>
                <a:gd name="connsiteY817" fmla="*/ 5572714 h 6858000"/>
                <a:gd name="connsiteX818" fmla="*/ 6271956 w 7350919"/>
                <a:gd name="connsiteY818" fmla="*/ 5721875 h 6858000"/>
                <a:gd name="connsiteX819" fmla="*/ 6351681 w 7350919"/>
                <a:gd name="connsiteY819" fmla="*/ 5721447 h 6858000"/>
                <a:gd name="connsiteX820" fmla="*/ 6434405 w 7350919"/>
                <a:gd name="connsiteY820" fmla="*/ 5655439 h 6858000"/>
                <a:gd name="connsiteX821" fmla="*/ 6282672 w 7350919"/>
                <a:gd name="connsiteY821" fmla="*/ 5572714 h 6858000"/>
                <a:gd name="connsiteX822" fmla="*/ 4416867 w 7350919"/>
                <a:gd name="connsiteY822" fmla="*/ 5622435 h 6858000"/>
                <a:gd name="connsiteX823" fmla="*/ 4238559 w 7350919"/>
                <a:gd name="connsiteY823" fmla="*/ 5930616 h 6858000"/>
                <a:gd name="connsiteX824" fmla="*/ 4455015 w 7350919"/>
                <a:gd name="connsiteY824" fmla="*/ 5623292 h 6858000"/>
                <a:gd name="connsiteX825" fmla="*/ 4436584 w 7350919"/>
                <a:gd name="connsiteY825" fmla="*/ 5607433 h 6858000"/>
                <a:gd name="connsiteX826" fmla="*/ 4416867 w 7350919"/>
                <a:gd name="connsiteY826" fmla="*/ 5622435 h 6858000"/>
                <a:gd name="connsiteX827" fmla="*/ 5355556 w 7350919"/>
                <a:gd name="connsiteY827" fmla="*/ 5631007 h 6858000"/>
                <a:gd name="connsiteX828" fmla="*/ 5363700 w 7350919"/>
                <a:gd name="connsiteY828" fmla="*/ 5660153 h 6858000"/>
                <a:gd name="connsiteX829" fmla="*/ 5395418 w 7350919"/>
                <a:gd name="connsiteY829" fmla="*/ 5716304 h 6858000"/>
                <a:gd name="connsiteX830" fmla="*/ 5394561 w 7350919"/>
                <a:gd name="connsiteY830" fmla="*/ 5735592 h 6858000"/>
                <a:gd name="connsiteX831" fmla="*/ 5394990 w 7350919"/>
                <a:gd name="connsiteY831" fmla="*/ 5751451 h 6858000"/>
                <a:gd name="connsiteX832" fmla="*/ 5424994 w 7350919"/>
                <a:gd name="connsiteY832" fmla="*/ 5706445 h 6858000"/>
                <a:gd name="connsiteX833" fmla="*/ 5426279 w 7350919"/>
                <a:gd name="connsiteY833" fmla="*/ 5682014 h 6858000"/>
                <a:gd name="connsiteX834" fmla="*/ 5355556 w 7350919"/>
                <a:gd name="connsiteY834" fmla="*/ 5631007 h 6858000"/>
                <a:gd name="connsiteX835" fmla="*/ 6495699 w 7350919"/>
                <a:gd name="connsiteY835" fmla="*/ 5687157 h 6858000"/>
                <a:gd name="connsiteX836" fmla="*/ 6474696 w 7350919"/>
                <a:gd name="connsiteY836" fmla="*/ 5711160 h 6858000"/>
                <a:gd name="connsiteX837" fmla="*/ 6468695 w 7350919"/>
                <a:gd name="connsiteY837" fmla="*/ 5742878 h 6858000"/>
                <a:gd name="connsiteX838" fmla="*/ 6564708 w 7350919"/>
                <a:gd name="connsiteY838" fmla="*/ 5729591 h 6858000"/>
                <a:gd name="connsiteX839" fmla="*/ 6569851 w 7350919"/>
                <a:gd name="connsiteY839" fmla="*/ 5718875 h 6858000"/>
                <a:gd name="connsiteX840" fmla="*/ 6495699 w 7350919"/>
                <a:gd name="connsiteY840" fmla="*/ 568715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Lst>
              <a:rect l="l" t="t" r="r" b="b"/>
              <a:pathLst>
                <a:path w="7350919" h="6858000">
                  <a:moveTo>
                    <a:pt x="5653879" y="1446"/>
                  </a:moveTo>
                  <a:cubicBezTo>
                    <a:pt x="5655165" y="1446"/>
                    <a:pt x="5703600" y="9161"/>
                    <a:pt x="5704457" y="9590"/>
                  </a:cubicBezTo>
                  <a:cubicBezTo>
                    <a:pt x="5705314" y="18162"/>
                    <a:pt x="5706171" y="27164"/>
                    <a:pt x="5707028" y="35736"/>
                  </a:cubicBezTo>
                  <a:cubicBezTo>
                    <a:pt x="5809898" y="-7126"/>
                    <a:pt x="5810756" y="94458"/>
                    <a:pt x="5813756" y="156180"/>
                  </a:cubicBezTo>
                  <a:cubicBezTo>
                    <a:pt x="7023336" y="95744"/>
                    <a:pt x="6897321" y="334059"/>
                    <a:pt x="6093220" y="466504"/>
                  </a:cubicBezTo>
                  <a:cubicBezTo>
                    <a:pt x="5998494" y="482363"/>
                    <a:pt x="5903339" y="494365"/>
                    <a:pt x="5808184" y="505509"/>
                  </a:cubicBezTo>
                  <a:cubicBezTo>
                    <a:pt x="5815042" y="538513"/>
                    <a:pt x="5835187" y="526512"/>
                    <a:pt x="5840331" y="657242"/>
                  </a:cubicBezTo>
                  <a:cubicBezTo>
                    <a:pt x="5848046" y="652956"/>
                    <a:pt x="5855333" y="646527"/>
                    <a:pt x="5864334" y="646098"/>
                  </a:cubicBezTo>
                  <a:cubicBezTo>
                    <a:pt x="5873335" y="652099"/>
                    <a:pt x="5872049" y="656385"/>
                    <a:pt x="5833044" y="758826"/>
                  </a:cubicBezTo>
                  <a:cubicBezTo>
                    <a:pt x="5833044" y="797831"/>
                    <a:pt x="5836474" y="836836"/>
                    <a:pt x="5837759" y="875841"/>
                  </a:cubicBezTo>
                  <a:cubicBezTo>
                    <a:pt x="5831330" y="877556"/>
                    <a:pt x="5825329" y="879270"/>
                    <a:pt x="5818900" y="881413"/>
                  </a:cubicBezTo>
                  <a:cubicBezTo>
                    <a:pt x="5829616" y="1187880"/>
                    <a:pt x="5840331" y="1493918"/>
                    <a:pt x="5851047" y="1800385"/>
                  </a:cubicBezTo>
                  <a:cubicBezTo>
                    <a:pt x="5955631" y="1803814"/>
                    <a:pt x="6004923" y="1787098"/>
                    <a:pt x="6005780" y="1869822"/>
                  </a:cubicBezTo>
                  <a:cubicBezTo>
                    <a:pt x="6077361" y="1863822"/>
                    <a:pt x="6149370" y="1862107"/>
                    <a:pt x="6221379" y="1859535"/>
                  </a:cubicBezTo>
                  <a:cubicBezTo>
                    <a:pt x="6304960" y="1856535"/>
                    <a:pt x="6388114" y="1855249"/>
                    <a:pt x="6471696" y="1853535"/>
                  </a:cubicBezTo>
                  <a:cubicBezTo>
                    <a:pt x="6471696" y="1841105"/>
                    <a:pt x="6471696" y="1828674"/>
                    <a:pt x="6471696" y="1816244"/>
                  </a:cubicBezTo>
                  <a:cubicBezTo>
                    <a:pt x="6478554" y="1813673"/>
                    <a:pt x="6485840" y="1811101"/>
                    <a:pt x="6493127" y="1808100"/>
                  </a:cubicBezTo>
                  <a:cubicBezTo>
                    <a:pt x="6493984" y="1800814"/>
                    <a:pt x="6494842" y="1793956"/>
                    <a:pt x="6495699" y="1786669"/>
                  </a:cubicBezTo>
                  <a:cubicBezTo>
                    <a:pt x="6491412" y="1783240"/>
                    <a:pt x="6486698" y="1779383"/>
                    <a:pt x="6482411" y="1775954"/>
                  </a:cubicBezTo>
                  <a:cubicBezTo>
                    <a:pt x="6484983" y="1772525"/>
                    <a:pt x="6487555" y="1768667"/>
                    <a:pt x="6490555" y="1765238"/>
                  </a:cubicBezTo>
                  <a:cubicBezTo>
                    <a:pt x="6487984" y="1760094"/>
                    <a:pt x="6485412" y="1754522"/>
                    <a:pt x="6482411" y="1749379"/>
                  </a:cubicBezTo>
                  <a:cubicBezTo>
                    <a:pt x="6485840" y="1746807"/>
                    <a:pt x="6489269" y="1744235"/>
                    <a:pt x="6492698" y="1741664"/>
                  </a:cubicBezTo>
                  <a:cubicBezTo>
                    <a:pt x="6486269" y="1733948"/>
                    <a:pt x="6482840" y="1724090"/>
                    <a:pt x="6481554" y="1713803"/>
                  </a:cubicBezTo>
                  <a:cubicBezTo>
                    <a:pt x="6468695" y="1714660"/>
                    <a:pt x="6456694" y="1719375"/>
                    <a:pt x="6445550" y="1725376"/>
                  </a:cubicBezTo>
                  <a:cubicBezTo>
                    <a:pt x="6433548" y="1768238"/>
                    <a:pt x="6384685" y="1797814"/>
                    <a:pt x="6394972" y="1725376"/>
                  </a:cubicBezTo>
                  <a:cubicBezTo>
                    <a:pt x="6400544" y="1691943"/>
                    <a:pt x="6422832" y="1632364"/>
                    <a:pt x="6427976" y="1625935"/>
                  </a:cubicBezTo>
                  <a:cubicBezTo>
                    <a:pt x="6433119" y="1621220"/>
                    <a:pt x="6442549" y="1618220"/>
                    <a:pt x="6448121" y="1624220"/>
                  </a:cubicBezTo>
                  <a:cubicBezTo>
                    <a:pt x="6464838" y="1642223"/>
                    <a:pt x="6442549" y="1679084"/>
                    <a:pt x="6485412" y="1673084"/>
                  </a:cubicBezTo>
                  <a:cubicBezTo>
                    <a:pt x="6490127" y="1630221"/>
                    <a:pt x="6482840" y="1628507"/>
                    <a:pt x="6517130" y="1626364"/>
                  </a:cubicBezTo>
                  <a:cubicBezTo>
                    <a:pt x="6539419" y="1023717"/>
                    <a:pt x="6554420" y="1020716"/>
                    <a:pt x="6546277" y="1628935"/>
                  </a:cubicBezTo>
                  <a:cubicBezTo>
                    <a:pt x="6558278" y="1630221"/>
                    <a:pt x="6570279" y="1634079"/>
                    <a:pt x="6580995" y="1640079"/>
                  </a:cubicBezTo>
                  <a:cubicBezTo>
                    <a:pt x="6576709" y="1642651"/>
                    <a:pt x="6571994" y="1645652"/>
                    <a:pt x="6567708" y="1648223"/>
                  </a:cubicBezTo>
                  <a:cubicBezTo>
                    <a:pt x="6586567" y="1677799"/>
                    <a:pt x="6564279" y="1728805"/>
                    <a:pt x="6571994" y="1754951"/>
                  </a:cubicBezTo>
                  <a:cubicBezTo>
                    <a:pt x="6562135" y="1758809"/>
                    <a:pt x="6550991" y="1762238"/>
                    <a:pt x="6547134" y="1772953"/>
                  </a:cubicBezTo>
                  <a:cubicBezTo>
                    <a:pt x="6556135" y="1775954"/>
                    <a:pt x="6565136" y="1778525"/>
                    <a:pt x="6574137" y="1781097"/>
                  </a:cubicBezTo>
                  <a:cubicBezTo>
                    <a:pt x="6570279" y="1783240"/>
                    <a:pt x="6565993" y="1784955"/>
                    <a:pt x="6562135" y="1787098"/>
                  </a:cubicBezTo>
                  <a:cubicBezTo>
                    <a:pt x="6561278" y="1793956"/>
                    <a:pt x="6560421" y="1800814"/>
                    <a:pt x="6559564" y="1808100"/>
                  </a:cubicBezTo>
                  <a:cubicBezTo>
                    <a:pt x="6565565" y="1813673"/>
                    <a:pt x="6571994" y="1818816"/>
                    <a:pt x="6578423" y="1824388"/>
                  </a:cubicBezTo>
                  <a:cubicBezTo>
                    <a:pt x="6577566" y="1835961"/>
                    <a:pt x="6576709" y="1847534"/>
                    <a:pt x="6575852" y="1858678"/>
                  </a:cubicBezTo>
                  <a:cubicBezTo>
                    <a:pt x="7535114" y="1897254"/>
                    <a:pt x="7602837" y="2150143"/>
                    <a:pt x="6637145" y="2135999"/>
                  </a:cubicBezTo>
                  <a:cubicBezTo>
                    <a:pt x="6637145" y="2151858"/>
                    <a:pt x="6637145" y="2168146"/>
                    <a:pt x="6637145" y="2184005"/>
                  </a:cubicBezTo>
                  <a:cubicBezTo>
                    <a:pt x="6610570" y="2213151"/>
                    <a:pt x="6623000" y="2204579"/>
                    <a:pt x="6600712" y="2211008"/>
                  </a:cubicBezTo>
                  <a:cubicBezTo>
                    <a:pt x="6593425" y="2220438"/>
                    <a:pt x="6581853" y="2224724"/>
                    <a:pt x="6570279" y="2226867"/>
                  </a:cubicBezTo>
                  <a:cubicBezTo>
                    <a:pt x="6565565" y="2253871"/>
                    <a:pt x="6565136" y="2281731"/>
                    <a:pt x="6562564" y="2309163"/>
                  </a:cubicBezTo>
                  <a:cubicBezTo>
                    <a:pt x="6556992" y="2310878"/>
                    <a:pt x="6551849" y="2312592"/>
                    <a:pt x="6546705" y="2314735"/>
                  </a:cubicBezTo>
                  <a:cubicBezTo>
                    <a:pt x="6537704" y="2667922"/>
                    <a:pt x="6529132" y="3021109"/>
                    <a:pt x="6520130" y="3374725"/>
                  </a:cubicBezTo>
                  <a:cubicBezTo>
                    <a:pt x="6527845" y="3376440"/>
                    <a:pt x="6538990" y="3375582"/>
                    <a:pt x="6543276" y="3383726"/>
                  </a:cubicBezTo>
                  <a:cubicBezTo>
                    <a:pt x="6545848" y="3397442"/>
                    <a:pt x="6545419" y="3412015"/>
                    <a:pt x="6546705" y="3425731"/>
                  </a:cubicBezTo>
                  <a:cubicBezTo>
                    <a:pt x="6566851" y="3429160"/>
                    <a:pt x="6589568" y="3429589"/>
                    <a:pt x="6606284" y="3443733"/>
                  </a:cubicBezTo>
                  <a:cubicBezTo>
                    <a:pt x="6603712" y="3471594"/>
                    <a:pt x="6604141" y="3499455"/>
                    <a:pt x="6602426" y="3527315"/>
                  </a:cubicBezTo>
                  <a:cubicBezTo>
                    <a:pt x="6583567" y="3530745"/>
                    <a:pt x="6565136" y="3534602"/>
                    <a:pt x="6546705" y="3538031"/>
                  </a:cubicBezTo>
                  <a:cubicBezTo>
                    <a:pt x="6547134" y="3568463"/>
                    <a:pt x="6547134" y="3599325"/>
                    <a:pt x="6538990" y="3628899"/>
                  </a:cubicBezTo>
                  <a:cubicBezTo>
                    <a:pt x="6536847" y="3637472"/>
                    <a:pt x="6531703" y="3644759"/>
                    <a:pt x="6525702" y="3651188"/>
                  </a:cubicBezTo>
                  <a:cubicBezTo>
                    <a:pt x="6519702" y="3886932"/>
                    <a:pt x="6514987" y="4123104"/>
                    <a:pt x="6509415" y="4358848"/>
                  </a:cubicBezTo>
                  <a:cubicBezTo>
                    <a:pt x="6568136" y="4367849"/>
                    <a:pt x="6581424" y="4376422"/>
                    <a:pt x="6577137" y="4404282"/>
                  </a:cubicBezTo>
                  <a:cubicBezTo>
                    <a:pt x="6593854" y="4417141"/>
                    <a:pt x="6749016" y="4872341"/>
                    <a:pt x="6754160" y="4888200"/>
                  </a:cubicBezTo>
                  <a:cubicBezTo>
                    <a:pt x="6766590" y="4893772"/>
                    <a:pt x="6779877" y="4893772"/>
                    <a:pt x="6762732" y="4934492"/>
                  </a:cubicBezTo>
                  <a:cubicBezTo>
                    <a:pt x="6764875" y="4938778"/>
                    <a:pt x="6917037" y="5292393"/>
                    <a:pt x="6935897" y="5429982"/>
                  </a:cubicBezTo>
                  <a:cubicBezTo>
                    <a:pt x="6971901" y="5441555"/>
                    <a:pt x="6962043" y="5441555"/>
                    <a:pt x="6977902" y="5495562"/>
                  </a:cubicBezTo>
                  <a:cubicBezTo>
                    <a:pt x="6975330" y="5497705"/>
                    <a:pt x="6972758" y="5500277"/>
                    <a:pt x="6970615" y="5502848"/>
                  </a:cubicBezTo>
                  <a:cubicBezTo>
                    <a:pt x="6971472" y="5506277"/>
                    <a:pt x="6972758" y="5509706"/>
                    <a:pt x="6974044" y="5513135"/>
                  </a:cubicBezTo>
                  <a:cubicBezTo>
                    <a:pt x="6972758" y="5514421"/>
                    <a:pt x="6970615" y="5516993"/>
                    <a:pt x="6969329" y="5518279"/>
                  </a:cubicBezTo>
                  <a:cubicBezTo>
                    <a:pt x="6971472" y="5522565"/>
                    <a:pt x="6974044" y="5526423"/>
                    <a:pt x="6976616" y="5530709"/>
                  </a:cubicBezTo>
                  <a:cubicBezTo>
                    <a:pt x="6972758" y="5540138"/>
                    <a:pt x="6980045" y="5547425"/>
                    <a:pt x="6986474" y="5552997"/>
                  </a:cubicBezTo>
                  <a:cubicBezTo>
                    <a:pt x="6988189" y="5564999"/>
                    <a:pt x="6992904" y="5578715"/>
                    <a:pt x="6986903" y="5590288"/>
                  </a:cubicBezTo>
                  <a:cubicBezTo>
                    <a:pt x="6959043" y="5636579"/>
                    <a:pt x="6814596" y="5621577"/>
                    <a:pt x="6863888" y="5559856"/>
                  </a:cubicBezTo>
                  <a:cubicBezTo>
                    <a:pt x="6865174" y="5554283"/>
                    <a:pt x="6860030" y="5549997"/>
                    <a:pt x="6857458" y="5545282"/>
                  </a:cubicBezTo>
                  <a:cubicBezTo>
                    <a:pt x="6861744" y="5540996"/>
                    <a:pt x="6863031" y="5535424"/>
                    <a:pt x="6860459" y="5529423"/>
                  </a:cubicBezTo>
                  <a:cubicBezTo>
                    <a:pt x="6862602" y="5527280"/>
                    <a:pt x="6865174" y="5525136"/>
                    <a:pt x="6867317" y="5522993"/>
                  </a:cubicBezTo>
                  <a:cubicBezTo>
                    <a:pt x="6863459" y="5510992"/>
                    <a:pt x="6839885" y="5498562"/>
                    <a:pt x="6882747" y="5469415"/>
                  </a:cubicBezTo>
                  <a:cubicBezTo>
                    <a:pt x="6877604" y="5379404"/>
                    <a:pt x="6749445" y="5047220"/>
                    <a:pt x="6717298" y="4963638"/>
                  </a:cubicBezTo>
                  <a:cubicBezTo>
                    <a:pt x="6708297" y="4966210"/>
                    <a:pt x="6699724" y="4968782"/>
                    <a:pt x="6690723" y="4971782"/>
                  </a:cubicBezTo>
                  <a:cubicBezTo>
                    <a:pt x="6744730" y="5225957"/>
                    <a:pt x="6799165" y="5479702"/>
                    <a:pt x="6853172" y="5733449"/>
                  </a:cubicBezTo>
                  <a:cubicBezTo>
                    <a:pt x="7122777" y="5896326"/>
                    <a:pt x="7170354" y="5910042"/>
                    <a:pt x="7205073" y="5975622"/>
                  </a:cubicBezTo>
                  <a:cubicBezTo>
                    <a:pt x="7252651" y="5961905"/>
                    <a:pt x="7356378" y="6102923"/>
                    <a:pt x="7350377" y="6108066"/>
                  </a:cubicBezTo>
                  <a:cubicBezTo>
                    <a:pt x="7289941" y="6170217"/>
                    <a:pt x="7203359" y="6196792"/>
                    <a:pt x="7184499" y="6113639"/>
                  </a:cubicBezTo>
                  <a:cubicBezTo>
                    <a:pt x="7181928" y="6110639"/>
                    <a:pt x="7178927" y="6108496"/>
                    <a:pt x="7176355" y="6105923"/>
                  </a:cubicBezTo>
                  <a:cubicBezTo>
                    <a:pt x="7177641" y="6104638"/>
                    <a:pt x="7180213" y="6101637"/>
                    <a:pt x="7181499" y="6100352"/>
                  </a:cubicBezTo>
                  <a:cubicBezTo>
                    <a:pt x="7175927" y="6095637"/>
                    <a:pt x="7169926" y="6092636"/>
                    <a:pt x="7163068" y="6090493"/>
                  </a:cubicBezTo>
                  <a:cubicBezTo>
                    <a:pt x="7164783" y="6087493"/>
                    <a:pt x="7166497" y="6084921"/>
                    <a:pt x="7168211" y="6081920"/>
                  </a:cubicBezTo>
                  <a:cubicBezTo>
                    <a:pt x="7163925" y="6075491"/>
                    <a:pt x="7137779" y="6069919"/>
                    <a:pt x="7148495" y="6031343"/>
                  </a:cubicBezTo>
                  <a:cubicBezTo>
                    <a:pt x="7102632" y="5971764"/>
                    <a:pt x="6943183" y="5880467"/>
                    <a:pt x="6877175" y="5842748"/>
                  </a:cubicBezTo>
                  <a:cubicBezTo>
                    <a:pt x="6882319" y="5875323"/>
                    <a:pt x="6887462" y="5907899"/>
                    <a:pt x="6893034" y="5940474"/>
                  </a:cubicBezTo>
                  <a:cubicBezTo>
                    <a:pt x="6930753" y="5949475"/>
                    <a:pt x="6924753" y="5974764"/>
                    <a:pt x="6930324" y="6009483"/>
                  </a:cubicBezTo>
                  <a:cubicBezTo>
                    <a:pt x="6926896" y="6012912"/>
                    <a:pt x="6922609" y="6015912"/>
                    <a:pt x="6920895" y="6021056"/>
                  </a:cubicBezTo>
                  <a:cubicBezTo>
                    <a:pt x="6921323" y="6028771"/>
                    <a:pt x="6929039" y="6032629"/>
                    <a:pt x="6934182" y="6036486"/>
                  </a:cubicBezTo>
                  <a:cubicBezTo>
                    <a:pt x="6931182" y="6039486"/>
                    <a:pt x="6924753" y="6041630"/>
                    <a:pt x="6925610" y="6046773"/>
                  </a:cubicBezTo>
                  <a:cubicBezTo>
                    <a:pt x="6928181" y="6051488"/>
                    <a:pt x="6932896" y="6054488"/>
                    <a:pt x="6936754" y="6058346"/>
                  </a:cubicBezTo>
                  <a:cubicBezTo>
                    <a:pt x="6934182" y="6060061"/>
                    <a:pt x="6931611" y="6061775"/>
                    <a:pt x="6929039" y="6063918"/>
                  </a:cubicBezTo>
                  <a:cubicBezTo>
                    <a:pt x="6932468" y="6072491"/>
                    <a:pt x="6938897" y="6079349"/>
                    <a:pt x="6946184" y="6085350"/>
                  </a:cubicBezTo>
                  <a:cubicBezTo>
                    <a:pt x="6948327" y="6096494"/>
                    <a:pt x="6951756" y="6107638"/>
                    <a:pt x="6953042" y="6119211"/>
                  </a:cubicBezTo>
                  <a:cubicBezTo>
                    <a:pt x="6948327" y="6137213"/>
                    <a:pt x="6893034" y="6139785"/>
                    <a:pt x="6874603" y="6140213"/>
                  </a:cubicBezTo>
                  <a:cubicBezTo>
                    <a:pt x="6834741" y="6123926"/>
                    <a:pt x="6811596" y="6102923"/>
                    <a:pt x="6820597" y="6057061"/>
                  </a:cubicBezTo>
                  <a:cubicBezTo>
                    <a:pt x="6831312" y="6052345"/>
                    <a:pt x="6828741" y="6041630"/>
                    <a:pt x="6824883" y="6033057"/>
                  </a:cubicBezTo>
                  <a:cubicBezTo>
                    <a:pt x="6834741" y="6027485"/>
                    <a:pt x="6827883" y="6017198"/>
                    <a:pt x="6824026" y="6009912"/>
                  </a:cubicBezTo>
                  <a:cubicBezTo>
                    <a:pt x="6826597" y="6007769"/>
                    <a:pt x="6829169" y="6006054"/>
                    <a:pt x="6831741" y="6004339"/>
                  </a:cubicBezTo>
                  <a:cubicBezTo>
                    <a:pt x="6828741" y="5997482"/>
                    <a:pt x="6823597" y="5992338"/>
                    <a:pt x="6817596" y="5988051"/>
                  </a:cubicBezTo>
                  <a:cubicBezTo>
                    <a:pt x="6815882" y="5964477"/>
                    <a:pt x="6821883" y="5954191"/>
                    <a:pt x="6847171" y="5940474"/>
                  </a:cubicBezTo>
                  <a:cubicBezTo>
                    <a:pt x="6842028" y="5898040"/>
                    <a:pt x="6836455" y="5855607"/>
                    <a:pt x="6831312" y="5813173"/>
                  </a:cubicBezTo>
                  <a:cubicBezTo>
                    <a:pt x="6763161" y="5774168"/>
                    <a:pt x="6694581" y="5735163"/>
                    <a:pt x="6626001" y="5696158"/>
                  </a:cubicBezTo>
                  <a:cubicBezTo>
                    <a:pt x="6623429" y="5719304"/>
                    <a:pt x="6620857" y="5742450"/>
                    <a:pt x="6617857" y="5765596"/>
                  </a:cubicBezTo>
                  <a:cubicBezTo>
                    <a:pt x="6411260" y="5820031"/>
                    <a:pt x="6485840" y="5802457"/>
                    <a:pt x="6343537" y="5811458"/>
                  </a:cubicBezTo>
                  <a:cubicBezTo>
                    <a:pt x="6332393" y="5817888"/>
                    <a:pt x="6079075" y="5997482"/>
                    <a:pt x="6034070" y="6029200"/>
                  </a:cubicBezTo>
                  <a:cubicBezTo>
                    <a:pt x="6033213" y="6036058"/>
                    <a:pt x="6032355" y="6043344"/>
                    <a:pt x="6031498" y="6050202"/>
                  </a:cubicBezTo>
                  <a:cubicBezTo>
                    <a:pt x="6003209" y="6054060"/>
                    <a:pt x="5975348" y="6057061"/>
                    <a:pt x="5947059" y="6060918"/>
                  </a:cubicBezTo>
                  <a:cubicBezTo>
                    <a:pt x="5931628" y="6082778"/>
                    <a:pt x="5909768" y="6087064"/>
                    <a:pt x="5872049" y="6084921"/>
                  </a:cubicBezTo>
                  <a:cubicBezTo>
                    <a:pt x="5871192" y="6089207"/>
                    <a:pt x="5865191" y="6125211"/>
                    <a:pt x="5846761" y="6112353"/>
                  </a:cubicBezTo>
                  <a:cubicBezTo>
                    <a:pt x="5843760" y="6107638"/>
                    <a:pt x="5841617" y="6102923"/>
                    <a:pt x="5839045" y="6098208"/>
                  </a:cubicBezTo>
                  <a:cubicBezTo>
                    <a:pt x="5829616" y="6096494"/>
                    <a:pt x="5826186" y="6108924"/>
                    <a:pt x="5818042" y="6111924"/>
                  </a:cubicBezTo>
                  <a:cubicBezTo>
                    <a:pt x="5810756" y="6111496"/>
                    <a:pt x="5805612" y="6105923"/>
                    <a:pt x="5800040" y="6101637"/>
                  </a:cubicBezTo>
                  <a:cubicBezTo>
                    <a:pt x="5806041" y="6077634"/>
                    <a:pt x="5784610" y="6060061"/>
                    <a:pt x="5767465" y="6047202"/>
                  </a:cubicBezTo>
                  <a:cubicBezTo>
                    <a:pt x="5726746" y="6244798"/>
                    <a:pt x="5686026" y="6442823"/>
                    <a:pt x="5645307" y="6640419"/>
                  </a:cubicBezTo>
                  <a:cubicBezTo>
                    <a:pt x="5668452" y="6658421"/>
                    <a:pt x="5667167" y="6689711"/>
                    <a:pt x="5663737" y="6723143"/>
                  </a:cubicBezTo>
                  <a:cubicBezTo>
                    <a:pt x="5650879" y="6733002"/>
                    <a:pt x="5650022" y="6729144"/>
                    <a:pt x="5654308" y="6752290"/>
                  </a:cubicBezTo>
                  <a:cubicBezTo>
                    <a:pt x="5652165" y="6754433"/>
                    <a:pt x="5650022" y="6756576"/>
                    <a:pt x="5648736" y="6759148"/>
                  </a:cubicBezTo>
                  <a:cubicBezTo>
                    <a:pt x="5648736" y="6764720"/>
                    <a:pt x="5652593" y="6769435"/>
                    <a:pt x="5654736" y="6774578"/>
                  </a:cubicBezTo>
                  <a:cubicBezTo>
                    <a:pt x="5642306" y="6786580"/>
                    <a:pt x="5640592" y="6784437"/>
                    <a:pt x="5655593" y="6802010"/>
                  </a:cubicBezTo>
                  <a:cubicBezTo>
                    <a:pt x="5652165" y="6820870"/>
                    <a:pt x="5655593" y="6844444"/>
                    <a:pt x="5640163" y="6859018"/>
                  </a:cubicBezTo>
                  <a:lnTo>
                    <a:pt x="5639735" y="6860303"/>
                  </a:lnTo>
                  <a:lnTo>
                    <a:pt x="5635448" y="6860303"/>
                  </a:lnTo>
                  <a:cubicBezTo>
                    <a:pt x="5592586" y="6839301"/>
                    <a:pt x="5517576" y="6883021"/>
                    <a:pt x="5551438" y="6775864"/>
                  </a:cubicBezTo>
                  <a:cubicBezTo>
                    <a:pt x="5556581" y="6773293"/>
                    <a:pt x="5563439" y="6772864"/>
                    <a:pt x="5566011" y="6767292"/>
                  </a:cubicBezTo>
                  <a:cubicBezTo>
                    <a:pt x="5566440" y="6761720"/>
                    <a:pt x="5563011" y="6756576"/>
                    <a:pt x="5560867" y="6751862"/>
                  </a:cubicBezTo>
                  <a:cubicBezTo>
                    <a:pt x="5564297" y="6749718"/>
                    <a:pt x="5568154" y="6748432"/>
                    <a:pt x="5571155" y="6745861"/>
                  </a:cubicBezTo>
                  <a:cubicBezTo>
                    <a:pt x="5573726" y="6739431"/>
                    <a:pt x="5568583" y="6733859"/>
                    <a:pt x="5566440" y="6728287"/>
                  </a:cubicBezTo>
                  <a:cubicBezTo>
                    <a:pt x="5570298" y="6726144"/>
                    <a:pt x="5575441" y="6725716"/>
                    <a:pt x="5578441" y="6721858"/>
                  </a:cubicBezTo>
                  <a:cubicBezTo>
                    <a:pt x="5581013" y="6714142"/>
                    <a:pt x="5575869" y="6706856"/>
                    <a:pt x="5573298" y="6699998"/>
                  </a:cubicBezTo>
                  <a:cubicBezTo>
                    <a:pt x="5578441" y="6664850"/>
                    <a:pt x="5574155" y="6643848"/>
                    <a:pt x="5613160" y="6635704"/>
                  </a:cubicBezTo>
                  <a:cubicBezTo>
                    <a:pt x="5655165" y="6435108"/>
                    <a:pt x="5696742" y="6234940"/>
                    <a:pt x="5738318" y="6034343"/>
                  </a:cubicBezTo>
                  <a:cubicBezTo>
                    <a:pt x="5730174" y="6030914"/>
                    <a:pt x="5722459" y="6027057"/>
                    <a:pt x="5714315" y="6023628"/>
                  </a:cubicBezTo>
                  <a:cubicBezTo>
                    <a:pt x="5715172" y="6010340"/>
                    <a:pt x="5716030" y="5997053"/>
                    <a:pt x="5716887" y="5983765"/>
                  </a:cubicBezTo>
                  <a:cubicBezTo>
                    <a:pt x="5655593" y="5919901"/>
                    <a:pt x="5594729" y="5856035"/>
                    <a:pt x="5533435" y="5792170"/>
                  </a:cubicBezTo>
                  <a:cubicBezTo>
                    <a:pt x="5499145" y="5796885"/>
                    <a:pt x="5445567" y="5789170"/>
                    <a:pt x="5411277" y="5783598"/>
                  </a:cubicBezTo>
                  <a:cubicBezTo>
                    <a:pt x="5419850" y="5800314"/>
                    <a:pt x="5436995" y="5880895"/>
                    <a:pt x="5320409" y="5850463"/>
                  </a:cubicBezTo>
                  <a:cubicBezTo>
                    <a:pt x="5329410" y="5771596"/>
                    <a:pt x="5301549" y="5831603"/>
                    <a:pt x="5333268" y="5669583"/>
                  </a:cubicBezTo>
                  <a:cubicBezTo>
                    <a:pt x="5301549" y="5649438"/>
                    <a:pt x="5288691" y="5603575"/>
                    <a:pt x="5280118" y="5565427"/>
                  </a:cubicBezTo>
                  <a:cubicBezTo>
                    <a:pt x="4759339" y="5855178"/>
                    <a:pt x="4790200" y="5825603"/>
                    <a:pt x="4758482" y="5876180"/>
                  </a:cubicBezTo>
                  <a:cubicBezTo>
                    <a:pt x="4786342" y="5900183"/>
                    <a:pt x="4728049" y="5991481"/>
                    <a:pt x="4686044" y="5994910"/>
                  </a:cubicBezTo>
                  <a:cubicBezTo>
                    <a:pt x="4687758" y="6010769"/>
                    <a:pt x="4689473" y="6026628"/>
                    <a:pt x="4691187" y="6042487"/>
                  </a:cubicBezTo>
                  <a:cubicBezTo>
                    <a:pt x="4697188" y="6042487"/>
                    <a:pt x="4703617" y="6042487"/>
                    <a:pt x="4709618" y="6042487"/>
                  </a:cubicBezTo>
                  <a:cubicBezTo>
                    <a:pt x="4714333" y="6070776"/>
                    <a:pt x="4718619" y="6099065"/>
                    <a:pt x="4722906" y="6127355"/>
                  </a:cubicBezTo>
                  <a:cubicBezTo>
                    <a:pt x="4747337" y="6129498"/>
                    <a:pt x="4751624" y="6129498"/>
                    <a:pt x="4758482" y="6151787"/>
                  </a:cubicBezTo>
                  <a:cubicBezTo>
                    <a:pt x="4762339" y="6150072"/>
                    <a:pt x="4766626" y="6148357"/>
                    <a:pt x="4770912" y="6146643"/>
                  </a:cubicBezTo>
                  <a:cubicBezTo>
                    <a:pt x="4806059" y="5934902"/>
                    <a:pt x="4887498" y="6266658"/>
                    <a:pt x="4817203" y="6254228"/>
                  </a:cubicBezTo>
                  <a:cubicBezTo>
                    <a:pt x="4814203" y="6252513"/>
                    <a:pt x="4770483" y="6192077"/>
                    <a:pt x="4768340" y="6189505"/>
                  </a:cubicBezTo>
                  <a:cubicBezTo>
                    <a:pt x="4754195" y="6222510"/>
                    <a:pt x="4741337" y="6214794"/>
                    <a:pt x="4701474" y="6229368"/>
                  </a:cubicBezTo>
                  <a:cubicBezTo>
                    <a:pt x="4704903" y="6258514"/>
                    <a:pt x="4708332" y="6287660"/>
                    <a:pt x="4712190" y="6316807"/>
                  </a:cubicBezTo>
                  <a:cubicBezTo>
                    <a:pt x="4717334" y="6317236"/>
                    <a:pt x="4722477" y="6316807"/>
                    <a:pt x="4727192" y="6318522"/>
                  </a:cubicBezTo>
                  <a:cubicBezTo>
                    <a:pt x="4748195" y="6334381"/>
                    <a:pt x="4837349" y="6579554"/>
                    <a:pt x="4786771" y="6612987"/>
                  </a:cubicBezTo>
                  <a:cubicBezTo>
                    <a:pt x="4628608" y="6718429"/>
                    <a:pt x="4597747" y="6506259"/>
                    <a:pt x="4648325" y="6327951"/>
                  </a:cubicBezTo>
                  <a:cubicBezTo>
                    <a:pt x="4652611" y="6327094"/>
                    <a:pt x="4657326" y="6326237"/>
                    <a:pt x="4661612" y="6325380"/>
                  </a:cubicBezTo>
                  <a:cubicBezTo>
                    <a:pt x="4656469" y="6296233"/>
                    <a:pt x="4650897" y="6266658"/>
                    <a:pt x="4645753" y="6237512"/>
                  </a:cubicBezTo>
                  <a:cubicBezTo>
                    <a:pt x="4635895" y="6236654"/>
                    <a:pt x="4626036" y="6235797"/>
                    <a:pt x="4616607" y="6234940"/>
                  </a:cubicBezTo>
                  <a:cubicBezTo>
                    <a:pt x="4607605" y="6177933"/>
                    <a:pt x="4599033" y="6121354"/>
                    <a:pt x="4590032" y="6064347"/>
                  </a:cubicBezTo>
                  <a:cubicBezTo>
                    <a:pt x="4595176" y="6060489"/>
                    <a:pt x="4600747" y="6057061"/>
                    <a:pt x="4605891" y="6053631"/>
                  </a:cubicBezTo>
                  <a:cubicBezTo>
                    <a:pt x="4589175" y="5940046"/>
                    <a:pt x="4572030" y="5826460"/>
                    <a:pt x="4555313" y="5712874"/>
                  </a:cubicBezTo>
                  <a:cubicBezTo>
                    <a:pt x="4550598" y="5710303"/>
                    <a:pt x="4546312" y="5707302"/>
                    <a:pt x="4542026" y="5704730"/>
                  </a:cubicBezTo>
                  <a:cubicBezTo>
                    <a:pt x="4539454" y="5683299"/>
                    <a:pt x="4536882" y="5662296"/>
                    <a:pt x="4533882" y="5640865"/>
                  </a:cubicBezTo>
                  <a:cubicBezTo>
                    <a:pt x="4525738" y="5649009"/>
                    <a:pt x="4518023" y="5656725"/>
                    <a:pt x="4509879" y="5664869"/>
                  </a:cubicBezTo>
                  <a:cubicBezTo>
                    <a:pt x="4500878" y="5659725"/>
                    <a:pt x="4492306" y="5654153"/>
                    <a:pt x="4483304" y="5649009"/>
                  </a:cubicBezTo>
                  <a:cubicBezTo>
                    <a:pt x="4407866" y="5754880"/>
                    <a:pt x="4332428" y="5860322"/>
                    <a:pt x="4256990" y="5966192"/>
                  </a:cubicBezTo>
                  <a:cubicBezTo>
                    <a:pt x="4258705" y="5969621"/>
                    <a:pt x="4260419" y="5973050"/>
                    <a:pt x="4262134" y="5976907"/>
                  </a:cubicBezTo>
                  <a:cubicBezTo>
                    <a:pt x="4227844" y="6020627"/>
                    <a:pt x="4148548" y="6140213"/>
                    <a:pt x="4101828" y="6086635"/>
                  </a:cubicBezTo>
                  <a:cubicBezTo>
                    <a:pt x="3946666" y="6247799"/>
                    <a:pt x="3717780" y="6374243"/>
                    <a:pt x="3509040" y="6443252"/>
                  </a:cubicBezTo>
                  <a:cubicBezTo>
                    <a:pt x="3515469" y="6517832"/>
                    <a:pt x="3368022" y="6541407"/>
                    <a:pt x="3360735" y="6470255"/>
                  </a:cubicBezTo>
                  <a:cubicBezTo>
                    <a:pt x="3139136" y="6523833"/>
                    <a:pt x="2887533" y="6491257"/>
                    <a:pt x="2684793" y="6408962"/>
                  </a:cubicBezTo>
                  <a:cubicBezTo>
                    <a:pt x="2681364" y="6414105"/>
                    <a:pt x="2677507" y="6419677"/>
                    <a:pt x="2674078" y="6424820"/>
                  </a:cubicBezTo>
                  <a:cubicBezTo>
                    <a:pt x="2649218" y="6424820"/>
                    <a:pt x="2624357" y="6424820"/>
                    <a:pt x="2599497" y="6424820"/>
                  </a:cubicBezTo>
                  <a:cubicBezTo>
                    <a:pt x="2579780" y="6404247"/>
                    <a:pt x="2560492" y="6384101"/>
                    <a:pt x="2540775" y="6363527"/>
                  </a:cubicBezTo>
                  <a:cubicBezTo>
                    <a:pt x="2540775" y="6355383"/>
                    <a:pt x="2540775" y="6347668"/>
                    <a:pt x="2540775" y="6339524"/>
                  </a:cubicBezTo>
                  <a:cubicBezTo>
                    <a:pt x="2329892" y="6243083"/>
                    <a:pt x="2138725" y="6069062"/>
                    <a:pt x="2018710" y="5899755"/>
                  </a:cubicBezTo>
                  <a:cubicBezTo>
                    <a:pt x="2012281" y="5903184"/>
                    <a:pt x="2006280" y="5907042"/>
                    <a:pt x="1999851" y="5910470"/>
                  </a:cubicBezTo>
                  <a:cubicBezTo>
                    <a:pt x="1935128" y="5885611"/>
                    <a:pt x="1899124" y="5826460"/>
                    <a:pt x="1938557" y="5782741"/>
                  </a:cubicBezTo>
                  <a:cubicBezTo>
                    <a:pt x="1904267" y="5733020"/>
                    <a:pt x="1880264" y="5677727"/>
                    <a:pt x="1855833" y="5622863"/>
                  </a:cubicBezTo>
                  <a:cubicBezTo>
                    <a:pt x="1831830" y="5701730"/>
                    <a:pt x="1807827" y="5781026"/>
                    <a:pt x="1783824" y="5859893"/>
                  </a:cubicBezTo>
                  <a:cubicBezTo>
                    <a:pt x="1788967" y="5860750"/>
                    <a:pt x="1794539" y="5861607"/>
                    <a:pt x="1799683" y="5862893"/>
                  </a:cubicBezTo>
                  <a:cubicBezTo>
                    <a:pt x="1788110" y="5916900"/>
                    <a:pt x="1776537" y="5971336"/>
                    <a:pt x="1764964" y="6025342"/>
                  </a:cubicBezTo>
                  <a:cubicBezTo>
                    <a:pt x="1749962" y="6025342"/>
                    <a:pt x="1734960" y="6025342"/>
                    <a:pt x="1719530" y="6025342"/>
                  </a:cubicBezTo>
                  <a:cubicBezTo>
                    <a:pt x="1711815" y="6051917"/>
                    <a:pt x="1703671" y="6078492"/>
                    <a:pt x="1695955" y="6104638"/>
                  </a:cubicBezTo>
                  <a:cubicBezTo>
                    <a:pt x="1740532" y="6127355"/>
                    <a:pt x="1686954" y="6571839"/>
                    <a:pt x="1525791" y="6347239"/>
                  </a:cubicBezTo>
                  <a:cubicBezTo>
                    <a:pt x="1520648" y="6339095"/>
                    <a:pt x="1515076" y="6328808"/>
                    <a:pt x="1517647" y="6318950"/>
                  </a:cubicBezTo>
                  <a:cubicBezTo>
                    <a:pt x="1548080" y="6273516"/>
                    <a:pt x="1598229" y="6096922"/>
                    <a:pt x="1644949" y="6086207"/>
                  </a:cubicBezTo>
                  <a:cubicBezTo>
                    <a:pt x="1652236" y="6060489"/>
                    <a:pt x="1659094" y="6034772"/>
                    <a:pt x="1666380" y="6009054"/>
                  </a:cubicBezTo>
                  <a:cubicBezTo>
                    <a:pt x="1625661" y="5988051"/>
                    <a:pt x="1665095" y="6015484"/>
                    <a:pt x="1562653" y="5918614"/>
                  </a:cubicBezTo>
                  <a:cubicBezTo>
                    <a:pt x="1564368" y="5915185"/>
                    <a:pt x="1566082" y="5911328"/>
                    <a:pt x="1567797" y="5907899"/>
                  </a:cubicBezTo>
                  <a:cubicBezTo>
                    <a:pt x="1593514" y="5915185"/>
                    <a:pt x="1619232" y="5922044"/>
                    <a:pt x="1644949" y="5929330"/>
                  </a:cubicBezTo>
                  <a:cubicBezTo>
                    <a:pt x="1668523" y="5907899"/>
                    <a:pt x="1658237" y="5931473"/>
                    <a:pt x="1687383" y="5833318"/>
                  </a:cubicBezTo>
                  <a:cubicBezTo>
                    <a:pt x="1693384" y="5832461"/>
                    <a:pt x="1699813" y="5831603"/>
                    <a:pt x="1706242" y="5830746"/>
                  </a:cubicBezTo>
                  <a:cubicBezTo>
                    <a:pt x="1728531" y="5754451"/>
                    <a:pt x="1750391" y="5678156"/>
                    <a:pt x="1773108" y="5601432"/>
                  </a:cubicBezTo>
                  <a:cubicBezTo>
                    <a:pt x="1684383" y="5643008"/>
                    <a:pt x="1653950" y="5652867"/>
                    <a:pt x="1471785" y="5772025"/>
                  </a:cubicBezTo>
                  <a:cubicBezTo>
                    <a:pt x="1470927" y="5778883"/>
                    <a:pt x="1470070" y="5786169"/>
                    <a:pt x="1469213" y="5793456"/>
                  </a:cubicBezTo>
                  <a:cubicBezTo>
                    <a:pt x="1330338" y="5788312"/>
                    <a:pt x="1365914" y="5819174"/>
                    <a:pt x="1287905" y="5809744"/>
                  </a:cubicBezTo>
                  <a:cubicBezTo>
                    <a:pt x="1268188" y="5822174"/>
                    <a:pt x="1248042" y="5834604"/>
                    <a:pt x="1224039" y="5836747"/>
                  </a:cubicBezTo>
                  <a:cubicBezTo>
                    <a:pt x="1224039" y="5831175"/>
                    <a:pt x="1224039" y="5825603"/>
                    <a:pt x="1224039" y="5820031"/>
                  </a:cubicBezTo>
                  <a:cubicBezTo>
                    <a:pt x="1218896" y="5822602"/>
                    <a:pt x="1213324" y="5825174"/>
                    <a:pt x="1208180" y="5828175"/>
                  </a:cubicBezTo>
                  <a:cubicBezTo>
                    <a:pt x="1203894" y="5826460"/>
                    <a:pt x="1199179" y="5824745"/>
                    <a:pt x="1194893" y="5823031"/>
                  </a:cubicBezTo>
                  <a:cubicBezTo>
                    <a:pt x="1194036" y="5815744"/>
                    <a:pt x="1193178" y="5808887"/>
                    <a:pt x="1192321" y="5801600"/>
                  </a:cubicBezTo>
                  <a:cubicBezTo>
                    <a:pt x="1116026" y="5765166"/>
                    <a:pt x="1039731" y="5728733"/>
                    <a:pt x="963007" y="5692300"/>
                  </a:cubicBezTo>
                  <a:cubicBezTo>
                    <a:pt x="639395" y="6247799"/>
                    <a:pt x="665970" y="6187362"/>
                    <a:pt x="614106" y="6326237"/>
                  </a:cubicBezTo>
                  <a:cubicBezTo>
                    <a:pt x="650968" y="6419677"/>
                    <a:pt x="607677" y="6359670"/>
                    <a:pt x="615820" y="6410247"/>
                  </a:cubicBezTo>
                  <a:cubicBezTo>
                    <a:pt x="609391" y="6417106"/>
                    <a:pt x="606391" y="6413248"/>
                    <a:pt x="615820" y="6431250"/>
                  </a:cubicBezTo>
                  <a:cubicBezTo>
                    <a:pt x="604247" y="6437251"/>
                    <a:pt x="616678" y="6530691"/>
                    <a:pt x="552812" y="6504974"/>
                  </a:cubicBezTo>
                  <a:cubicBezTo>
                    <a:pt x="495377" y="6485256"/>
                    <a:pt x="464516" y="6482256"/>
                    <a:pt x="463658" y="6454396"/>
                  </a:cubicBezTo>
                  <a:cubicBezTo>
                    <a:pt x="464087" y="6441537"/>
                    <a:pt x="470945" y="6429964"/>
                    <a:pt x="475660" y="6417963"/>
                  </a:cubicBezTo>
                  <a:cubicBezTo>
                    <a:pt x="491519" y="6413676"/>
                    <a:pt x="491948" y="6417534"/>
                    <a:pt x="495377" y="6391817"/>
                  </a:cubicBezTo>
                  <a:cubicBezTo>
                    <a:pt x="498377" y="6389673"/>
                    <a:pt x="502663" y="6388387"/>
                    <a:pt x="504806" y="6384959"/>
                  </a:cubicBezTo>
                  <a:cubicBezTo>
                    <a:pt x="505664" y="6379815"/>
                    <a:pt x="504378" y="6375100"/>
                    <a:pt x="503521" y="6370385"/>
                  </a:cubicBezTo>
                  <a:cubicBezTo>
                    <a:pt x="512950" y="6361384"/>
                    <a:pt x="515093" y="6365671"/>
                    <a:pt x="508235" y="6344668"/>
                  </a:cubicBezTo>
                  <a:cubicBezTo>
                    <a:pt x="530953" y="6300948"/>
                    <a:pt x="533953" y="6283374"/>
                    <a:pt x="574672" y="6288947"/>
                  </a:cubicBezTo>
                  <a:cubicBezTo>
                    <a:pt x="636394" y="6140642"/>
                    <a:pt x="572101" y="6265372"/>
                    <a:pt x="920573" y="5655439"/>
                  </a:cubicBezTo>
                  <a:cubicBezTo>
                    <a:pt x="912429" y="5635293"/>
                    <a:pt x="912429" y="5618148"/>
                    <a:pt x="936432" y="5599289"/>
                  </a:cubicBezTo>
                  <a:cubicBezTo>
                    <a:pt x="941147" y="5601003"/>
                    <a:pt x="945433" y="5603147"/>
                    <a:pt x="950148" y="5604861"/>
                  </a:cubicBezTo>
                  <a:cubicBezTo>
                    <a:pt x="983152" y="5546139"/>
                    <a:pt x="1015728" y="5487846"/>
                    <a:pt x="1048732" y="5429125"/>
                  </a:cubicBezTo>
                  <a:cubicBezTo>
                    <a:pt x="1003297" y="5356687"/>
                    <a:pt x="963007" y="5367831"/>
                    <a:pt x="921001" y="5287679"/>
                  </a:cubicBezTo>
                  <a:cubicBezTo>
                    <a:pt x="611534" y="5522565"/>
                    <a:pt x="625679" y="5509278"/>
                    <a:pt x="618821" y="5523422"/>
                  </a:cubicBezTo>
                  <a:cubicBezTo>
                    <a:pt x="613677" y="5533709"/>
                    <a:pt x="611106" y="5546568"/>
                    <a:pt x="617535" y="5556426"/>
                  </a:cubicBezTo>
                  <a:cubicBezTo>
                    <a:pt x="621821" y="5563713"/>
                    <a:pt x="623964" y="5573571"/>
                    <a:pt x="617106" y="5580429"/>
                  </a:cubicBezTo>
                  <a:cubicBezTo>
                    <a:pt x="604247" y="5595003"/>
                    <a:pt x="602533" y="5615577"/>
                    <a:pt x="605533" y="5634436"/>
                  </a:cubicBezTo>
                  <a:cubicBezTo>
                    <a:pt x="609820" y="5651152"/>
                    <a:pt x="540382" y="5660582"/>
                    <a:pt x="523666" y="5648152"/>
                  </a:cubicBezTo>
                  <a:cubicBezTo>
                    <a:pt x="501806" y="5632722"/>
                    <a:pt x="491090" y="5607433"/>
                    <a:pt x="477374" y="5585144"/>
                  </a:cubicBezTo>
                  <a:cubicBezTo>
                    <a:pt x="454657" y="5551712"/>
                    <a:pt x="1040159" y="5037790"/>
                    <a:pt x="1236041" y="5044648"/>
                  </a:cubicBezTo>
                  <a:cubicBezTo>
                    <a:pt x="1234326" y="4790045"/>
                    <a:pt x="1232612" y="4535013"/>
                    <a:pt x="1230469" y="4280410"/>
                  </a:cubicBezTo>
                  <a:cubicBezTo>
                    <a:pt x="1146030" y="4263693"/>
                    <a:pt x="993010" y="4226831"/>
                    <a:pt x="961292" y="4146678"/>
                  </a:cubicBezTo>
                  <a:cubicBezTo>
                    <a:pt x="912429" y="5006500"/>
                    <a:pt x="964721" y="4842337"/>
                    <a:pt x="797986" y="5041219"/>
                  </a:cubicBezTo>
                  <a:cubicBezTo>
                    <a:pt x="785985" y="5055364"/>
                    <a:pt x="774840" y="5069937"/>
                    <a:pt x="761553" y="5082367"/>
                  </a:cubicBezTo>
                  <a:cubicBezTo>
                    <a:pt x="692116" y="5150519"/>
                    <a:pt x="696402" y="5216956"/>
                    <a:pt x="705832" y="5311682"/>
                  </a:cubicBezTo>
                  <a:cubicBezTo>
                    <a:pt x="678400" y="5337828"/>
                    <a:pt x="654397" y="5326683"/>
                    <a:pt x="626107" y="5301823"/>
                  </a:cubicBezTo>
                  <a:cubicBezTo>
                    <a:pt x="646681" y="5278677"/>
                    <a:pt x="649682" y="5245673"/>
                    <a:pt x="652682" y="5216098"/>
                  </a:cubicBezTo>
                  <a:cubicBezTo>
                    <a:pt x="656968" y="5213526"/>
                    <a:pt x="661683" y="5210526"/>
                    <a:pt x="665970" y="5207954"/>
                  </a:cubicBezTo>
                  <a:cubicBezTo>
                    <a:pt x="668541" y="5191667"/>
                    <a:pt x="670256" y="5174950"/>
                    <a:pt x="672827" y="5158662"/>
                  </a:cubicBezTo>
                  <a:cubicBezTo>
                    <a:pt x="679257" y="5131659"/>
                    <a:pt x="695116" y="5107656"/>
                    <a:pt x="713118" y="5087510"/>
                  </a:cubicBezTo>
                  <a:cubicBezTo>
                    <a:pt x="731549" y="5066079"/>
                    <a:pt x="749980" y="5044648"/>
                    <a:pt x="768411" y="5023217"/>
                  </a:cubicBezTo>
                  <a:cubicBezTo>
                    <a:pt x="1031158" y="4728323"/>
                    <a:pt x="841706" y="4366135"/>
                    <a:pt x="934717" y="4070383"/>
                  </a:cubicBezTo>
                  <a:cubicBezTo>
                    <a:pt x="860565" y="4035665"/>
                    <a:pt x="879853" y="4029664"/>
                    <a:pt x="889283" y="3948654"/>
                  </a:cubicBezTo>
                  <a:cubicBezTo>
                    <a:pt x="869995" y="3925508"/>
                    <a:pt x="880711" y="3907077"/>
                    <a:pt x="899999" y="3880931"/>
                  </a:cubicBezTo>
                  <a:cubicBezTo>
                    <a:pt x="899999" y="3868501"/>
                    <a:pt x="899999" y="3856071"/>
                    <a:pt x="899999" y="3843212"/>
                  </a:cubicBezTo>
                  <a:cubicBezTo>
                    <a:pt x="870424" y="3837640"/>
                    <a:pt x="868709" y="3842355"/>
                    <a:pt x="861851" y="3862072"/>
                  </a:cubicBezTo>
                  <a:cubicBezTo>
                    <a:pt x="846849" y="3859500"/>
                    <a:pt x="832276" y="3856928"/>
                    <a:pt x="817274" y="3853928"/>
                  </a:cubicBezTo>
                  <a:cubicBezTo>
                    <a:pt x="812988" y="3821352"/>
                    <a:pt x="820275" y="3787920"/>
                    <a:pt x="833562" y="3757916"/>
                  </a:cubicBezTo>
                  <a:cubicBezTo>
                    <a:pt x="848564" y="3759630"/>
                    <a:pt x="863994" y="3761345"/>
                    <a:pt x="878996" y="3763488"/>
                  </a:cubicBezTo>
                  <a:cubicBezTo>
                    <a:pt x="878996" y="3772489"/>
                    <a:pt x="878996" y="3781919"/>
                    <a:pt x="878996" y="3790920"/>
                  </a:cubicBezTo>
                  <a:cubicBezTo>
                    <a:pt x="969865" y="3808922"/>
                    <a:pt x="945004" y="3786205"/>
                    <a:pt x="966864" y="3065686"/>
                  </a:cubicBezTo>
                  <a:cubicBezTo>
                    <a:pt x="952720" y="3064829"/>
                    <a:pt x="938146" y="3063972"/>
                    <a:pt x="924002" y="3063114"/>
                  </a:cubicBezTo>
                  <a:cubicBezTo>
                    <a:pt x="910714" y="3033111"/>
                    <a:pt x="906428" y="2996678"/>
                    <a:pt x="923573" y="2967103"/>
                  </a:cubicBezTo>
                  <a:cubicBezTo>
                    <a:pt x="938146" y="2967103"/>
                    <a:pt x="952291" y="2967103"/>
                    <a:pt x="966436" y="2967103"/>
                  </a:cubicBezTo>
                  <a:cubicBezTo>
                    <a:pt x="968150" y="2917382"/>
                    <a:pt x="969865" y="2867662"/>
                    <a:pt x="971579" y="2817941"/>
                  </a:cubicBezTo>
                  <a:cubicBezTo>
                    <a:pt x="975008" y="2815369"/>
                    <a:pt x="978866" y="2812369"/>
                    <a:pt x="982295" y="2809797"/>
                  </a:cubicBezTo>
                  <a:cubicBezTo>
                    <a:pt x="986152" y="2733073"/>
                    <a:pt x="991725" y="2745075"/>
                    <a:pt x="968579" y="2729216"/>
                  </a:cubicBezTo>
                  <a:cubicBezTo>
                    <a:pt x="964721" y="2708642"/>
                    <a:pt x="968579" y="2686353"/>
                    <a:pt x="984009" y="2671351"/>
                  </a:cubicBezTo>
                  <a:cubicBezTo>
                    <a:pt x="988724" y="2649920"/>
                    <a:pt x="985295" y="2650349"/>
                    <a:pt x="1009298" y="2655063"/>
                  </a:cubicBezTo>
                  <a:cubicBezTo>
                    <a:pt x="1013584" y="2651634"/>
                    <a:pt x="1017871" y="2648206"/>
                    <a:pt x="1022157" y="2644777"/>
                  </a:cubicBezTo>
                  <a:cubicBezTo>
                    <a:pt x="1027729" y="2616059"/>
                    <a:pt x="989153" y="2549622"/>
                    <a:pt x="1248471" y="2532905"/>
                  </a:cubicBezTo>
                  <a:cubicBezTo>
                    <a:pt x="1255329" y="1758809"/>
                    <a:pt x="1281904" y="1952976"/>
                    <a:pt x="1173890" y="1688943"/>
                  </a:cubicBezTo>
                  <a:cubicBezTo>
                    <a:pt x="1124598" y="1688085"/>
                    <a:pt x="1091594" y="1581358"/>
                    <a:pt x="1112168" y="1544067"/>
                  </a:cubicBezTo>
                  <a:cubicBezTo>
                    <a:pt x="969865" y="1208454"/>
                    <a:pt x="993868" y="1178879"/>
                    <a:pt x="859279" y="1208025"/>
                  </a:cubicBezTo>
                  <a:cubicBezTo>
                    <a:pt x="840848" y="1207168"/>
                    <a:pt x="823703" y="1191309"/>
                    <a:pt x="826275" y="1171592"/>
                  </a:cubicBezTo>
                  <a:cubicBezTo>
                    <a:pt x="856708" y="1153162"/>
                    <a:pt x="878996" y="1130444"/>
                    <a:pt x="900856" y="1140731"/>
                  </a:cubicBezTo>
                  <a:cubicBezTo>
                    <a:pt x="905571" y="1137302"/>
                    <a:pt x="910714" y="1134302"/>
                    <a:pt x="915429" y="1130873"/>
                  </a:cubicBezTo>
                  <a:cubicBezTo>
                    <a:pt x="911572" y="1059721"/>
                    <a:pt x="847278" y="1119729"/>
                    <a:pt x="423796" y="846695"/>
                  </a:cubicBezTo>
                  <a:cubicBezTo>
                    <a:pt x="-789641" y="59310"/>
                    <a:pt x="899570" y="208472"/>
                    <a:pt x="1877692" y="916560"/>
                  </a:cubicBezTo>
                  <a:cubicBezTo>
                    <a:pt x="2512486" y="1367903"/>
                    <a:pt x="2032426" y="1532923"/>
                    <a:pt x="1047874" y="1157448"/>
                  </a:cubicBezTo>
                  <a:cubicBezTo>
                    <a:pt x="1052161" y="1171592"/>
                    <a:pt x="1056876" y="1185737"/>
                    <a:pt x="1061162" y="1199882"/>
                  </a:cubicBezTo>
                  <a:cubicBezTo>
                    <a:pt x="1053875" y="1205025"/>
                    <a:pt x="1047017" y="1210597"/>
                    <a:pt x="1039731" y="1215741"/>
                  </a:cubicBezTo>
                  <a:cubicBezTo>
                    <a:pt x="1084308" y="1314324"/>
                    <a:pt x="1128456" y="1412908"/>
                    <a:pt x="1173033" y="1511063"/>
                  </a:cubicBezTo>
                  <a:cubicBezTo>
                    <a:pt x="1269045" y="1484489"/>
                    <a:pt x="1364200" y="1467772"/>
                    <a:pt x="1365057" y="1567213"/>
                  </a:cubicBezTo>
                  <a:cubicBezTo>
                    <a:pt x="1372772" y="1566356"/>
                    <a:pt x="1380916" y="1565499"/>
                    <a:pt x="1388631" y="1564642"/>
                  </a:cubicBezTo>
                  <a:cubicBezTo>
                    <a:pt x="1397632" y="1538067"/>
                    <a:pt x="1406205" y="1511492"/>
                    <a:pt x="1415206" y="1484917"/>
                  </a:cubicBezTo>
                  <a:cubicBezTo>
                    <a:pt x="1424207" y="1486632"/>
                    <a:pt x="1432780" y="1488346"/>
                    <a:pt x="1441781" y="1490061"/>
                  </a:cubicBezTo>
                  <a:cubicBezTo>
                    <a:pt x="1458069" y="1635365"/>
                    <a:pt x="1458926" y="1598074"/>
                    <a:pt x="1439209" y="1697944"/>
                  </a:cubicBezTo>
                  <a:cubicBezTo>
                    <a:pt x="1432780" y="1695372"/>
                    <a:pt x="1426779" y="1692800"/>
                    <a:pt x="1420350" y="1689800"/>
                  </a:cubicBezTo>
                  <a:cubicBezTo>
                    <a:pt x="1410491" y="1667512"/>
                    <a:pt x="1401061" y="1645223"/>
                    <a:pt x="1391203" y="1623363"/>
                  </a:cubicBezTo>
                  <a:cubicBezTo>
                    <a:pt x="1382202" y="1624220"/>
                    <a:pt x="1373630" y="1625078"/>
                    <a:pt x="1364628" y="1625935"/>
                  </a:cubicBezTo>
                  <a:cubicBezTo>
                    <a:pt x="1364200" y="1647795"/>
                    <a:pt x="1360771" y="1675655"/>
                    <a:pt x="1337625" y="1685514"/>
                  </a:cubicBezTo>
                  <a:cubicBezTo>
                    <a:pt x="1336339" y="1724090"/>
                    <a:pt x="1335910" y="1763095"/>
                    <a:pt x="1335053" y="1801671"/>
                  </a:cubicBezTo>
                  <a:cubicBezTo>
                    <a:pt x="1329052" y="1805100"/>
                    <a:pt x="1322623" y="1808958"/>
                    <a:pt x="1316622" y="1812387"/>
                  </a:cubicBezTo>
                  <a:cubicBezTo>
                    <a:pt x="1317051" y="1905827"/>
                    <a:pt x="1461069" y="2166860"/>
                    <a:pt x="1496645" y="2250442"/>
                  </a:cubicBezTo>
                  <a:cubicBezTo>
                    <a:pt x="1498788" y="2265443"/>
                    <a:pt x="1490215" y="2309163"/>
                    <a:pt x="1420350" y="2286875"/>
                  </a:cubicBezTo>
                  <a:cubicBezTo>
                    <a:pt x="1347055" y="2106424"/>
                    <a:pt x="1441781" y="2282588"/>
                    <a:pt x="1319194" y="2045130"/>
                  </a:cubicBezTo>
                  <a:cubicBezTo>
                    <a:pt x="1317051" y="2205436"/>
                    <a:pt x="1315765" y="2365742"/>
                    <a:pt x="1313622" y="2526047"/>
                  </a:cubicBezTo>
                  <a:cubicBezTo>
                    <a:pt x="1359485" y="2515332"/>
                    <a:pt x="1436209" y="2517046"/>
                    <a:pt x="1483786" y="2518332"/>
                  </a:cubicBezTo>
                  <a:cubicBezTo>
                    <a:pt x="1463212" y="2472469"/>
                    <a:pt x="1559224" y="2252585"/>
                    <a:pt x="1582370" y="2235440"/>
                  </a:cubicBezTo>
                  <a:cubicBezTo>
                    <a:pt x="1627804" y="2241440"/>
                    <a:pt x="1673238" y="2246155"/>
                    <a:pt x="1718673" y="2251727"/>
                  </a:cubicBezTo>
                  <a:cubicBezTo>
                    <a:pt x="1745247" y="2214008"/>
                    <a:pt x="1737103" y="2211008"/>
                    <a:pt x="1763678" y="2193006"/>
                  </a:cubicBezTo>
                  <a:cubicBezTo>
                    <a:pt x="1805255" y="2201150"/>
                    <a:pt x="1827543" y="2187862"/>
                    <a:pt x="1809541" y="2270587"/>
                  </a:cubicBezTo>
                  <a:cubicBezTo>
                    <a:pt x="1876835" y="2280874"/>
                    <a:pt x="1893980" y="2287303"/>
                    <a:pt x="1897409" y="2273159"/>
                  </a:cubicBezTo>
                  <a:cubicBezTo>
                    <a:pt x="1891837" y="2256871"/>
                    <a:pt x="1873835" y="2250870"/>
                    <a:pt x="1916269" y="2235011"/>
                  </a:cubicBezTo>
                  <a:cubicBezTo>
                    <a:pt x="1931271" y="2192149"/>
                    <a:pt x="1920555" y="2187862"/>
                    <a:pt x="1899124" y="2187434"/>
                  </a:cubicBezTo>
                  <a:cubicBezTo>
                    <a:pt x="1866120" y="2146286"/>
                    <a:pt x="2051714" y="2103423"/>
                    <a:pt x="1999422" y="2169860"/>
                  </a:cubicBezTo>
                  <a:cubicBezTo>
                    <a:pt x="1988278" y="2180147"/>
                    <a:pt x="1955702" y="2192577"/>
                    <a:pt x="1960846" y="2249156"/>
                  </a:cubicBezTo>
                  <a:cubicBezTo>
                    <a:pt x="1985277" y="2250442"/>
                    <a:pt x="2009280" y="2250870"/>
                    <a:pt x="2033712" y="2252156"/>
                  </a:cubicBezTo>
                  <a:cubicBezTo>
                    <a:pt x="2044856" y="2230296"/>
                    <a:pt x="2041856" y="2184862"/>
                    <a:pt x="2073574" y="2200292"/>
                  </a:cubicBezTo>
                  <a:cubicBezTo>
                    <a:pt x="2101435" y="2100851"/>
                    <a:pt x="2091148" y="2155715"/>
                    <a:pt x="2131439" y="1972692"/>
                  </a:cubicBezTo>
                  <a:cubicBezTo>
                    <a:pt x="2118580" y="1941403"/>
                    <a:pt x="2125009" y="1934116"/>
                    <a:pt x="2144297" y="1921257"/>
                  </a:cubicBezTo>
                  <a:cubicBezTo>
                    <a:pt x="2149869" y="1887396"/>
                    <a:pt x="2152870" y="1894254"/>
                    <a:pt x="2166157" y="1894254"/>
                  </a:cubicBezTo>
                  <a:cubicBezTo>
                    <a:pt x="2196590" y="1865965"/>
                    <a:pt x="2236880" y="1852249"/>
                    <a:pt x="2274599" y="1836818"/>
                  </a:cubicBezTo>
                  <a:cubicBezTo>
                    <a:pt x="2275028" y="1808529"/>
                    <a:pt x="2273742" y="1801242"/>
                    <a:pt x="2304603" y="1812387"/>
                  </a:cubicBezTo>
                  <a:cubicBezTo>
                    <a:pt x="2472195" y="1674798"/>
                    <a:pt x="2827954" y="1721947"/>
                    <a:pt x="3040124" y="1766524"/>
                  </a:cubicBezTo>
                  <a:cubicBezTo>
                    <a:pt x="3094130" y="1777239"/>
                    <a:pt x="3147708" y="1790098"/>
                    <a:pt x="3200858" y="1803814"/>
                  </a:cubicBezTo>
                  <a:cubicBezTo>
                    <a:pt x="3295156" y="1827817"/>
                    <a:pt x="3387738" y="1859107"/>
                    <a:pt x="3475178" y="1901969"/>
                  </a:cubicBezTo>
                  <a:cubicBezTo>
                    <a:pt x="3526185" y="1927687"/>
                    <a:pt x="3575905" y="1957262"/>
                    <a:pt x="3618339" y="1996267"/>
                  </a:cubicBezTo>
                  <a:cubicBezTo>
                    <a:pt x="3700635" y="2074277"/>
                    <a:pt x="3680490" y="2110281"/>
                    <a:pt x="3674060" y="2172432"/>
                  </a:cubicBezTo>
                  <a:cubicBezTo>
                    <a:pt x="3720352" y="2227725"/>
                    <a:pt x="3674060" y="2250442"/>
                    <a:pt x="3660773" y="2332309"/>
                  </a:cubicBezTo>
                  <a:cubicBezTo>
                    <a:pt x="3654343" y="2331452"/>
                    <a:pt x="3648343" y="2330595"/>
                    <a:pt x="3642342" y="2329737"/>
                  </a:cubicBezTo>
                  <a:cubicBezTo>
                    <a:pt x="3636770" y="2355455"/>
                    <a:pt x="3631626" y="2381172"/>
                    <a:pt x="3626483" y="2406890"/>
                  </a:cubicBezTo>
                  <a:cubicBezTo>
                    <a:pt x="3629912" y="2411176"/>
                    <a:pt x="3633769" y="2415891"/>
                    <a:pt x="3637198" y="2420177"/>
                  </a:cubicBezTo>
                  <a:cubicBezTo>
                    <a:pt x="3629912" y="2456610"/>
                    <a:pt x="3623054" y="2493043"/>
                    <a:pt x="3615767" y="2529476"/>
                  </a:cubicBezTo>
                  <a:cubicBezTo>
                    <a:pt x="3633341" y="2535048"/>
                    <a:pt x="3651343" y="2538906"/>
                    <a:pt x="3668488" y="2545764"/>
                  </a:cubicBezTo>
                  <a:cubicBezTo>
                    <a:pt x="3693348" y="2570196"/>
                    <a:pt x="3663345" y="2621202"/>
                    <a:pt x="3639770" y="2649491"/>
                  </a:cubicBezTo>
                  <a:cubicBezTo>
                    <a:pt x="3625625" y="2646062"/>
                    <a:pt x="3611481" y="2642205"/>
                    <a:pt x="3596908" y="2638776"/>
                  </a:cubicBezTo>
                  <a:cubicBezTo>
                    <a:pt x="3580191" y="2736502"/>
                    <a:pt x="3563046" y="2833800"/>
                    <a:pt x="3546330" y="2931527"/>
                  </a:cubicBezTo>
                  <a:cubicBezTo>
                    <a:pt x="3551473" y="2939671"/>
                    <a:pt x="3556617" y="2948672"/>
                    <a:pt x="3555331" y="2958530"/>
                  </a:cubicBezTo>
                  <a:cubicBezTo>
                    <a:pt x="3554474" y="2968388"/>
                    <a:pt x="3547616" y="2976104"/>
                    <a:pt x="3541186" y="2982962"/>
                  </a:cubicBezTo>
                  <a:cubicBezTo>
                    <a:pt x="3546330" y="2997106"/>
                    <a:pt x="3550616" y="3012965"/>
                    <a:pt x="3546330" y="3028396"/>
                  </a:cubicBezTo>
                  <a:cubicBezTo>
                    <a:pt x="3543758" y="3037826"/>
                    <a:pt x="3537329" y="3045541"/>
                    <a:pt x="3530471" y="3052828"/>
                  </a:cubicBezTo>
                  <a:cubicBezTo>
                    <a:pt x="3528328" y="3073402"/>
                    <a:pt x="3524041" y="3094833"/>
                    <a:pt x="3512897" y="3112406"/>
                  </a:cubicBezTo>
                  <a:cubicBezTo>
                    <a:pt x="3506468" y="3121836"/>
                    <a:pt x="3508611" y="3134695"/>
                    <a:pt x="3501753" y="3143696"/>
                  </a:cubicBezTo>
                  <a:cubicBezTo>
                    <a:pt x="3497038" y="3149697"/>
                    <a:pt x="3489751" y="3144982"/>
                    <a:pt x="3484179" y="3143696"/>
                  </a:cubicBezTo>
                  <a:cubicBezTo>
                    <a:pt x="3322159" y="3224706"/>
                    <a:pt x="3100131" y="3216562"/>
                    <a:pt x="2920537" y="3193845"/>
                  </a:cubicBezTo>
                  <a:cubicBezTo>
                    <a:pt x="2793664" y="3176700"/>
                    <a:pt x="2667648" y="3150125"/>
                    <a:pt x="2544633" y="3113692"/>
                  </a:cubicBezTo>
                  <a:cubicBezTo>
                    <a:pt x="2534775" y="3358437"/>
                    <a:pt x="2525345" y="3603611"/>
                    <a:pt x="2515058" y="3848356"/>
                  </a:cubicBezTo>
                  <a:cubicBezTo>
                    <a:pt x="2537347" y="3817066"/>
                    <a:pt x="2625643" y="3775918"/>
                    <a:pt x="2653933" y="3774203"/>
                  </a:cubicBezTo>
                  <a:cubicBezTo>
                    <a:pt x="2755945" y="3657617"/>
                    <a:pt x="2903821" y="3564177"/>
                    <a:pt x="3042695" y="3500312"/>
                  </a:cubicBezTo>
                  <a:cubicBezTo>
                    <a:pt x="3040124" y="3489596"/>
                    <a:pt x="3037552" y="3478881"/>
                    <a:pt x="3034552" y="3468165"/>
                  </a:cubicBezTo>
                  <a:cubicBezTo>
                    <a:pt x="3084701" y="3431303"/>
                    <a:pt x="3115990" y="3434304"/>
                    <a:pt x="3139136" y="3443733"/>
                  </a:cubicBezTo>
                  <a:cubicBezTo>
                    <a:pt x="3142136" y="3442019"/>
                    <a:pt x="3145137" y="3440733"/>
                    <a:pt x="3148137" y="3439019"/>
                  </a:cubicBezTo>
                  <a:cubicBezTo>
                    <a:pt x="3154995" y="3412444"/>
                    <a:pt x="3172997" y="3406872"/>
                    <a:pt x="3207287" y="3395728"/>
                  </a:cubicBezTo>
                  <a:cubicBezTo>
                    <a:pt x="3240292" y="3351579"/>
                    <a:pt x="3309300" y="3370867"/>
                    <a:pt x="3315301" y="3406443"/>
                  </a:cubicBezTo>
                  <a:cubicBezTo>
                    <a:pt x="3523613" y="3355437"/>
                    <a:pt x="3767072" y="3377297"/>
                    <a:pt x="3966811" y="3448877"/>
                  </a:cubicBezTo>
                  <a:cubicBezTo>
                    <a:pt x="4007530" y="3397013"/>
                    <a:pt x="4112115" y="3451020"/>
                    <a:pt x="4095827" y="3508027"/>
                  </a:cubicBezTo>
                  <a:cubicBezTo>
                    <a:pt x="4286565" y="3591181"/>
                    <a:pt x="4467445" y="3751915"/>
                    <a:pt x="4590460" y="3914792"/>
                  </a:cubicBezTo>
                  <a:cubicBezTo>
                    <a:pt x="4625608" y="3904077"/>
                    <a:pt x="4677043" y="3950797"/>
                    <a:pt x="4679615" y="3955083"/>
                  </a:cubicBezTo>
                  <a:cubicBezTo>
                    <a:pt x="4686044" y="3966656"/>
                    <a:pt x="4684329" y="3980372"/>
                    <a:pt x="4683044" y="3992802"/>
                  </a:cubicBezTo>
                  <a:cubicBezTo>
                    <a:pt x="4681758" y="4003089"/>
                    <a:pt x="4689044" y="4012948"/>
                    <a:pt x="4684758" y="4022806"/>
                  </a:cubicBezTo>
                  <a:cubicBezTo>
                    <a:pt x="4681758" y="4030950"/>
                    <a:pt x="4673185" y="4034807"/>
                    <a:pt x="4665899" y="4039094"/>
                  </a:cubicBezTo>
                  <a:cubicBezTo>
                    <a:pt x="4765340" y="4220831"/>
                    <a:pt x="4847635" y="4459146"/>
                    <a:pt x="4838634" y="4661886"/>
                  </a:cubicBezTo>
                  <a:cubicBezTo>
                    <a:pt x="4846350" y="4661886"/>
                    <a:pt x="4854494" y="4661886"/>
                    <a:pt x="4862637" y="4661886"/>
                  </a:cubicBezTo>
                  <a:cubicBezTo>
                    <a:pt x="4911501" y="4772043"/>
                    <a:pt x="4861780" y="4819620"/>
                    <a:pt x="4825347" y="4817048"/>
                  </a:cubicBezTo>
                  <a:cubicBezTo>
                    <a:pt x="4830062" y="4938349"/>
                    <a:pt x="4753338" y="5124801"/>
                    <a:pt x="4702760" y="5234958"/>
                  </a:cubicBezTo>
                  <a:cubicBezTo>
                    <a:pt x="4928217" y="5113228"/>
                    <a:pt x="4840349" y="5156090"/>
                    <a:pt x="4962936" y="5102084"/>
                  </a:cubicBezTo>
                  <a:cubicBezTo>
                    <a:pt x="4958649" y="5091797"/>
                    <a:pt x="4956935" y="5079366"/>
                    <a:pt x="4963793" y="5069937"/>
                  </a:cubicBezTo>
                  <a:cubicBezTo>
                    <a:pt x="4983938" y="5056650"/>
                    <a:pt x="4994225" y="5083224"/>
                    <a:pt x="4998940" y="5093511"/>
                  </a:cubicBezTo>
                  <a:cubicBezTo>
                    <a:pt x="5105239" y="5062221"/>
                    <a:pt x="5032802" y="5073366"/>
                    <a:pt x="5128814" y="5053649"/>
                  </a:cubicBezTo>
                  <a:cubicBezTo>
                    <a:pt x="5133957" y="4922490"/>
                    <a:pt x="5139529" y="4791331"/>
                    <a:pt x="5144673" y="4660172"/>
                  </a:cubicBezTo>
                  <a:cubicBezTo>
                    <a:pt x="5106953" y="4624595"/>
                    <a:pt x="5144244" y="4568874"/>
                    <a:pt x="5104810" y="4498580"/>
                  </a:cubicBezTo>
                  <a:cubicBezTo>
                    <a:pt x="5051232" y="4563731"/>
                    <a:pt x="5001083" y="4476720"/>
                    <a:pt x="4991225" y="4444573"/>
                  </a:cubicBezTo>
                  <a:cubicBezTo>
                    <a:pt x="5028944" y="4442858"/>
                    <a:pt x="5010084" y="4467719"/>
                    <a:pt x="5090666" y="4457003"/>
                  </a:cubicBezTo>
                  <a:cubicBezTo>
                    <a:pt x="5095381" y="4423999"/>
                    <a:pt x="5128385" y="4426571"/>
                    <a:pt x="5163532" y="4430000"/>
                  </a:cubicBezTo>
                  <a:cubicBezTo>
                    <a:pt x="5166961" y="4281695"/>
                    <a:pt x="5170390" y="4133391"/>
                    <a:pt x="5174248" y="3985087"/>
                  </a:cubicBezTo>
                  <a:cubicBezTo>
                    <a:pt x="5154531" y="3984230"/>
                    <a:pt x="5135243" y="3983372"/>
                    <a:pt x="5115526" y="3982515"/>
                  </a:cubicBezTo>
                  <a:cubicBezTo>
                    <a:pt x="5067949" y="4211830"/>
                    <a:pt x="5038802" y="4174111"/>
                    <a:pt x="5032802" y="4045095"/>
                  </a:cubicBezTo>
                  <a:cubicBezTo>
                    <a:pt x="5004941" y="4030521"/>
                    <a:pt x="5020800" y="4020234"/>
                    <a:pt x="5015657" y="4001803"/>
                  </a:cubicBezTo>
                  <a:cubicBezTo>
                    <a:pt x="5007513" y="3988516"/>
                    <a:pt x="4990368" y="3987659"/>
                    <a:pt x="4976652" y="3984658"/>
                  </a:cubicBezTo>
                  <a:cubicBezTo>
                    <a:pt x="4977080" y="3967085"/>
                    <a:pt x="4979652" y="3949511"/>
                    <a:pt x="4978795" y="3931937"/>
                  </a:cubicBezTo>
                  <a:cubicBezTo>
                    <a:pt x="4967650" y="3897647"/>
                    <a:pt x="4943219" y="3887789"/>
                    <a:pt x="4969365" y="3858643"/>
                  </a:cubicBezTo>
                  <a:cubicBezTo>
                    <a:pt x="4952220" y="3773775"/>
                    <a:pt x="4902928" y="3795635"/>
                    <a:pt x="4827919" y="3598896"/>
                  </a:cubicBezTo>
                  <a:cubicBezTo>
                    <a:pt x="4491448" y="3539746"/>
                    <a:pt x="4494877" y="3548747"/>
                    <a:pt x="4521452" y="3441590"/>
                  </a:cubicBezTo>
                  <a:cubicBezTo>
                    <a:pt x="4449443" y="3425303"/>
                    <a:pt x="4445585" y="3418873"/>
                    <a:pt x="4451586" y="3454878"/>
                  </a:cubicBezTo>
                  <a:cubicBezTo>
                    <a:pt x="4465731" y="3460878"/>
                    <a:pt x="4480304" y="3467308"/>
                    <a:pt x="4494449" y="3473737"/>
                  </a:cubicBezTo>
                  <a:cubicBezTo>
                    <a:pt x="4448157" y="3479738"/>
                    <a:pt x="4438727" y="3491311"/>
                    <a:pt x="4324284" y="3428732"/>
                  </a:cubicBezTo>
                  <a:cubicBezTo>
                    <a:pt x="4315712" y="3440733"/>
                    <a:pt x="4301139" y="3441590"/>
                    <a:pt x="4288280" y="3444591"/>
                  </a:cubicBezTo>
                  <a:cubicBezTo>
                    <a:pt x="4263848" y="3470737"/>
                    <a:pt x="4235559" y="3448448"/>
                    <a:pt x="4159692" y="3410301"/>
                  </a:cubicBezTo>
                  <a:cubicBezTo>
                    <a:pt x="4161835" y="3409443"/>
                    <a:pt x="4166550" y="3407729"/>
                    <a:pt x="4169122" y="3406443"/>
                  </a:cubicBezTo>
                  <a:cubicBezTo>
                    <a:pt x="4164836" y="3399585"/>
                    <a:pt x="4157978" y="3394870"/>
                    <a:pt x="4151120" y="3390584"/>
                  </a:cubicBezTo>
                  <a:cubicBezTo>
                    <a:pt x="4136975" y="3258568"/>
                    <a:pt x="4115115" y="3229421"/>
                    <a:pt x="4227844" y="3175414"/>
                  </a:cubicBezTo>
                  <a:cubicBezTo>
                    <a:pt x="4142118" y="3163841"/>
                    <a:pt x="4055536" y="3150554"/>
                    <a:pt x="3975384" y="3116693"/>
                  </a:cubicBezTo>
                  <a:cubicBezTo>
                    <a:pt x="3915376" y="3089689"/>
                    <a:pt x="3850225" y="3042541"/>
                    <a:pt x="3873799" y="2980390"/>
                  </a:cubicBezTo>
                  <a:cubicBezTo>
                    <a:pt x="3852368" y="2935384"/>
                    <a:pt x="3856654" y="2961530"/>
                    <a:pt x="3855368" y="2916953"/>
                  </a:cubicBezTo>
                  <a:cubicBezTo>
                    <a:pt x="3848939" y="2910524"/>
                    <a:pt x="3842938" y="2904523"/>
                    <a:pt x="3836509" y="2898094"/>
                  </a:cubicBezTo>
                  <a:cubicBezTo>
                    <a:pt x="3836509" y="2882235"/>
                    <a:pt x="3836509" y="2865947"/>
                    <a:pt x="3836509" y="2850088"/>
                  </a:cubicBezTo>
                  <a:cubicBezTo>
                    <a:pt x="3840795" y="2849231"/>
                    <a:pt x="3845510" y="2848373"/>
                    <a:pt x="3849796" y="2847516"/>
                  </a:cubicBezTo>
                  <a:cubicBezTo>
                    <a:pt x="3849796" y="2847516"/>
                    <a:pt x="3841652" y="2774650"/>
                    <a:pt x="3844653" y="2421463"/>
                  </a:cubicBezTo>
                  <a:cubicBezTo>
                    <a:pt x="3827508" y="2419748"/>
                    <a:pt x="3810791" y="2418034"/>
                    <a:pt x="3793646" y="2416320"/>
                  </a:cubicBezTo>
                  <a:cubicBezTo>
                    <a:pt x="3774358" y="2382030"/>
                    <a:pt x="3783360" y="2339596"/>
                    <a:pt x="3801790" y="2307020"/>
                  </a:cubicBezTo>
                  <a:cubicBezTo>
                    <a:pt x="3815935" y="2307877"/>
                    <a:pt x="3830508" y="2308734"/>
                    <a:pt x="3844653" y="2310020"/>
                  </a:cubicBezTo>
                  <a:cubicBezTo>
                    <a:pt x="3845510" y="2271016"/>
                    <a:pt x="3846367" y="2232011"/>
                    <a:pt x="3847225" y="2192577"/>
                  </a:cubicBezTo>
                  <a:cubicBezTo>
                    <a:pt x="3851511" y="2192577"/>
                    <a:pt x="3856226" y="2192577"/>
                    <a:pt x="3860512" y="2192577"/>
                  </a:cubicBezTo>
                  <a:cubicBezTo>
                    <a:pt x="3860512" y="2169431"/>
                    <a:pt x="3860512" y="2146286"/>
                    <a:pt x="3860512" y="2123569"/>
                  </a:cubicBezTo>
                  <a:cubicBezTo>
                    <a:pt x="3852368" y="2120139"/>
                    <a:pt x="3844653" y="2116282"/>
                    <a:pt x="3836509" y="2112853"/>
                  </a:cubicBezTo>
                  <a:cubicBezTo>
                    <a:pt x="3837366" y="2096137"/>
                    <a:pt x="3838223" y="2078992"/>
                    <a:pt x="3839081" y="2062275"/>
                  </a:cubicBezTo>
                  <a:cubicBezTo>
                    <a:pt x="3845081" y="2061418"/>
                    <a:pt x="3851511" y="2060561"/>
                    <a:pt x="3857512" y="2059703"/>
                  </a:cubicBezTo>
                  <a:cubicBezTo>
                    <a:pt x="3858369" y="2048130"/>
                    <a:pt x="3859226" y="2036558"/>
                    <a:pt x="3860083" y="2024985"/>
                  </a:cubicBezTo>
                  <a:cubicBezTo>
                    <a:pt x="3866084" y="2025842"/>
                    <a:pt x="3872085" y="2026699"/>
                    <a:pt x="3878514" y="2027557"/>
                  </a:cubicBezTo>
                  <a:cubicBezTo>
                    <a:pt x="3982241" y="1768238"/>
                    <a:pt x="5199537" y="1760094"/>
                    <a:pt x="5226968" y="2178861"/>
                  </a:cubicBezTo>
                  <a:cubicBezTo>
                    <a:pt x="5242399" y="2198149"/>
                    <a:pt x="5245400" y="2206722"/>
                    <a:pt x="5224397" y="2228153"/>
                  </a:cubicBezTo>
                  <a:cubicBezTo>
                    <a:pt x="5223111" y="2269730"/>
                    <a:pt x="5222682" y="2311306"/>
                    <a:pt x="5221825" y="2352883"/>
                  </a:cubicBezTo>
                  <a:cubicBezTo>
                    <a:pt x="5229112" y="2360169"/>
                    <a:pt x="5235970" y="2367028"/>
                    <a:pt x="5243256" y="2374314"/>
                  </a:cubicBezTo>
                  <a:cubicBezTo>
                    <a:pt x="5283976" y="2367885"/>
                    <a:pt x="5257830" y="2368313"/>
                    <a:pt x="5336268" y="2371742"/>
                  </a:cubicBezTo>
                  <a:cubicBezTo>
                    <a:pt x="5337125" y="2360169"/>
                    <a:pt x="5337982" y="2348597"/>
                    <a:pt x="5338840" y="2337024"/>
                  </a:cubicBezTo>
                  <a:cubicBezTo>
                    <a:pt x="5306693" y="2316878"/>
                    <a:pt x="5290834" y="2313021"/>
                    <a:pt x="5295548" y="2297162"/>
                  </a:cubicBezTo>
                  <a:cubicBezTo>
                    <a:pt x="5303692" y="2289018"/>
                    <a:pt x="5316123" y="2297590"/>
                    <a:pt x="5343555" y="2304877"/>
                  </a:cubicBezTo>
                  <a:cubicBezTo>
                    <a:pt x="5360700" y="2298019"/>
                    <a:pt x="5379130" y="2293304"/>
                    <a:pt x="5388132" y="2311306"/>
                  </a:cubicBezTo>
                  <a:cubicBezTo>
                    <a:pt x="5388989" y="2316450"/>
                    <a:pt x="5387274" y="2321593"/>
                    <a:pt x="5386846" y="2326737"/>
                  </a:cubicBezTo>
                  <a:cubicBezTo>
                    <a:pt x="5451140" y="2371742"/>
                    <a:pt x="5442567" y="2384173"/>
                    <a:pt x="5383846" y="2364027"/>
                  </a:cubicBezTo>
                  <a:cubicBezTo>
                    <a:pt x="5382131" y="2371742"/>
                    <a:pt x="5380416" y="2379458"/>
                    <a:pt x="5378702" y="2387602"/>
                  </a:cubicBezTo>
                  <a:cubicBezTo>
                    <a:pt x="5387274" y="2400460"/>
                    <a:pt x="5389846" y="2415891"/>
                    <a:pt x="5389417" y="2430893"/>
                  </a:cubicBezTo>
                  <a:lnTo>
                    <a:pt x="5471285" y="2430893"/>
                  </a:lnTo>
                  <a:cubicBezTo>
                    <a:pt x="5477286" y="2370885"/>
                    <a:pt x="5498288" y="2364027"/>
                    <a:pt x="5559582" y="2380315"/>
                  </a:cubicBezTo>
                  <a:cubicBezTo>
                    <a:pt x="5560439" y="2394459"/>
                    <a:pt x="5561296" y="2408604"/>
                    <a:pt x="5562154" y="2422749"/>
                  </a:cubicBezTo>
                  <a:cubicBezTo>
                    <a:pt x="5622590" y="2425321"/>
                    <a:pt x="5701457" y="2427035"/>
                    <a:pt x="5713029" y="2429178"/>
                  </a:cubicBezTo>
                  <a:cubicBezTo>
                    <a:pt x="5739604" y="2445894"/>
                    <a:pt x="5759321" y="2556908"/>
                    <a:pt x="5764893" y="2587770"/>
                  </a:cubicBezTo>
                  <a:cubicBezTo>
                    <a:pt x="5842474" y="2646491"/>
                    <a:pt x="5751177" y="2730502"/>
                    <a:pt x="5743462" y="2806368"/>
                  </a:cubicBezTo>
                  <a:cubicBezTo>
                    <a:pt x="5777323" y="2814083"/>
                    <a:pt x="5810756" y="2825656"/>
                    <a:pt x="5843331" y="2838086"/>
                  </a:cubicBezTo>
                  <a:cubicBezTo>
                    <a:pt x="5845046" y="2831228"/>
                    <a:pt x="5849332" y="2826085"/>
                    <a:pt x="5854904" y="2822227"/>
                  </a:cubicBezTo>
                  <a:cubicBezTo>
                    <a:pt x="5861333" y="2824370"/>
                    <a:pt x="5867763" y="2826085"/>
                    <a:pt x="5874192" y="2828228"/>
                  </a:cubicBezTo>
                  <a:cubicBezTo>
                    <a:pt x="5873335" y="2767792"/>
                    <a:pt x="5872478" y="2707785"/>
                    <a:pt x="5871621" y="2647348"/>
                  </a:cubicBezTo>
                  <a:cubicBezTo>
                    <a:pt x="5851047" y="2659350"/>
                    <a:pt x="5824900" y="2657635"/>
                    <a:pt x="5804755" y="2644777"/>
                  </a:cubicBezTo>
                  <a:cubicBezTo>
                    <a:pt x="5798754" y="2439465"/>
                    <a:pt x="5792325" y="2234154"/>
                    <a:pt x="5786324" y="2028842"/>
                  </a:cubicBezTo>
                  <a:cubicBezTo>
                    <a:pt x="5726317" y="2004411"/>
                    <a:pt x="5696742" y="1985123"/>
                    <a:pt x="5735747" y="1951690"/>
                  </a:cubicBezTo>
                  <a:cubicBezTo>
                    <a:pt x="5728889" y="1897683"/>
                    <a:pt x="5728460" y="1830389"/>
                    <a:pt x="5778609" y="1809815"/>
                  </a:cubicBezTo>
                  <a:cubicBezTo>
                    <a:pt x="5768751" y="1502062"/>
                    <a:pt x="5759321" y="1193881"/>
                    <a:pt x="5749462" y="886128"/>
                  </a:cubicBezTo>
                  <a:cubicBezTo>
                    <a:pt x="5744748" y="885271"/>
                    <a:pt x="5740461" y="884414"/>
                    <a:pt x="5736175" y="883556"/>
                  </a:cubicBezTo>
                  <a:cubicBezTo>
                    <a:pt x="5734461" y="838122"/>
                    <a:pt x="5732746" y="793116"/>
                    <a:pt x="5730603" y="747682"/>
                  </a:cubicBezTo>
                  <a:cubicBezTo>
                    <a:pt x="5724173" y="746825"/>
                    <a:pt x="5718173" y="745968"/>
                    <a:pt x="5711744" y="745110"/>
                  </a:cubicBezTo>
                  <a:cubicBezTo>
                    <a:pt x="5680025" y="675673"/>
                    <a:pt x="5671881" y="594234"/>
                    <a:pt x="5695456" y="521368"/>
                  </a:cubicBezTo>
                  <a:cubicBezTo>
                    <a:pt x="5505146" y="535084"/>
                    <a:pt x="4965079" y="572803"/>
                    <a:pt x="4792772" y="486221"/>
                  </a:cubicBezTo>
                  <a:cubicBezTo>
                    <a:pt x="4778627" y="478506"/>
                    <a:pt x="4762768" y="468647"/>
                    <a:pt x="4758053" y="452360"/>
                  </a:cubicBezTo>
                  <a:cubicBezTo>
                    <a:pt x="4756338" y="431786"/>
                    <a:pt x="4770912" y="414641"/>
                    <a:pt x="4785485" y="402210"/>
                  </a:cubicBezTo>
                  <a:cubicBezTo>
                    <a:pt x="4920502" y="291625"/>
                    <a:pt x="5434852" y="210186"/>
                    <a:pt x="5607159" y="185755"/>
                  </a:cubicBezTo>
                  <a:cubicBezTo>
                    <a:pt x="5578441" y="46880"/>
                    <a:pt x="5628162" y="65311"/>
                    <a:pt x="5658166" y="57596"/>
                  </a:cubicBezTo>
                  <a:cubicBezTo>
                    <a:pt x="5659023" y="35307"/>
                    <a:pt x="5656880" y="18162"/>
                    <a:pt x="5653879" y="1446"/>
                  </a:cubicBezTo>
                  <a:moveTo>
                    <a:pt x="2190160" y="1964549"/>
                  </a:moveTo>
                  <a:cubicBezTo>
                    <a:pt x="2184588" y="1972264"/>
                    <a:pt x="2174301" y="1971835"/>
                    <a:pt x="2166157" y="1973121"/>
                  </a:cubicBezTo>
                  <a:cubicBezTo>
                    <a:pt x="2158013" y="1982551"/>
                    <a:pt x="2154156" y="1994981"/>
                    <a:pt x="2158013" y="2006982"/>
                  </a:cubicBezTo>
                  <a:cubicBezTo>
                    <a:pt x="2186303" y="2009554"/>
                    <a:pt x="2201733" y="2011697"/>
                    <a:pt x="2193589" y="2039129"/>
                  </a:cubicBezTo>
                  <a:cubicBezTo>
                    <a:pt x="2202162" y="2046416"/>
                    <a:pt x="2210734" y="2052845"/>
                    <a:pt x="2219307" y="2060132"/>
                  </a:cubicBezTo>
                  <a:cubicBezTo>
                    <a:pt x="2227451" y="2030985"/>
                    <a:pt x="2233451" y="2001410"/>
                    <a:pt x="2241166" y="1972264"/>
                  </a:cubicBezTo>
                  <a:cubicBezTo>
                    <a:pt x="2230451" y="1961977"/>
                    <a:pt x="2217164" y="1953833"/>
                    <a:pt x="2211592" y="1939260"/>
                  </a:cubicBezTo>
                  <a:cubicBezTo>
                    <a:pt x="2199590" y="1943117"/>
                    <a:pt x="2196161" y="1955547"/>
                    <a:pt x="2190160" y="1964549"/>
                  </a:cubicBezTo>
                  <a:moveTo>
                    <a:pt x="5971062" y="2076848"/>
                  </a:moveTo>
                  <a:cubicBezTo>
                    <a:pt x="5969347" y="2090136"/>
                    <a:pt x="5967633" y="2103423"/>
                    <a:pt x="5965918" y="2116711"/>
                  </a:cubicBezTo>
                  <a:cubicBezTo>
                    <a:pt x="5959489" y="2120997"/>
                    <a:pt x="5953488" y="2125712"/>
                    <a:pt x="5947059" y="2129998"/>
                  </a:cubicBezTo>
                  <a:cubicBezTo>
                    <a:pt x="5952631" y="2796081"/>
                    <a:pt x="5951345" y="2751076"/>
                    <a:pt x="5953488" y="2778508"/>
                  </a:cubicBezTo>
                  <a:cubicBezTo>
                    <a:pt x="5955631" y="2753219"/>
                    <a:pt x="5964633" y="2723643"/>
                    <a:pt x="5989921" y="2726215"/>
                  </a:cubicBezTo>
                  <a:cubicBezTo>
                    <a:pt x="5998065" y="2729644"/>
                    <a:pt x="6003637" y="2736931"/>
                    <a:pt x="6010495" y="2742075"/>
                  </a:cubicBezTo>
                  <a:cubicBezTo>
                    <a:pt x="6010495" y="2742075"/>
                    <a:pt x="5997636" y="2915668"/>
                    <a:pt x="5997636" y="2915668"/>
                  </a:cubicBezTo>
                  <a:cubicBezTo>
                    <a:pt x="6001923" y="2920811"/>
                    <a:pt x="6006637" y="2926383"/>
                    <a:pt x="6010924" y="2931527"/>
                  </a:cubicBezTo>
                  <a:cubicBezTo>
                    <a:pt x="6010067" y="2958959"/>
                    <a:pt x="6009209" y="2986391"/>
                    <a:pt x="6008352" y="3014251"/>
                  </a:cubicBezTo>
                  <a:cubicBezTo>
                    <a:pt x="6001066" y="3015966"/>
                    <a:pt x="5994207" y="3017680"/>
                    <a:pt x="5987349" y="3019395"/>
                  </a:cubicBezTo>
                  <a:cubicBezTo>
                    <a:pt x="5995493" y="3054971"/>
                    <a:pt x="5988635" y="3055399"/>
                    <a:pt x="5976634" y="3060543"/>
                  </a:cubicBezTo>
                  <a:cubicBezTo>
                    <a:pt x="5977491" y="3069973"/>
                    <a:pt x="5978348" y="3079402"/>
                    <a:pt x="5979205" y="3088832"/>
                  </a:cubicBezTo>
                  <a:cubicBezTo>
                    <a:pt x="6025926" y="3087975"/>
                    <a:pt x="6086791" y="3091404"/>
                    <a:pt x="6125795" y="3117978"/>
                  </a:cubicBezTo>
                  <a:cubicBezTo>
                    <a:pt x="6127510" y="3159984"/>
                    <a:pt x="6129224" y="3201560"/>
                    <a:pt x="6130939" y="3243566"/>
                  </a:cubicBezTo>
                  <a:cubicBezTo>
                    <a:pt x="6221379" y="3237136"/>
                    <a:pt x="6132225" y="3276141"/>
                    <a:pt x="6080361" y="3307431"/>
                  </a:cubicBezTo>
                  <a:cubicBezTo>
                    <a:pt x="6078647" y="3314289"/>
                    <a:pt x="6076932" y="3321575"/>
                    <a:pt x="6075217" y="3328433"/>
                  </a:cubicBezTo>
                  <a:cubicBezTo>
                    <a:pt x="6036641" y="3331434"/>
                    <a:pt x="5998494" y="3340006"/>
                    <a:pt x="5960775" y="3347293"/>
                  </a:cubicBezTo>
                  <a:cubicBezTo>
                    <a:pt x="5959917" y="3403014"/>
                    <a:pt x="5959060" y="3459164"/>
                    <a:pt x="5958203" y="3514885"/>
                  </a:cubicBezTo>
                  <a:cubicBezTo>
                    <a:pt x="6017782" y="3523886"/>
                    <a:pt x="6009209" y="3629328"/>
                    <a:pt x="5990350" y="3643473"/>
                  </a:cubicBezTo>
                  <a:cubicBezTo>
                    <a:pt x="5987778" y="3683335"/>
                    <a:pt x="5988207" y="3725769"/>
                    <a:pt x="5968919" y="3762202"/>
                  </a:cubicBezTo>
                  <a:cubicBezTo>
                    <a:pt x="5967204" y="3829067"/>
                    <a:pt x="5966776" y="3895504"/>
                    <a:pt x="5965061" y="3962370"/>
                  </a:cubicBezTo>
                  <a:cubicBezTo>
                    <a:pt x="5959917" y="4260693"/>
                    <a:pt x="5954774" y="4559016"/>
                    <a:pt x="5950059" y="4857339"/>
                  </a:cubicBezTo>
                  <a:cubicBezTo>
                    <a:pt x="6208949" y="4466862"/>
                    <a:pt x="6263813" y="4436429"/>
                    <a:pt x="6263813" y="4436429"/>
                  </a:cubicBezTo>
                  <a:cubicBezTo>
                    <a:pt x="6265099" y="4387137"/>
                    <a:pt x="6245810" y="4304841"/>
                    <a:pt x="6309247" y="4399139"/>
                  </a:cubicBezTo>
                  <a:cubicBezTo>
                    <a:pt x="6323391" y="4376850"/>
                    <a:pt x="6351681" y="4373421"/>
                    <a:pt x="6376113" y="4374707"/>
                  </a:cubicBezTo>
                  <a:cubicBezTo>
                    <a:pt x="6389828" y="4369564"/>
                    <a:pt x="6403973" y="4364849"/>
                    <a:pt x="6418975" y="4362277"/>
                  </a:cubicBezTo>
                  <a:cubicBezTo>
                    <a:pt x="6423690" y="4126962"/>
                    <a:pt x="6427548" y="3891647"/>
                    <a:pt x="6432262" y="3656332"/>
                  </a:cubicBezTo>
                  <a:cubicBezTo>
                    <a:pt x="6432691" y="3646902"/>
                    <a:pt x="6427119" y="3638758"/>
                    <a:pt x="6426261" y="3629757"/>
                  </a:cubicBezTo>
                  <a:cubicBezTo>
                    <a:pt x="6422832" y="3598896"/>
                    <a:pt x="6424975" y="3567606"/>
                    <a:pt x="6426690" y="3536317"/>
                  </a:cubicBezTo>
                  <a:cubicBezTo>
                    <a:pt x="6415117" y="3532459"/>
                    <a:pt x="6403544" y="3529030"/>
                    <a:pt x="6391971" y="3525601"/>
                  </a:cubicBezTo>
                  <a:cubicBezTo>
                    <a:pt x="6387257" y="3382869"/>
                    <a:pt x="6378256" y="3378583"/>
                    <a:pt x="6455837" y="3368296"/>
                  </a:cubicBezTo>
                  <a:cubicBezTo>
                    <a:pt x="6465695" y="3015537"/>
                    <a:pt x="6475553" y="2663207"/>
                    <a:pt x="6484983" y="2310449"/>
                  </a:cubicBezTo>
                  <a:cubicBezTo>
                    <a:pt x="6480697" y="2308734"/>
                    <a:pt x="6475982" y="2307020"/>
                    <a:pt x="6471696" y="2305306"/>
                  </a:cubicBezTo>
                  <a:cubicBezTo>
                    <a:pt x="6465266" y="2316450"/>
                    <a:pt x="6464409" y="2330595"/>
                    <a:pt x="6415546" y="2310449"/>
                  </a:cubicBezTo>
                  <a:cubicBezTo>
                    <a:pt x="6415546" y="2303591"/>
                    <a:pt x="6415546" y="2296305"/>
                    <a:pt x="6415546" y="2289446"/>
                  </a:cubicBezTo>
                  <a:cubicBezTo>
                    <a:pt x="6440835" y="2276159"/>
                    <a:pt x="6436120" y="2274016"/>
                    <a:pt x="6447264" y="2230725"/>
                  </a:cubicBezTo>
                  <a:cubicBezTo>
                    <a:pt x="6439120" y="2228153"/>
                    <a:pt x="6431405" y="2225153"/>
                    <a:pt x="6423261" y="2222581"/>
                  </a:cubicBezTo>
                  <a:cubicBezTo>
                    <a:pt x="6424118" y="2216580"/>
                    <a:pt x="6424975" y="2210151"/>
                    <a:pt x="6425833" y="2204150"/>
                  </a:cubicBezTo>
                  <a:cubicBezTo>
                    <a:pt x="6416832" y="2191720"/>
                    <a:pt x="6407830" y="2179290"/>
                    <a:pt x="6399258" y="2166860"/>
                  </a:cubicBezTo>
                  <a:cubicBezTo>
                    <a:pt x="6400973" y="2153572"/>
                    <a:pt x="6402687" y="2140285"/>
                    <a:pt x="6404402" y="2126998"/>
                  </a:cubicBezTo>
                  <a:cubicBezTo>
                    <a:pt x="6259955" y="2120568"/>
                    <a:pt x="6114222" y="2104709"/>
                    <a:pt x="5971062" y="2076848"/>
                  </a:cubicBezTo>
                  <a:moveTo>
                    <a:pt x="3887515" y="2313878"/>
                  </a:moveTo>
                  <a:cubicBezTo>
                    <a:pt x="3898231" y="2313878"/>
                    <a:pt x="3908947" y="2313878"/>
                    <a:pt x="3919662" y="2313878"/>
                  </a:cubicBezTo>
                  <a:cubicBezTo>
                    <a:pt x="3917948" y="2289875"/>
                    <a:pt x="3916233" y="2265872"/>
                    <a:pt x="3914519" y="2241869"/>
                  </a:cubicBezTo>
                  <a:cubicBezTo>
                    <a:pt x="3905518" y="2235011"/>
                    <a:pt x="3896945" y="2227725"/>
                    <a:pt x="3888373" y="2220866"/>
                  </a:cubicBezTo>
                  <a:cubicBezTo>
                    <a:pt x="3887087" y="2252156"/>
                    <a:pt x="3887944" y="2283017"/>
                    <a:pt x="3887515" y="2313878"/>
                  </a:cubicBezTo>
                  <a:moveTo>
                    <a:pt x="5150245" y="2343453"/>
                  </a:moveTo>
                  <a:cubicBezTo>
                    <a:pt x="5166532" y="2342596"/>
                    <a:pt x="5182392" y="2342167"/>
                    <a:pt x="5198679" y="2340453"/>
                  </a:cubicBezTo>
                  <a:cubicBezTo>
                    <a:pt x="5171676" y="2308306"/>
                    <a:pt x="5161818" y="2314735"/>
                    <a:pt x="5150245" y="2343453"/>
                  </a:cubicBezTo>
                  <a:moveTo>
                    <a:pt x="5078664" y="2335309"/>
                  </a:moveTo>
                  <a:cubicBezTo>
                    <a:pt x="5078664" y="2360169"/>
                    <a:pt x="5078664" y="2385030"/>
                    <a:pt x="5078664" y="2409890"/>
                  </a:cubicBezTo>
                  <a:cubicBezTo>
                    <a:pt x="5087665" y="2406461"/>
                    <a:pt x="5096238" y="2402603"/>
                    <a:pt x="5105239" y="2399175"/>
                  </a:cubicBezTo>
                  <a:cubicBezTo>
                    <a:pt x="5105239" y="2391888"/>
                    <a:pt x="5105239" y="2385030"/>
                    <a:pt x="5105239" y="2377743"/>
                  </a:cubicBezTo>
                  <a:cubicBezTo>
                    <a:pt x="5101810" y="2376029"/>
                    <a:pt x="5097952" y="2373886"/>
                    <a:pt x="5094524" y="2372171"/>
                  </a:cubicBezTo>
                  <a:cubicBezTo>
                    <a:pt x="5095381" y="2357169"/>
                    <a:pt x="5096238" y="2342167"/>
                    <a:pt x="5097095" y="2326737"/>
                  </a:cubicBezTo>
                  <a:cubicBezTo>
                    <a:pt x="5091095" y="2330166"/>
                    <a:pt x="5084665" y="2332738"/>
                    <a:pt x="5078664" y="2335309"/>
                  </a:cubicBezTo>
                  <a:moveTo>
                    <a:pt x="1686954" y="2370028"/>
                  </a:moveTo>
                  <a:cubicBezTo>
                    <a:pt x="1686954" y="2376029"/>
                    <a:pt x="1686954" y="2382458"/>
                    <a:pt x="1686954" y="2388459"/>
                  </a:cubicBezTo>
                  <a:cubicBezTo>
                    <a:pt x="1724245" y="2422320"/>
                    <a:pt x="1734532" y="2466468"/>
                    <a:pt x="1702813" y="2514046"/>
                  </a:cubicBezTo>
                  <a:cubicBezTo>
                    <a:pt x="1815970" y="2510617"/>
                    <a:pt x="1929127" y="2516189"/>
                    <a:pt x="2041427" y="2532477"/>
                  </a:cubicBezTo>
                  <a:cubicBezTo>
                    <a:pt x="2039713" y="2523904"/>
                    <a:pt x="2037998" y="2515332"/>
                    <a:pt x="2036284" y="2506331"/>
                  </a:cubicBezTo>
                  <a:cubicBezTo>
                    <a:pt x="2002422" y="2497758"/>
                    <a:pt x="2002851" y="2468183"/>
                    <a:pt x="2009709" y="2433893"/>
                  </a:cubicBezTo>
                  <a:cubicBezTo>
                    <a:pt x="1970704" y="2428321"/>
                    <a:pt x="1931271" y="2423177"/>
                    <a:pt x="1892266" y="2417605"/>
                  </a:cubicBezTo>
                  <a:cubicBezTo>
                    <a:pt x="1880693" y="2405604"/>
                    <a:pt x="1872120" y="2389316"/>
                    <a:pt x="1876407" y="2372600"/>
                  </a:cubicBezTo>
                  <a:cubicBezTo>
                    <a:pt x="1854547" y="2370885"/>
                    <a:pt x="1832687" y="2369171"/>
                    <a:pt x="1810827" y="2367456"/>
                  </a:cubicBezTo>
                  <a:cubicBezTo>
                    <a:pt x="1810827" y="2396603"/>
                    <a:pt x="1775680" y="2387602"/>
                    <a:pt x="1722102" y="2383315"/>
                  </a:cubicBezTo>
                  <a:cubicBezTo>
                    <a:pt x="1722102" y="2377314"/>
                    <a:pt x="1722102" y="2370885"/>
                    <a:pt x="1722102" y="2364885"/>
                  </a:cubicBezTo>
                  <a:cubicBezTo>
                    <a:pt x="1710100" y="2368313"/>
                    <a:pt x="1698527" y="2369599"/>
                    <a:pt x="1686954" y="2370028"/>
                  </a:cubicBezTo>
                  <a:moveTo>
                    <a:pt x="3887515" y="2420606"/>
                  </a:moveTo>
                  <a:cubicBezTo>
                    <a:pt x="3876800" y="2846659"/>
                    <a:pt x="3875085" y="2786651"/>
                    <a:pt x="3884943" y="2838944"/>
                  </a:cubicBezTo>
                  <a:cubicBezTo>
                    <a:pt x="3894802" y="2829943"/>
                    <a:pt x="3904660" y="2821370"/>
                    <a:pt x="3914090" y="2812369"/>
                  </a:cubicBezTo>
                  <a:cubicBezTo>
                    <a:pt x="3915805" y="2685496"/>
                    <a:pt x="3917519" y="2558194"/>
                    <a:pt x="3919233" y="2431321"/>
                  </a:cubicBezTo>
                  <a:cubicBezTo>
                    <a:pt x="3908947" y="2427892"/>
                    <a:pt x="3898231" y="2424035"/>
                    <a:pt x="3887515" y="2420606"/>
                  </a:cubicBezTo>
                  <a:moveTo>
                    <a:pt x="5395847" y="2521761"/>
                  </a:moveTo>
                  <a:cubicBezTo>
                    <a:pt x="5403562" y="2591627"/>
                    <a:pt x="5394132" y="2577911"/>
                    <a:pt x="5243685" y="2577911"/>
                  </a:cubicBezTo>
                  <a:cubicBezTo>
                    <a:pt x="5233398" y="2599771"/>
                    <a:pt x="5223540" y="2625060"/>
                    <a:pt x="5201251" y="2637061"/>
                  </a:cubicBezTo>
                  <a:cubicBezTo>
                    <a:pt x="5201251" y="2654635"/>
                    <a:pt x="5201251" y="2672208"/>
                    <a:pt x="5201251" y="2689782"/>
                  </a:cubicBezTo>
                  <a:cubicBezTo>
                    <a:pt x="5196965" y="2691497"/>
                    <a:pt x="5192250" y="2693211"/>
                    <a:pt x="5187964" y="2694926"/>
                  </a:cubicBezTo>
                  <a:cubicBezTo>
                    <a:pt x="5187535" y="2698783"/>
                    <a:pt x="5187107" y="2702641"/>
                    <a:pt x="5186678" y="2706498"/>
                  </a:cubicBezTo>
                  <a:cubicBezTo>
                    <a:pt x="5183249" y="2681210"/>
                    <a:pt x="5169533" y="2630632"/>
                    <a:pt x="5137386" y="2617344"/>
                  </a:cubicBezTo>
                  <a:cubicBezTo>
                    <a:pt x="5136957" y="2658493"/>
                    <a:pt x="5137386" y="2699212"/>
                    <a:pt x="5137386" y="2740360"/>
                  </a:cubicBezTo>
                  <a:cubicBezTo>
                    <a:pt x="5236827" y="2744218"/>
                    <a:pt x="5336697" y="2749361"/>
                    <a:pt x="5436138" y="2757076"/>
                  </a:cubicBezTo>
                  <a:cubicBezTo>
                    <a:pt x="5489716" y="2760934"/>
                    <a:pt x="5543294" y="2764363"/>
                    <a:pt x="5596015" y="2775078"/>
                  </a:cubicBezTo>
                  <a:cubicBezTo>
                    <a:pt x="5596015" y="2770792"/>
                    <a:pt x="5596015" y="2766077"/>
                    <a:pt x="5596015" y="2761791"/>
                  </a:cubicBezTo>
                  <a:cubicBezTo>
                    <a:pt x="5569868" y="2738217"/>
                    <a:pt x="5550580" y="2704355"/>
                    <a:pt x="5552295" y="2668351"/>
                  </a:cubicBezTo>
                  <a:cubicBezTo>
                    <a:pt x="5553153" y="2638347"/>
                    <a:pt x="5568583" y="2610915"/>
                    <a:pt x="5587871" y="2588627"/>
                  </a:cubicBezTo>
                  <a:cubicBezTo>
                    <a:pt x="5587871" y="2577054"/>
                    <a:pt x="5587871" y="2565052"/>
                    <a:pt x="5587871" y="2553480"/>
                  </a:cubicBezTo>
                  <a:cubicBezTo>
                    <a:pt x="5581442" y="2550050"/>
                    <a:pt x="5574584" y="2545336"/>
                    <a:pt x="5566868" y="2547050"/>
                  </a:cubicBezTo>
                  <a:cubicBezTo>
                    <a:pt x="5564297" y="2549193"/>
                    <a:pt x="5562154" y="2551336"/>
                    <a:pt x="5560010" y="2553480"/>
                  </a:cubicBezTo>
                  <a:cubicBezTo>
                    <a:pt x="5530864" y="2552622"/>
                    <a:pt x="5501718" y="2551765"/>
                    <a:pt x="5472571" y="2550908"/>
                  </a:cubicBezTo>
                  <a:cubicBezTo>
                    <a:pt x="5467428" y="2542764"/>
                    <a:pt x="5463570" y="2532905"/>
                    <a:pt x="5469571" y="2524333"/>
                  </a:cubicBezTo>
                  <a:cubicBezTo>
                    <a:pt x="5444710" y="2523476"/>
                    <a:pt x="5420279" y="2523047"/>
                    <a:pt x="5395847" y="2521761"/>
                  </a:cubicBezTo>
                  <a:moveTo>
                    <a:pt x="5081665" y="2560766"/>
                  </a:moveTo>
                  <a:cubicBezTo>
                    <a:pt x="5078236" y="2619916"/>
                    <a:pt x="5076093" y="2678638"/>
                    <a:pt x="5073521" y="2737788"/>
                  </a:cubicBezTo>
                  <a:cubicBezTo>
                    <a:pt x="5083379" y="2739503"/>
                    <a:pt x="5093238" y="2741217"/>
                    <a:pt x="5102667" y="2743360"/>
                  </a:cubicBezTo>
                  <a:cubicBezTo>
                    <a:pt x="5095809" y="2567624"/>
                    <a:pt x="5101382" y="2602343"/>
                    <a:pt x="5081665" y="2560766"/>
                  </a:cubicBezTo>
                  <a:moveTo>
                    <a:pt x="1002012" y="2737788"/>
                  </a:moveTo>
                  <a:cubicBezTo>
                    <a:pt x="1000297" y="2760934"/>
                    <a:pt x="998154" y="2784080"/>
                    <a:pt x="996868" y="2806797"/>
                  </a:cubicBezTo>
                  <a:cubicBezTo>
                    <a:pt x="1007584" y="2822656"/>
                    <a:pt x="1004155" y="2796081"/>
                    <a:pt x="1007584" y="2964102"/>
                  </a:cubicBezTo>
                  <a:cubicBezTo>
                    <a:pt x="1016585" y="2964960"/>
                    <a:pt x="1030729" y="2967531"/>
                    <a:pt x="1034158" y="2955958"/>
                  </a:cubicBezTo>
                  <a:cubicBezTo>
                    <a:pt x="1032444" y="2941814"/>
                    <a:pt x="1014013" y="2896380"/>
                    <a:pt x="1036730" y="2875377"/>
                  </a:cubicBezTo>
                  <a:cubicBezTo>
                    <a:pt x="1038873" y="2836372"/>
                    <a:pt x="1040159" y="2797796"/>
                    <a:pt x="1042302" y="2758791"/>
                  </a:cubicBezTo>
                  <a:cubicBezTo>
                    <a:pt x="1029015" y="2751933"/>
                    <a:pt x="1015728" y="2745075"/>
                    <a:pt x="1002012" y="2737788"/>
                  </a:cubicBezTo>
                  <a:moveTo>
                    <a:pt x="5078664" y="2775078"/>
                  </a:moveTo>
                  <a:cubicBezTo>
                    <a:pt x="5078664" y="2788366"/>
                    <a:pt x="5078664" y="2801653"/>
                    <a:pt x="5078664" y="2814941"/>
                  </a:cubicBezTo>
                  <a:cubicBezTo>
                    <a:pt x="5087665" y="2820084"/>
                    <a:pt x="5096238" y="2825656"/>
                    <a:pt x="5105239" y="2830800"/>
                  </a:cubicBezTo>
                  <a:cubicBezTo>
                    <a:pt x="5104382" y="2811940"/>
                    <a:pt x="5103525" y="2793510"/>
                    <a:pt x="5102667" y="2774650"/>
                  </a:cubicBezTo>
                  <a:cubicBezTo>
                    <a:pt x="5094524" y="2775078"/>
                    <a:pt x="5086380" y="2775078"/>
                    <a:pt x="5078664" y="2775078"/>
                  </a:cubicBezTo>
                  <a:moveTo>
                    <a:pt x="999440" y="3062686"/>
                  </a:moveTo>
                  <a:cubicBezTo>
                    <a:pt x="993010" y="3323718"/>
                    <a:pt x="987010" y="3585180"/>
                    <a:pt x="980580" y="3846212"/>
                  </a:cubicBezTo>
                  <a:cubicBezTo>
                    <a:pt x="1019585" y="3868501"/>
                    <a:pt x="1005441" y="3895504"/>
                    <a:pt x="1031587" y="3059686"/>
                  </a:cubicBezTo>
                  <a:cubicBezTo>
                    <a:pt x="1020871" y="3060971"/>
                    <a:pt x="1010155" y="3061829"/>
                    <a:pt x="999440" y="3062686"/>
                  </a:cubicBezTo>
                  <a:moveTo>
                    <a:pt x="4170408" y="3310431"/>
                  </a:moveTo>
                  <a:cubicBezTo>
                    <a:pt x="4160978" y="3329719"/>
                    <a:pt x="4160978" y="3392298"/>
                    <a:pt x="4193982" y="3369581"/>
                  </a:cubicBezTo>
                  <a:cubicBezTo>
                    <a:pt x="4192696" y="3358866"/>
                    <a:pt x="4192268" y="3348150"/>
                    <a:pt x="4190982" y="3337434"/>
                  </a:cubicBezTo>
                  <a:cubicBezTo>
                    <a:pt x="4162264" y="3320289"/>
                    <a:pt x="4173837" y="3319004"/>
                    <a:pt x="4183267" y="3309574"/>
                  </a:cubicBezTo>
                  <a:cubicBezTo>
                    <a:pt x="4178980" y="3307431"/>
                    <a:pt x="4173408" y="3305288"/>
                    <a:pt x="4170408" y="3310431"/>
                  </a:cubicBezTo>
                  <a:moveTo>
                    <a:pt x="4225700" y="3358437"/>
                  </a:moveTo>
                  <a:cubicBezTo>
                    <a:pt x="4217128" y="3380297"/>
                    <a:pt x="4218414" y="3389298"/>
                    <a:pt x="4244560" y="3396585"/>
                  </a:cubicBezTo>
                  <a:cubicBezTo>
                    <a:pt x="4244560" y="3387584"/>
                    <a:pt x="4244560" y="3378583"/>
                    <a:pt x="4244560" y="3369581"/>
                  </a:cubicBezTo>
                  <a:cubicBezTo>
                    <a:pt x="4238131" y="3365724"/>
                    <a:pt x="4232130" y="3361866"/>
                    <a:pt x="4225700" y="3358437"/>
                  </a:cubicBezTo>
                  <a:moveTo>
                    <a:pt x="4313997" y="3366581"/>
                  </a:moveTo>
                  <a:cubicBezTo>
                    <a:pt x="4316569" y="3380726"/>
                    <a:pt x="4319141" y="3394870"/>
                    <a:pt x="4322141" y="3409015"/>
                  </a:cubicBezTo>
                  <a:cubicBezTo>
                    <a:pt x="4378291" y="3404729"/>
                    <a:pt x="4351716" y="3403014"/>
                    <a:pt x="4420725" y="3438590"/>
                  </a:cubicBezTo>
                  <a:cubicBezTo>
                    <a:pt x="4430155" y="3369581"/>
                    <a:pt x="4456729" y="3371724"/>
                    <a:pt x="4313997" y="3366581"/>
                  </a:cubicBezTo>
                  <a:moveTo>
                    <a:pt x="4276707" y="3382440"/>
                  </a:moveTo>
                  <a:cubicBezTo>
                    <a:pt x="4277564" y="3390584"/>
                    <a:pt x="4278422" y="3398728"/>
                    <a:pt x="4279279" y="3406872"/>
                  </a:cubicBezTo>
                  <a:cubicBezTo>
                    <a:pt x="4305853" y="3422731"/>
                    <a:pt x="4306282" y="3395728"/>
                    <a:pt x="4298138" y="3377297"/>
                  </a:cubicBezTo>
                  <a:cubicBezTo>
                    <a:pt x="4290852" y="3379011"/>
                    <a:pt x="4283565" y="3380726"/>
                    <a:pt x="4276707" y="3382440"/>
                  </a:cubicBezTo>
                  <a:moveTo>
                    <a:pt x="5818471" y="3400014"/>
                  </a:moveTo>
                  <a:cubicBezTo>
                    <a:pt x="5788039" y="3412873"/>
                    <a:pt x="5755892" y="3420588"/>
                    <a:pt x="5723745" y="3427875"/>
                  </a:cubicBezTo>
                  <a:cubicBezTo>
                    <a:pt x="5722888" y="3436876"/>
                    <a:pt x="5722030" y="3445448"/>
                    <a:pt x="5721173" y="3454449"/>
                  </a:cubicBezTo>
                  <a:cubicBezTo>
                    <a:pt x="5731032" y="3453592"/>
                    <a:pt x="5740890" y="3452735"/>
                    <a:pt x="5750749" y="3451877"/>
                  </a:cubicBezTo>
                  <a:cubicBezTo>
                    <a:pt x="5765750" y="3437733"/>
                    <a:pt x="5744748" y="3444591"/>
                    <a:pt x="5860048" y="3422731"/>
                  </a:cubicBezTo>
                  <a:cubicBezTo>
                    <a:pt x="5860048" y="3407729"/>
                    <a:pt x="5860048" y="3392298"/>
                    <a:pt x="5860048" y="3377297"/>
                  </a:cubicBezTo>
                  <a:cubicBezTo>
                    <a:pt x="5844618" y="3383297"/>
                    <a:pt x="5833044" y="3394442"/>
                    <a:pt x="5818471" y="3400014"/>
                  </a:cubicBezTo>
                  <a:moveTo>
                    <a:pt x="4596033" y="3448877"/>
                  </a:moveTo>
                  <a:cubicBezTo>
                    <a:pt x="4578031" y="3469451"/>
                    <a:pt x="4584888" y="3499026"/>
                    <a:pt x="4588317" y="3523458"/>
                  </a:cubicBezTo>
                  <a:cubicBezTo>
                    <a:pt x="4619178" y="3528173"/>
                    <a:pt x="4650039" y="3532030"/>
                    <a:pt x="4680901" y="3537174"/>
                  </a:cubicBezTo>
                  <a:cubicBezTo>
                    <a:pt x="4686044" y="3542746"/>
                    <a:pt x="4692473" y="3546603"/>
                    <a:pt x="4700617" y="3546175"/>
                  </a:cubicBezTo>
                  <a:cubicBezTo>
                    <a:pt x="4972794" y="3537174"/>
                    <a:pt x="4558742" y="3499455"/>
                    <a:pt x="4935075" y="3542317"/>
                  </a:cubicBezTo>
                  <a:cubicBezTo>
                    <a:pt x="4931217" y="3521743"/>
                    <a:pt x="4927788" y="3501598"/>
                    <a:pt x="4924359" y="3481024"/>
                  </a:cubicBezTo>
                  <a:cubicBezTo>
                    <a:pt x="4881068" y="3479738"/>
                    <a:pt x="4890927" y="3493025"/>
                    <a:pt x="4596033" y="3448877"/>
                  </a:cubicBezTo>
                  <a:moveTo>
                    <a:pt x="5379559" y="3478881"/>
                  </a:moveTo>
                  <a:cubicBezTo>
                    <a:pt x="5263402" y="3486596"/>
                    <a:pt x="5146816" y="3486596"/>
                    <a:pt x="5030230" y="3484024"/>
                  </a:cubicBezTo>
                  <a:cubicBezTo>
                    <a:pt x="5088094" y="3592466"/>
                    <a:pt x="5278403" y="3524315"/>
                    <a:pt x="5624733" y="3455306"/>
                  </a:cubicBezTo>
                  <a:cubicBezTo>
                    <a:pt x="5543294" y="3466022"/>
                    <a:pt x="5461427" y="3474166"/>
                    <a:pt x="5379559" y="3478881"/>
                  </a:cubicBezTo>
                  <a:moveTo>
                    <a:pt x="5755463" y="3481024"/>
                  </a:moveTo>
                  <a:cubicBezTo>
                    <a:pt x="5764464" y="3510599"/>
                    <a:pt x="5782038" y="3559891"/>
                    <a:pt x="5805612" y="3540174"/>
                  </a:cubicBezTo>
                  <a:cubicBezTo>
                    <a:pt x="5800469" y="3510170"/>
                    <a:pt x="5828330" y="3506313"/>
                    <a:pt x="5859190" y="3504598"/>
                  </a:cubicBezTo>
                  <a:cubicBezTo>
                    <a:pt x="5858333" y="3490454"/>
                    <a:pt x="5857476" y="3476309"/>
                    <a:pt x="5856619" y="3462165"/>
                  </a:cubicBezTo>
                  <a:cubicBezTo>
                    <a:pt x="5822757" y="3468594"/>
                    <a:pt x="5788896" y="3475023"/>
                    <a:pt x="5755463" y="3481024"/>
                  </a:cubicBezTo>
                  <a:moveTo>
                    <a:pt x="4953506" y="3483596"/>
                  </a:moveTo>
                  <a:cubicBezTo>
                    <a:pt x="4957792" y="3505027"/>
                    <a:pt x="4962507" y="3526029"/>
                    <a:pt x="4966793" y="3547461"/>
                  </a:cubicBezTo>
                  <a:cubicBezTo>
                    <a:pt x="4981795" y="3549175"/>
                    <a:pt x="4996797" y="3550890"/>
                    <a:pt x="5012227" y="3552604"/>
                  </a:cubicBezTo>
                  <a:cubicBezTo>
                    <a:pt x="4999797" y="3529458"/>
                    <a:pt x="4987367" y="3506313"/>
                    <a:pt x="4974937" y="3483167"/>
                  </a:cubicBezTo>
                  <a:cubicBezTo>
                    <a:pt x="4967650" y="3483596"/>
                    <a:pt x="4960364" y="3483596"/>
                    <a:pt x="4953506" y="3483596"/>
                  </a:cubicBezTo>
                  <a:moveTo>
                    <a:pt x="5635448" y="3513600"/>
                  </a:moveTo>
                  <a:cubicBezTo>
                    <a:pt x="5589157" y="3521315"/>
                    <a:pt x="5543294" y="3531173"/>
                    <a:pt x="5497002" y="3539746"/>
                  </a:cubicBezTo>
                  <a:cubicBezTo>
                    <a:pt x="5476857" y="3565892"/>
                    <a:pt x="5294691" y="3806350"/>
                    <a:pt x="5273689" y="3835497"/>
                  </a:cubicBezTo>
                  <a:cubicBezTo>
                    <a:pt x="5272403" y="3853928"/>
                    <a:pt x="5267688" y="4024949"/>
                    <a:pt x="5254401" y="4434286"/>
                  </a:cubicBezTo>
                  <a:cubicBezTo>
                    <a:pt x="5318694" y="4435572"/>
                    <a:pt x="5300692" y="4514868"/>
                    <a:pt x="5299835" y="4541442"/>
                  </a:cubicBezTo>
                  <a:cubicBezTo>
                    <a:pt x="5294691" y="4544871"/>
                    <a:pt x="5289119" y="4548729"/>
                    <a:pt x="5283976" y="4552158"/>
                  </a:cubicBezTo>
                  <a:cubicBezTo>
                    <a:pt x="5280547" y="4582161"/>
                    <a:pt x="5276689" y="4612594"/>
                    <a:pt x="5273260" y="4642598"/>
                  </a:cubicBezTo>
                  <a:cubicBezTo>
                    <a:pt x="5268117" y="4646884"/>
                    <a:pt x="5262545" y="4651599"/>
                    <a:pt x="5257401" y="4655885"/>
                  </a:cubicBezTo>
                  <a:cubicBezTo>
                    <a:pt x="5255687" y="4785758"/>
                    <a:pt x="5253972" y="4915203"/>
                    <a:pt x="5252257" y="5045076"/>
                  </a:cubicBezTo>
                  <a:cubicBezTo>
                    <a:pt x="5257401" y="5051077"/>
                    <a:pt x="5262545" y="5057078"/>
                    <a:pt x="5268117" y="5063508"/>
                  </a:cubicBezTo>
                  <a:cubicBezTo>
                    <a:pt x="5376987" y="5071652"/>
                    <a:pt x="5655165" y="5252960"/>
                    <a:pt x="5668024" y="5273962"/>
                  </a:cubicBezTo>
                  <a:cubicBezTo>
                    <a:pt x="5719887" y="5198524"/>
                    <a:pt x="5773037" y="5123515"/>
                    <a:pt x="5824472" y="5047649"/>
                  </a:cubicBezTo>
                  <a:cubicBezTo>
                    <a:pt x="5825758" y="5011216"/>
                    <a:pt x="5840760" y="3779347"/>
                    <a:pt x="5840760" y="3760487"/>
                  </a:cubicBezTo>
                  <a:cubicBezTo>
                    <a:pt x="5840760" y="3760487"/>
                    <a:pt x="5803469" y="3584751"/>
                    <a:pt x="5803469" y="3584751"/>
                  </a:cubicBezTo>
                  <a:cubicBezTo>
                    <a:pt x="5797040" y="3584751"/>
                    <a:pt x="5790610" y="3584323"/>
                    <a:pt x="5784610" y="3585608"/>
                  </a:cubicBezTo>
                  <a:cubicBezTo>
                    <a:pt x="5769608" y="3592895"/>
                    <a:pt x="5763179" y="3640044"/>
                    <a:pt x="5760607" y="3656760"/>
                  </a:cubicBezTo>
                  <a:cubicBezTo>
                    <a:pt x="5751606" y="3656760"/>
                    <a:pt x="5742605" y="3656760"/>
                    <a:pt x="5734032" y="3656760"/>
                  </a:cubicBezTo>
                  <a:cubicBezTo>
                    <a:pt x="5717744" y="3610040"/>
                    <a:pt x="5715601" y="3559462"/>
                    <a:pt x="5715601" y="3510599"/>
                  </a:cubicBezTo>
                  <a:cubicBezTo>
                    <a:pt x="5690741" y="3524315"/>
                    <a:pt x="5661594" y="3519172"/>
                    <a:pt x="5635448" y="3513600"/>
                  </a:cubicBezTo>
                  <a:moveTo>
                    <a:pt x="5294691" y="3585180"/>
                  </a:moveTo>
                  <a:cubicBezTo>
                    <a:pt x="5303264" y="3632757"/>
                    <a:pt x="5298549" y="3621184"/>
                    <a:pt x="5281404" y="3715910"/>
                  </a:cubicBezTo>
                  <a:cubicBezTo>
                    <a:pt x="5285690" y="3718482"/>
                    <a:pt x="5290405" y="3721054"/>
                    <a:pt x="5294691" y="3724054"/>
                  </a:cubicBezTo>
                  <a:cubicBezTo>
                    <a:pt x="5339269" y="3667476"/>
                    <a:pt x="5383417" y="3610469"/>
                    <a:pt x="5427994" y="3553890"/>
                  </a:cubicBezTo>
                  <a:cubicBezTo>
                    <a:pt x="5382988" y="3563748"/>
                    <a:pt x="5338840" y="3574464"/>
                    <a:pt x="5294691" y="3585180"/>
                  </a:cubicBezTo>
                  <a:moveTo>
                    <a:pt x="4876353" y="3598467"/>
                  </a:moveTo>
                  <a:cubicBezTo>
                    <a:pt x="4890069" y="3629757"/>
                    <a:pt x="4921788" y="3720625"/>
                    <a:pt x="4950934" y="3722340"/>
                  </a:cubicBezTo>
                  <a:cubicBezTo>
                    <a:pt x="4935075" y="3686764"/>
                    <a:pt x="4938933" y="3646473"/>
                    <a:pt x="4945362" y="3609183"/>
                  </a:cubicBezTo>
                  <a:cubicBezTo>
                    <a:pt x="4922216" y="3605325"/>
                    <a:pt x="4899070" y="3601896"/>
                    <a:pt x="4876353" y="3598467"/>
                  </a:cubicBezTo>
                  <a:moveTo>
                    <a:pt x="4961221" y="3608754"/>
                  </a:moveTo>
                  <a:cubicBezTo>
                    <a:pt x="4940219" y="3683763"/>
                    <a:pt x="4971080" y="3743771"/>
                    <a:pt x="4983081" y="3754915"/>
                  </a:cubicBezTo>
                  <a:cubicBezTo>
                    <a:pt x="5020800" y="3770775"/>
                    <a:pt x="5025944" y="3813637"/>
                    <a:pt x="5030659" y="3854785"/>
                  </a:cubicBezTo>
                  <a:cubicBezTo>
                    <a:pt x="5036230" y="3823067"/>
                    <a:pt x="5042660" y="3790491"/>
                    <a:pt x="5037516" y="3758773"/>
                  </a:cubicBezTo>
                  <a:cubicBezTo>
                    <a:pt x="5027229" y="3736913"/>
                    <a:pt x="5029372" y="3736485"/>
                    <a:pt x="5038373" y="3628471"/>
                  </a:cubicBezTo>
                  <a:cubicBezTo>
                    <a:pt x="5026801" y="3628899"/>
                    <a:pt x="5014371" y="3628899"/>
                    <a:pt x="5005370" y="3620756"/>
                  </a:cubicBezTo>
                  <a:cubicBezTo>
                    <a:pt x="4966793" y="3617755"/>
                    <a:pt x="4986938" y="3613469"/>
                    <a:pt x="4961221" y="3608754"/>
                  </a:cubicBezTo>
                  <a:moveTo>
                    <a:pt x="5166532" y="3736913"/>
                  </a:moveTo>
                  <a:cubicBezTo>
                    <a:pt x="5175533" y="3782347"/>
                    <a:pt x="5159246" y="3785776"/>
                    <a:pt x="5142530" y="3774203"/>
                  </a:cubicBezTo>
                  <a:cubicBezTo>
                    <a:pt x="5139100" y="3762631"/>
                    <a:pt x="5135672" y="3751058"/>
                    <a:pt x="5132242" y="3739485"/>
                  </a:cubicBezTo>
                  <a:cubicBezTo>
                    <a:pt x="5126671" y="3739485"/>
                    <a:pt x="5121527" y="3739485"/>
                    <a:pt x="5116384" y="3739485"/>
                  </a:cubicBezTo>
                  <a:cubicBezTo>
                    <a:pt x="5099239" y="3766917"/>
                    <a:pt x="5103525" y="3725769"/>
                    <a:pt x="5100096" y="3901934"/>
                  </a:cubicBezTo>
                  <a:cubicBezTo>
                    <a:pt x="5117669" y="3903219"/>
                    <a:pt x="5135672" y="3903648"/>
                    <a:pt x="5153245" y="3904934"/>
                  </a:cubicBezTo>
                  <a:cubicBezTo>
                    <a:pt x="5164818" y="3890790"/>
                    <a:pt x="5176391" y="3876645"/>
                    <a:pt x="5187964" y="3862500"/>
                  </a:cubicBezTo>
                  <a:cubicBezTo>
                    <a:pt x="5188821" y="3823495"/>
                    <a:pt x="5189678" y="3784490"/>
                    <a:pt x="5190535" y="3745057"/>
                  </a:cubicBezTo>
                  <a:cubicBezTo>
                    <a:pt x="5182392" y="3742057"/>
                    <a:pt x="5174248" y="3739485"/>
                    <a:pt x="5166532" y="3736913"/>
                  </a:cubicBezTo>
                  <a:moveTo>
                    <a:pt x="1351341" y="4298840"/>
                  </a:moveTo>
                  <a:cubicBezTo>
                    <a:pt x="1352198" y="4541442"/>
                    <a:pt x="1353055" y="4783615"/>
                    <a:pt x="1353913" y="5026217"/>
                  </a:cubicBezTo>
                  <a:cubicBezTo>
                    <a:pt x="1402347" y="5029646"/>
                    <a:pt x="1498788" y="5036933"/>
                    <a:pt x="1536078" y="5068651"/>
                  </a:cubicBezTo>
                  <a:cubicBezTo>
                    <a:pt x="1515933" y="5077223"/>
                    <a:pt x="1504789" y="5069080"/>
                    <a:pt x="1486786" y="5079796"/>
                  </a:cubicBezTo>
                  <a:cubicBezTo>
                    <a:pt x="1496645" y="5093511"/>
                    <a:pt x="1535650" y="5099941"/>
                    <a:pt x="1574655" y="5106370"/>
                  </a:cubicBezTo>
                  <a:cubicBezTo>
                    <a:pt x="1596086" y="4846195"/>
                    <a:pt x="1617088" y="4586019"/>
                    <a:pt x="1638520" y="4325844"/>
                  </a:cubicBezTo>
                  <a:cubicBezTo>
                    <a:pt x="1614517" y="4326701"/>
                    <a:pt x="1590942" y="4324129"/>
                    <a:pt x="1566939" y="4322415"/>
                  </a:cubicBezTo>
                  <a:cubicBezTo>
                    <a:pt x="1495359" y="4315557"/>
                    <a:pt x="1423350" y="4307413"/>
                    <a:pt x="1351341" y="4298840"/>
                  </a:cubicBezTo>
                  <a:moveTo>
                    <a:pt x="1756392" y="4333988"/>
                  </a:moveTo>
                  <a:cubicBezTo>
                    <a:pt x="1730674" y="4333130"/>
                    <a:pt x="1704957" y="4327987"/>
                    <a:pt x="1678810" y="4328416"/>
                  </a:cubicBezTo>
                  <a:cubicBezTo>
                    <a:pt x="1653093" y="4590305"/>
                    <a:pt x="1627375" y="4852624"/>
                    <a:pt x="1601658" y="5114514"/>
                  </a:cubicBezTo>
                  <a:cubicBezTo>
                    <a:pt x="1631662" y="5124801"/>
                    <a:pt x="1689955" y="5144518"/>
                    <a:pt x="1713529" y="5164234"/>
                  </a:cubicBezTo>
                  <a:cubicBezTo>
                    <a:pt x="1706242" y="5144089"/>
                    <a:pt x="1699385" y="5123944"/>
                    <a:pt x="1692527" y="5103798"/>
                  </a:cubicBezTo>
                  <a:cubicBezTo>
                    <a:pt x="1701528" y="5079796"/>
                    <a:pt x="1710529" y="5055792"/>
                    <a:pt x="1719101" y="5031789"/>
                  </a:cubicBezTo>
                  <a:cubicBezTo>
                    <a:pt x="1725959" y="5031789"/>
                    <a:pt x="1733246" y="5031789"/>
                    <a:pt x="1740532" y="5031789"/>
                  </a:cubicBezTo>
                  <a:cubicBezTo>
                    <a:pt x="1752534" y="4910060"/>
                    <a:pt x="1776108" y="4789188"/>
                    <a:pt x="1811684" y="4672173"/>
                  </a:cubicBezTo>
                  <a:cubicBezTo>
                    <a:pt x="1844260" y="4567160"/>
                    <a:pt x="1887122" y="4463861"/>
                    <a:pt x="1950987" y="4373850"/>
                  </a:cubicBezTo>
                  <a:cubicBezTo>
                    <a:pt x="1944558" y="4367849"/>
                    <a:pt x="1938557" y="4361420"/>
                    <a:pt x="1932128" y="4355419"/>
                  </a:cubicBezTo>
                  <a:cubicBezTo>
                    <a:pt x="1932985" y="4345561"/>
                    <a:pt x="1933842" y="4335702"/>
                    <a:pt x="1934700" y="4326273"/>
                  </a:cubicBezTo>
                  <a:cubicBezTo>
                    <a:pt x="1875978" y="4337845"/>
                    <a:pt x="1815970" y="4336560"/>
                    <a:pt x="1756392" y="4333988"/>
                  </a:cubicBezTo>
                  <a:moveTo>
                    <a:pt x="6331107" y="4482721"/>
                  </a:moveTo>
                  <a:cubicBezTo>
                    <a:pt x="6331107" y="4496866"/>
                    <a:pt x="6331107" y="4511438"/>
                    <a:pt x="6331107" y="4525583"/>
                  </a:cubicBezTo>
                  <a:cubicBezTo>
                    <a:pt x="6323820" y="4528155"/>
                    <a:pt x="6316962" y="4530726"/>
                    <a:pt x="6309676" y="4533727"/>
                  </a:cubicBezTo>
                  <a:cubicBezTo>
                    <a:pt x="6305389" y="4528155"/>
                    <a:pt x="6300674" y="4523012"/>
                    <a:pt x="6296388" y="4517868"/>
                  </a:cubicBezTo>
                  <a:cubicBezTo>
                    <a:pt x="6212378" y="4590734"/>
                    <a:pt x="6251811" y="4547443"/>
                    <a:pt x="5965918" y="4976068"/>
                  </a:cubicBezTo>
                  <a:cubicBezTo>
                    <a:pt x="5970204" y="4976496"/>
                    <a:pt x="6359396" y="5006072"/>
                    <a:pt x="6397544" y="4987212"/>
                  </a:cubicBezTo>
                  <a:cubicBezTo>
                    <a:pt x="6404402" y="4819191"/>
                    <a:pt x="6411688" y="4651171"/>
                    <a:pt x="6418975" y="4483149"/>
                  </a:cubicBezTo>
                  <a:cubicBezTo>
                    <a:pt x="6393258" y="4484435"/>
                    <a:pt x="6365397" y="4483149"/>
                    <a:pt x="6343966" y="4467290"/>
                  </a:cubicBezTo>
                  <a:cubicBezTo>
                    <a:pt x="6339679" y="4472434"/>
                    <a:pt x="6335393" y="4477577"/>
                    <a:pt x="6331107" y="4482721"/>
                  </a:cubicBezTo>
                  <a:moveTo>
                    <a:pt x="6504271" y="4549586"/>
                  </a:moveTo>
                  <a:cubicBezTo>
                    <a:pt x="6500414" y="4694890"/>
                    <a:pt x="6497413" y="4840623"/>
                    <a:pt x="6493555" y="4985927"/>
                  </a:cubicBezTo>
                  <a:cubicBezTo>
                    <a:pt x="6493555" y="4985927"/>
                    <a:pt x="6534704" y="4982926"/>
                    <a:pt x="6640145" y="4943493"/>
                  </a:cubicBezTo>
                  <a:cubicBezTo>
                    <a:pt x="6565565" y="4604879"/>
                    <a:pt x="6582710" y="4612165"/>
                    <a:pt x="6504271" y="4549586"/>
                  </a:cubicBezTo>
                  <a:moveTo>
                    <a:pt x="6650004" y="4794760"/>
                  </a:moveTo>
                  <a:cubicBezTo>
                    <a:pt x="6660291" y="4841051"/>
                    <a:pt x="6671864" y="4886914"/>
                    <a:pt x="6681722" y="4933205"/>
                  </a:cubicBezTo>
                  <a:cubicBezTo>
                    <a:pt x="6685151" y="4919918"/>
                    <a:pt x="6691580" y="4907488"/>
                    <a:pt x="6698867" y="4895487"/>
                  </a:cubicBezTo>
                  <a:cubicBezTo>
                    <a:pt x="6680436" y="4850052"/>
                    <a:pt x="6661577" y="4804618"/>
                    <a:pt x="6643574" y="4759184"/>
                  </a:cubicBezTo>
                  <a:cubicBezTo>
                    <a:pt x="6643574" y="4771614"/>
                    <a:pt x="6647432" y="4783187"/>
                    <a:pt x="6650004" y="4794760"/>
                  </a:cubicBezTo>
                  <a:moveTo>
                    <a:pt x="6618714" y="5015502"/>
                  </a:moveTo>
                  <a:cubicBezTo>
                    <a:pt x="6619571" y="5048506"/>
                    <a:pt x="6620429" y="5081081"/>
                    <a:pt x="6621286" y="5114086"/>
                  </a:cubicBezTo>
                  <a:cubicBezTo>
                    <a:pt x="6643146" y="5117943"/>
                    <a:pt x="6665434" y="5123515"/>
                    <a:pt x="6682579" y="5138088"/>
                  </a:cubicBezTo>
                  <a:cubicBezTo>
                    <a:pt x="6671435" y="5092225"/>
                    <a:pt x="6661148" y="5045934"/>
                    <a:pt x="6650433" y="5000071"/>
                  </a:cubicBezTo>
                  <a:cubicBezTo>
                    <a:pt x="6640145" y="5004786"/>
                    <a:pt x="6629430" y="5010358"/>
                    <a:pt x="6618714" y="5015502"/>
                  </a:cubicBezTo>
                  <a:moveTo>
                    <a:pt x="6051215" y="5042076"/>
                  </a:moveTo>
                  <a:cubicBezTo>
                    <a:pt x="6017782" y="5049792"/>
                    <a:pt x="5983063" y="5044219"/>
                    <a:pt x="5950059" y="5036933"/>
                  </a:cubicBezTo>
                  <a:cubicBezTo>
                    <a:pt x="5949202" y="5108513"/>
                    <a:pt x="5948345" y="5180522"/>
                    <a:pt x="5947488" y="5252103"/>
                  </a:cubicBezTo>
                  <a:cubicBezTo>
                    <a:pt x="5959917" y="5254246"/>
                    <a:pt x="5966776" y="5265818"/>
                    <a:pt x="5971919" y="5276534"/>
                  </a:cubicBezTo>
                  <a:cubicBezTo>
                    <a:pt x="6018639" y="5269676"/>
                    <a:pt x="6193518" y="5333970"/>
                    <a:pt x="6243239" y="5359259"/>
                  </a:cubicBezTo>
                  <a:cubicBezTo>
                    <a:pt x="6251382" y="5258960"/>
                    <a:pt x="6259098" y="5158662"/>
                    <a:pt x="6267242" y="5058364"/>
                  </a:cubicBezTo>
                  <a:cubicBezTo>
                    <a:pt x="6005352" y="5026217"/>
                    <a:pt x="6088505" y="5035218"/>
                    <a:pt x="6051215" y="5042076"/>
                  </a:cubicBezTo>
                  <a:moveTo>
                    <a:pt x="1121598" y="5148376"/>
                  </a:moveTo>
                  <a:cubicBezTo>
                    <a:pt x="1062448" y="5177522"/>
                    <a:pt x="1011441" y="5219956"/>
                    <a:pt x="964721" y="5265818"/>
                  </a:cubicBezTo>
                  <a:cubicBezTo>
                    <a:pt x="972865" y="5276534"/>
                    <a:pt x="978009" y="5288964"/>
                    <a:pt x="987867" y="5298394"/>
                  </a:cubicBezTo>
                  <a:cubicBezTo>
                    <a:pt x="1041445" y="5321111"/>
                    <a:pt x="1059447" y="5347686"/>
                    <a:pt x="1074878" y="5384548"/>
                  </a:cubicBezTo>
                  <a:cubicBezTo>
                    <a:pt x="1107453" y="5330970"/>
                    <a:pt x="1140029" y="5277392"/>
                    <a:pt x="1172604" y="5223385"/>
                  </a:cubicBezTo>
                  <a:cubicBezTo>
                    <a:pt x="1166175" y="5193810"/>
                    <a:pt x="1175176" y="5162948"/>
                    <a:pt x="1191464" y="5137660"/>
                  </a:cubicBezTo>
                  <a:cubicBezTo>
                    <a:pt x="1190607" y="5133374"/>
                    <a:pt x="1189749" y="5128658"/>
                    <a:pt x="1188892" y="5124372"/>
                  </a:cubicBezTo>
                  <a:cubicBezTo>
                    <a:pt x="1166175" y="5131659"/>
                    <a:pt x="1143029" y="5137660"/>
                    <a:pt x="1121598" y="5148376"/>
                  </a:cubicBezTo>
                  <a:moveTo>
                    <a:pt x="6491841" y="5134231"/>
                  </a:moveTo>
                  <a:cubicBezTo>
                    <a:pt x="6481126" y="5139803"/>
                    <a:pt x="6480697" y="5153947"/>
                    <a:pt x="6475125" y="5163806"/>
                  </a:cubicBezTo>
                  <a:cubicBezTo>
                    <a:pt x="6498271" y="5177522"/>
                    <a:pt x="6481983" y="5216526"/>
                    <a:pt x="6472553" y="5244387"/>
                  </a:cubicBezTo>
                  <a:cubicBezTo>
                    <a:pt x="6479840" y="5255960"/>
                    <a:pt x="6487555" y="5266676"/>
                    <a:pt x="6462266" y="5300537"/>
                  </a:cubicBezTo>
                  <a:cubicBezTo>
                    <a:pt x="6470410" y="5310395"/>
                    <a:pt x="6480268" y="5317682"/>
                    <a:pt x="6462266" y="5361830"/>
                  </a:cubicBezTo>
                  <a:cubicBezTo>
                    <a:pt x="6470839" y="5374261"/>
                    <a:pt x="6465695" y="5390120"/>
                    <a:pt x="6459265" y="5402121"/>
                  </a:cubicBezTo>
                  <a:cubicBezTo>
                    <a:pt x="6499556" y="5402550"/>
                    <a:pt x="6523559" y="5395692"/>
                    <a:pt x="6512844" y="5441984"/>
                  </a:cubicBezTo>
                  <a:cubicBezTo>
                    <a:pt x="6512844" y="5441984"/>
                    <a:pt x="6479840" y="5453556"/>
                    <a:pt x="6406116" y="5455271"/>
                  </a:cubicBezTo>
                  <a:cubicBezTo>
                    <a:pt x="6462695" y="5490846"/>
                    <a:pt x="6519702" y="5526423"/>
                    <a:pt x="6576280" y="5561570"/>
                  </a:cubicBezTo>
                  <a:cubicBezTo>
                    <a:pt x="6576280" y="5432982"/>
                    <a:pt x="6576280" y="5303966"/>
                    <a:pt x="6576280" y="5175379"/>
                  </a:cubicBezTo>
                  <a:cubicBezTo>
                    <a:pt x="6553134" y="5158662"/>
                    <a:pt x="6529989" y="5141517"/>
                    <a:pt x="6506843" y="5124801"/>
                  </a:cubicBezTo>
                  <a:cubicBezTo>
                    <a:pt x="6501699" y="5127801"/>
                    <a:pt x="6496985" y="5130801"/>
                    <a:pt x="6491841" y="5134231"/>
                  </a:cubicBezTo>
                  <a:moveTo>
                    <a:pt x="6315248" y="5141089"/>
                  </a:moveTo>
                  <a:cubicBezTo>
                    <a:pt x="6309676" y="5213098"/>
                    <a:pt x="6304532" y="5285106"/>
                    <a:pt x="6299389" y="5357116"/>
                  </a:cubicBezTo>
                  <a:cubicBezTo>
                    <a:pt x="6327678" y="5355401"/>
                    <a:pt x="6355967" y="5353686"/>
                    <a:pt x="6384256" y="5351543"/>
                  </a:cubicBezTo>
                  <a:cubicBezTo>
                    <a:pt x="6374398" y="5327969"/>
                    <a:pt x="6382970" y="5301823"/>
                    <a:pt x="6397544" y="5282535"/>
                  </a:cubicBezTo>
                  <a:cubicBezTo>
                    <a:pt x="6382970" y="5262390"/>
                    <a:pt x="6389828" y="5236244"/>
                    <a:pt x="6400115" y="5216098"/>
                  </a:cubicBezTo>
                  <a:cubicBezTo>
                    <a:pt x="6395829" y="5202382"/>
                    <a:pt x="6396686" y="5187809"/>
                    <a:pt x="6400115" y="5174093"/>
                  </a:cubicBezTo>
                  <a:cubicBezTo>
                    <a:pt x="6431405" y="5172378"/>
                    <a:pt x="6404830" y="5142803"/>
                    <a:pt x="6394972" y="5134231"/>
                  </a:cubicBezTo>
                  <a:cubicBezTo>
                    <a:pt x="6367969" y="5126087"/>
                    <a:pt x="6341394" y="5137231"/>
                    <a:pt x="6315248" y="5141089"/>
                  </a:cubicBezTo>
                  <a:moveTo>
                    <a:pt x="5274546" y="5158234"/>
                  </a:moveTo>
                  <a:cubicBezTo>
                    <a:pt x="5270689" y="5164234"/>
                    <a:pt x="5251829" y="5197238"/>
                    <a:pt x="5244113" y="5207097"/>
                  </a:cubicBezTo>
                  <a:cubicBezTo>
                    <a:pt x="5291691" y="5249531"/>
                    <a:pt x="5280547" y="5226385"/>
                    <a:pt x="5297263" y="5393549"/>
                  </a:cubicBezTo>
                  <a:cubicBezTo>
                    <a:pt x="5445139" y="5281678"/>
                    <a:pt x="5467428" y="5228100"/>
                    <a:pt x="5467428" y="5228100"/>
                  </a:cubicBezTo>
                  <a:cubicBezTo>
                    <a:pt x="5383846" y="5144946"/>
                    <a:pt x="5286119" y="5147946"/>
                    <a:pt x="5274546" y="5158234"/>
                  </a:cubicBezTo>
                  <a:moveTo>
                    <a:pt x="1383916" y="5156948"/>
                  </a:moveTo>
                  <a:cubicBezTo>
                    <a:pt x="1377058" y="5176665"/>
                    <a:pt x="1379630" y="5170235"/>
                    <a:pt x="1353913" y="5186094"/>
                  </a:cubicBezTo>
                  <a:cubicBezTo>
                    <a:pt x="1358628" y="5354116"/>
                    <a:pt x="1362914" y="5521708"/>
                    <a:pt x="1367200" y="5689729"/>
                  </a:cubicBezTo>
                  <a:cubicBezTo>
                    <a:pt x="1395489" y="5691872"/>
                    <a:pt x="1424207" y="5693158"/>
                    <a:pt x="1452496" y="5695301"/>
                  </a:cubicBezTo>
                  <a:cubicBezTo>
                    <a:pt x="1471785" y="5680728"/>
                    <a:pt x="1488072" y="5619863"/>
                    <a:pt x="1487215" y="5588573"/>
                  </a:cubicBezTo>
                  <a:cubicBezTo>
                    <a:pt x="1490644" y="5585144"/>
                    <a:pt x="1494073" y="5581287"/>
                    <a:pt x="1497502" y="5577858"/>
                  </a:cubicBezTo>
                  <a:cubicBezTo>
                    <a:pt x="1512075" y="5418838"/>
                    <a:pt x="1535650" y="5335684"/>
                    <a:pt x="1572083" y="5180951"/>
                  </a:cubicBezTo>
                  <a:cubicBezTo>
                    <a:pt x="1492359" y="5184809"/>
                    <a:pt x="1510790" y="5156948"/>
                    <a:pt x="1383916" y="5156948"/>
                  </a:cubicBezTo>
                  <a:moveTo>
                    <a:pt x="5030659" y="5159520"/>
                  </a:moveTo>
                  <a:cubicBezTo>
                    <a:pt x="5022515" y="5176236"/>
                    <a:pt x="5021657" y="5195095"/>
                    <a:pt x="5025515" y="5213098"/>
                  </a:cubicBezTo>
                  <a:cubicBezTo>
                    <a:pt x="4996797" y="5262818"/>
                    <a:pt x="4980938" y="5186094"/>
                    <a:pt x="4977080" y="5174093"/>
                  </a:cubicBezTo>
                  <a:cubicBezTo>
                    <a:pt x="4947077" y="5172807"/>
                    <a:pt x="4848064" y="5235815"/>
                    <a:pt x="4820204" y="5252960"/>
                  </a:cubicBezTo>
                  <a:cubicBezTo>
                    <a:pt x="4886212" y="5281249"/>
                    <a:pt x="4916215" y="5284249"/>
                    <a:pt x="5061519" y="5388406"/>
                  </a:cubicBezTo>
                  <a:cubicBezTo>
                    <a:pt x="5073092" y="5381976"/>
                    <a:pt x="5079093" y="5375118"/>
                    <a:pt x="5126671" y="5394406"/>
                  </a:cubicBezTo>
                  <a:cubicBezTo>
                    <a:pt x="5128385" y="5327969"/>
                    <a:pt x="5130099" y="5261104"/>
                    <a:pt x="5132242" y="5194667"/>
                  </a:cubicBezTo>
                  <a:cubicBezTo>
                    <a:pt x="5100524" y="5195524"/>
                    <a:pt x="5089380" y="5217813"/>
                    <a:pt x="5054661" y="5157377"/>
                  </a:cubicBezTo>
                  <a:cubicBezTo>
                    <a:pt x="5046517" y="5157805"/>
                    <a:pt x="5038802" y="5158662"/>
                    <a:pt x="5030659" y="5159520"/>
                  </a:cubicBezTo>
                  <a:moveTo>
                    <a:pt x="6618714" y="5183523"/>
                  </a:moveTo>
                  <a:cubicBezTo>
                    <a:pt x="6617000" y="5316825"/>
                    <a:pt x="6615285" y="5450127"/>
                    <a:pt x="6613142" y="5583430"/>
                  </a:cubicBezTo>
                  <a:cubicBezTo>
                    <a:pt x="6677007" y="5621577"/>
                    <a:pt x="6740872" y="5659725"/>
                    <a:pt x="6804738" y="5697873"/>
                  </a:cubicBezTo>
                  <a:cubicBezTo>
                    <a:pt x="6771305" y="5538853"/>
                    <a:pt x="6737015" y="5379833"/>
                    <a:pt x="6703582" y="5220813"/>
                  </a:cubicBezTo>
                  <a:cubicBezTo>
                    <a:pt x="6669721" y="5192952"/>
                    <a:pt x="6641431" y="5175379"/>
                    <a:pt x="6618714" y="5183523"/>
                  </a:cubicBezTo>
                  <a:moveTo>
                    <a:pt x="1204323" y="5244816"/>
                  </a:moveTo>
                  <a:cubicBezTo>
                    <a:pt x="1206037" y="5284678"/>
                    <a:pt x="1207752" y="5265390"/>
                    <a:pt x="1108739" y="5439411"/>
                  </a:cubicBezTo>
                  <a:cubicBezTo>
                    <a:pt x="1152030" y="5513135"/>
                    <a:pt x="1195750" y="5586859"/>
                    <a:pt x="1239041" y="5660153"/>
                  </a:cubicBezTo>
                  <a:cubicBezTo>
                    <a:pt x="1238184" y="5506706"/>
                    <a:pt x="1237327" y="5352829"/>
                    <a:pt x="1236470" y="5198953"/>
                  </a:cubicBezTo>
                  <a:cubicBezTo>
                    <a:pt x="1219753" y="5208383"/>
                    <a:pt x="1203894" y="5224242"/>
                    <a:pt x="1204323" y="5244816"/>
                  </a:cubicBezTo>
                  <a:moveTo>
                    <a:pt x="1596515" y="5199381"/>
                  </a:moveTo>
                  <a:cubicBezTo>
                    <a:pt x="1485929" y="5713731"/>
                    <a:pt x="1549366" y="5488275"/>
                    <a:pt x="1535221" y="5652438"/>
                  </a:cubicBezTo>
                  <a:cubicBezTo>
                    <a:pt x="1622232" y="5604432"/>
                    <a:pt x="1709243" y="5556426"/>
                    <a:pt x="1796254" y="5508421"/>
                  </a:cubicBezTo>
                  <a:cubicBezTo>
                    <a:pt x="1804398" y="5424839"/>
                    <a:pt x="1806541" y="5532423"/>
                    <a:pt x="1758963" y="5279106"/>
                  </a:cubicBezTo>
                  <a:cubicBezTo>
                    <a:pt x="1644949" y="5215241"/>
                    <a:pt x="1623089" y="5201525"/>
                    <a:pt x="1596515" y="5199381"/>
                  </a:cubicBezTo>
                  <a:moveTo>
                    <a:pt x="5493574" y="5287250"/>
                  </a:moveTo>
                  <a:cubicBezTo>
                    <a:pt x="5426708" y="5373404"/>
                    <a:pt x="5477286" y="5314253"/>
                    <a:pt x="5326410" y="5450556"/>
                  </a:cubicBezTo>
                  <a:cubicBezTo>
                    <a:pt x="5339269" y="5444555"/>
                    <a:pt x="5586156" y="5305681"/>
                    <a:pt x="5590443" y="5303538"/>
                  </a:cubicBezTo>
                  <a:cubicBezTo>
                    <a:pt x="5569011" y="5289393"/>
                    <a:pt x="5548009" y="5275248"/>
                    <a:pt x="5526577" y="5261104"/>
                  </a:cubicBezTo>
                  <a:cubicBezTo>
                    <a:pt x="5515005" y="5269248"/>
                    <a:pt x="5501718" y="5275677"/>
                    <a:pt x="5493574" y="5287250"/>
                  </a:cubicBezTo>
                  <a:moveTo>
                    <a:pt x="4636323" y="5359687"/>
                  </a:moveTo>
                  <a:cubicBezTo>
                    <a:pt x="4638895" y="5363117"/>
                    <a:pt x="4641467" y="5366545"/>
                    <a:pt x="4644038" y="5369974"/>
                  </a:cubicBezTo>
                  <a:cubicBezTo>
                    <a:pt x="4667613" y="5366545"/>
                    <a:pt x="4810774" y="5555998"/>
                    <a:pt x="4641895" y="5471558"/>
                  </a:cubicBezTo>
                  <a:cubicBezTo>
                    <a:pt x="4646611" y="5515707"/>
                    <a:pt x="4646611" y="5543139"/>
                    <a:pt x="4634180" y="5560284"/>
                  </a:cubicBezTo>
                  <a:cubicBezTo>
                    <a:pt x="4641895" y="5600146"/>
                    <a:pt x="4650039" y="5639580"/>
                    <a:pt x="4657755" y="5679441"/>
                  </a:cubicBezTo>
                  <a:cubicBezTo>
                    <a:pt x="4653468" y="5685442"/>
                    <a:pt x="4648754" y="5691872"/>
                    <a:pt x="4644467" y="5697873"/>
                  </a:cubicBezTo>
                  <a:cubicBezTo>
                    <a:pt x="4648754" y="5739449"/>
                    <a:pt x="4653468" y="5781454"/>
                    <a:pt x="4657755" y="5823031"/>
                  </a:cubicBezTo>
                  <a:cubicBezTo>
                    <a:pt x="4675757" y="5817031"/>
                    <a:pt x="4694616" y="5813173"/>
                    <a:pt x="4712190" y="5805886"/>
                  </a:cubicBezTo>
                  <a:cubicBezTo>
                    <a:pt x="4791486" y="5739449"/>
                    <a:pt x="4794486" y="5742450"/>
                    <a:pt x="5163961" y="5535424"/>
                  </a:cubicBezTo>
                  <a:cubicBezTo>
                    <a:pt x="5163961" y="5528137"/>
                    <a:pt x="5163961" y="5521279"/>
                    <a:pt x="5163961" y="5513992"/>
                  </a:cubicBezTo>
                  <a:cubicBezTo>
                    <a:pt x="5163961" y="5513992"/>
                    <a:pt x="5036659" y="5472844"/>
                    <a:pt x="5036659" y="5472844"/>
                  </a:cubicBezTo>
                  <a:cubicBezTo>
                    <a:pt x="5028944" y="5464700"/>
                    <a:pt x="5030659" y="5452270"/>
                    <a:pt x="5030230" y="5441984"/>
                  </a:cubicBezTo>
                  <a:cubicBezTo>
                    <a:pt x="4933789" y="5371261"/>
                    <a:pt x="4769197" y="5282535"/>
                    <a:pt x="4769197" y="5282535"/>
                  </a:cubicBezTo>
                  <a:cubicBezTo>
                    <a:pt x="4725049" y="5307824"/>
                    <a:pt x="4680901" y="5333541"/>
                    <a:pt x="4636323" y="5359687"/>
                  </a:cubicBezTo>
                  <a:moveTo>
                    <a:pt x="6013924" y="5368260"/>
                  </a:moveTo>
                  <a:cubicBezTo>
                    <a:pt x="5998494" y="5369974"/>
                    <a:pt x="5983492" y="5371261"/>
                    <a:pt x="5968490" y="5372975"/>
                  </a:cubicBezTo>
                  <a:cubicBezTo>
                    <a:pt x="5967633" y="5381119"/>
                    <a:pt x="5966776" y="5388834"/>
                    <a:pt x="5965918" y="5396978"/>
                  </a:cubicBezTo>
                  <a:cubicBezTo>
                    <a:pt x="6005352" y="5402978"/>
                    <a:pt x="6078218" y="5411122"/>
                    <a:pt x="6115937" y="5397407"/>
                  </a:cubicBezTo>
                  <a:cubicBezTo>
                    <a:pt x="6106079" y="5393120"/>
                    <a:pt x="6025069" y="5366545"/>
                    <a:pt x="6013924" y="5368260"/>
                  </a:cubicBezTo>
                  <a:moveTo>
                    <a:pt x="5381703" y="5505420"/>
                  </a:moveTo>
                  <a:cubicBezTo>
                    <a:pt x="5365415" y="5515707"/>
                    <a:pt x="5348698" y="5524708"/>
                    <a:pt x="5334125" y="5537567"/>
                  </a:cubicBezTo>
                  <a:cubicBezTo>
                    <a:pt x="5359414" y="5554712"/>
                    <a:pt x="5423707" y="5594146"/>
                    <a:pt x="5446425" y="5617291"/>
                  </a:cubicBezTo>
                  <a:cubicBezTo>
                    <a:pt x="5454997" y="5607861"/>
                    <a:pt x="5463998" y="5594146"/>
                    <a:pt x="5478572" y="5595003"/>
                  </a:cubicBezTo>
                  <a:cubicBezTo>
                    <a:pt x="5527435" y="5480560"/>
                    <a:pt x="5587443" y="5390977"/>
                    <a:pt x="5587443" y="5390977"/>
                  </a:cubicBezTo>
                  <a:cubicBezTo>
                    <a:pt x="5518433" y="5428267"/>
                    <a:pt x="5448996" y="5465558"/>
                    <a:pt x="5381703" y="5505420"/>
                  </a:cubicBezTo>
                  <a:moveTo>
                    <a:pt x="5658166" y="5429982"/>
                  </a:moveTo>
                  <a:cubicBezTo>
                    <a:pt x="5631591" y="5461700"/>
                    <a:pt x="5574584" y="5582572"/>
                    <a:pt x="5553153" y="5627578"/>
                  </a:cubicBezTo>
                  <a:cubicBezTo>
                    <a:pt x="5572441" y="5640437"/>
                    <a:pt x="5561296" y="5699159"/>
                    <a:pt x="5555296" y="5732591"/>
                  </a:cubicBezTo>
                  <a:cubicBezTo>
                    <a:pt x="5613589" y="5793027"/>
                    <a:pt x="5672310" y="5852606"/>
                    <a:pt x="5730174" y="5913471"/>
                  </a:cubicBezTo>
                  <a:cubicBezTo>
                    <a:pt x="5730603" y="5896755"/>
                    <a:pt x="5740461" y="5882610"/>
                    <a:pt x="5752034" y="5871037"/>
                  </a:cubicBezTo>
                  <a:cubicBezTo>
                    <a:pt x="5758035" y="5872752"/>
                    <a:pt x="5764464" y="5874466"/>
                    <a:pt x="5770894" y="5876609"/>
                  </a:cubicBezTo>
                  <a:cubicBezTo>
                    <a:pt x="5817614" y="5648581"/>
                    <a:pt x="5806041" y="5744593"/>
                    <a:pt x="5818900" y="5434268"/>
                  </a:cubicBezTo>
                  <a:cubicBezTo>
                    <a:pt x="5815471" y="5432554"/>
                    <a:pt x="5811613" y="5430839"/>
                    <a:pt x="5808184" y="5429125"/>
                  </a:cubicBezTo>
                  <a:cubicBezTo>
                    <a:pt x="5758893" y="5475845"/>
                    <a:pt x="5713458" y="5456556"/>
                    <a:pt x="5682597" y="5397407"/>
                  </a:cubicBezTo>
                  <a:cubicBezTo>
                    <a:pt x="5674882" y="5407694"/>
                    <a:pt x="5667167" y="5419266"/>
                    <a:pt x="5658166" y="5429982"/>
                  </a:cubicBezTo>
                  <a:moveTo>
                    <a:pt x="4463587" y="5471130"/>
                  </a:moveTo>
                  <a:cubicBezTo>
                    <a:pt x="4458016" y="5501562"/>
                    <a:pt x="4455015" y="5533280"/>
                    <a:pt x="4442585" y="5561999"/>
                  </a:cubicBezTo>
                  <a:cubicBezTo>
                    <a:pt x="4475161" y="5556426"/>
                    <a:pt x="4507736" y="5551283"/>
                    <a:pt x="4540740" y="5545711"/>
                  </a:cubicBezTo>
                  <a:cubicBezTo>
                    <a:pt x="4540740" y="5531566"/>
                    <a:pt x="4540740" y="5517850"/>
                    <a:pt x="4540740" y="5503705"/>
                  </a:cubicBezTo>
                  <a:cubicBezTo>
                    <a:pt x="4530024" y="5503277"/>
                    <a:pt x="4521023" y="5496419"/>
                    <a:pt x="4516308" y="5486989"/>
                  </a:cubicBezTo>
                  <a:cubicBezTo>
                    <a:pt x="4505593" y="5487846"/>
                    <a:pt x="4495306" y="5488703"/>
                    <a:pt x="4485019" y="5489561"/>
                  </a:cubicBezTo>
                  <a:cubicBezTo>
                    <a:pt x="4484162" y="5471130"/>
                    <a:pt x="4487162" y="5452699"/>
                    <a:pt x="4482447" y="5434697"/>
                  </a:cubicBezTo>
                  <a:cubicBezTo>
                    <a:pt x="4468302" y="5441126"/>
                    <a:pt x="4464873" y="5457843"/>
                    <a:pt x="4463587" y="5471130"/>
                  </a:cubicBezTo>
                  <a:moveTo>
                    <a:pt x="6142940" y="5474559"/>
                  </a:moveTo>
                  <a:cubicBezTo>
                    <a:pt x="6173373" y="5491276"/>
                    <a:pt x="6204234" y="5507991"/>
                    <a:pt x="6235095" y="5524708"/>
                  </a:cubicBezTo>
                  <a:cubicBezTo>
                    <a:pt x="6236809" y="5503277"/>
                    <a:pt x="6238524" y="5481845"/>
                    <a:pt x="6240238" y="5460843"/>
                  </a:cubicBezTo>
                  <a:cubicBezTo>
                    <a:pt x="6207663" y="5465558"/>
                    <a:pt x="6175087" y="5468558"/>
                    <a:pt x="6142940" y="5474559"/>
                  </a:cubicBezTo>
                  <a:moveTo>
                    <a:pt x="5941915" y="5476702"/>
                  </a:moveTo>
                  <a:cubicBezTo>
                    <a:pt x="5941915" y="5481845"/>
                    <a:pt x="5941915" y="5487418"/>
                    <a:pt x="5941915" y="5492561"/>
                  </a:cubicBezTo>
                  <a:cubicBezTo>
                    <a:pt x="6035356" y="5560284"/>
                    <a:pt x="6128367" y="5627578"/>
                    <a:pt x="6221808" y="5694872"/>
                  </a:cubicBezTo>
                  <a:cubicBezTo>
                    <a:pt x="6226522" y="5646009"/>
                    <a:pt x="6230809" y="5597146"/>
                    <a:pt x="6235095" y="5548282"/>
                  </a:cubicBezTo>
                  <a:cubicBezTo>
                    <a:pt x="6195233" y="5523851"/>
                    <a:pt x="6155371" y="5498133"/>
                    <a:pt x="6115080" y="5474131"/>
                  </a:cubicBezTo>
                  <a:cubicBezTo>
                    <a:pt x="6057215" y="5474131"/>
                    <a:pt x="5999780" y="5475845"/>
                    <a:pt x="5941915" y="5476702"/>
                  </a:cubicBezTo>
                  <a:moveTo>
                    <a:pt x="6288244" y="5484846"/>
                  </a:moveTo>
                  <a:cubicBezTo>
                    <a:pt x="6286530" y="5506277"/>
                    <a:pt x="6284815" y="5527280"/>
                    <a:pt x="6282672" y="5548711"/>
                  </a:cubicBezTo>
                  <a:cubicBezTo>
                    <a:pt x="6337536" y="5580001"/>
                    <a:pt x="6392829" y="5610861"/>
                    <a:pt x="6447693" y="5642151"/>
                  </a:cubicBezTo>
                  <a:cubicBezTo>
                    <a:pt x="6462695" y="5631436"/>
                    <a:pt x="6478125" y="5620720"/>
                    <a:pt x="6493127" y="5610004"/>
                  </a:cubicBezTo>
                  <a:cubicBezTo>
                    <a:pt x="6424975" y="5567999"/>
                    <a:pt x="6356824" y="5526423"/>
                    <a:pt x="6288244" y="5484846"/>
                  </a:cubicBezTo>
                  <a:moveTo>
                    <a:pt x="1002012" y="5625863"/>
                  </a:moveTo>
                  <a:cubicBezTo>
                    <a:pt x="1003726" y="5631007"/>
                    <a:pt x="1005441" y="5636579"/>
                    <a:pt x="1007155" y="5641723"/>
                  </a:cubicBezTo>
                  <a:cubicBezTo>
                    <a:pt x="1071877" y="5669583"/>
                    <a:pt x="1137028" y="5697016"/>
                    <a:pt x="1201751" y="5724447"/>
                  </a:cubicBezTo>
                  <a:cubicBezTo>
                    <a:pt x="1198322" y="5677727"/>
                    <a:pt x="1229611" y="5740735"/>
                    <a:pt x="1081736" y="5487418"/>
                  </a:cubicBezTo>
                  <a:cubicBezTo>
                    <a:pt x="1055161" y="5533280"/>
                    <a:pt x="1028586" y="5579572"/>
                    <a:pt x="1002012" y="5625863"/>
                  </a:cubicBezTo>
                  <a:moveTo>
                    <a:pt x="5938915" y="5508849"/>
                  </a:moveTo>
                  <a:cubicBezTo>
                    <a:pt x="5934200" y="5655439"/>
                    <a:pt x="5930343" y="5802029"/>
                    <a:pt x="5925199" y="5949047"/>
                  </a:cubicBezTo>
                  <a:cubicBezTo>
                    <a:pt x="5995922" y="5999196"/>
                    <a:pt x="6051215" y="5932330"/>
                    <a:pt x="6253097" y="5793885"/>
                  </a:cubicBezTo>
                  <a:cubicBezTo>
                    <a:pt x="6183231" y="5739878"/>
                    <a:pt x="6162657" y="5735163"/>
                    <a:pt x="6202090" y="5708588"/>
                  </a:cubicBezTo>
                  <a:cubicBezTo>
                    <a:pt x="6114651" y="5641723"/>
                    <a:pt x="6026783" y="5575286"/>
                    <a:pt x="5938915" y="5508849"/>
                  </a:cubicBezTo>
                  <a:moveTo>
                    <a:pt x="6282672" y="5572714"/>
                  </a:moveTo>
                  <a:cubicBezTo>
                    <a:pt x="6279243" y="5622435"/>
                    <a:pt x="6275386" y="5672155"/>
                    <a:pt x="6271956" y="5721875"/>
                  </a:cubicBezTo>
                  <a:cubicBezTo>
                    <a:pt x="6298531" y="5721447"/>
                    <a:pt x="6325106" y="5722733"/>
                    <a:pt x="6351681" y="5721447"/>
                  </a:cubicBezTo>
                  <a:cubicBezTo>
                    <a:pt x="6432262" y="5680728"/>
                    <a:pt x="6417260" y="5677727"/>
                    <a:pt x="6434405" y="5655439"/>
                  </a:cubicBezTo>
                  <a:cubicBezTo>
                    <a:pt x="6383828" y="5627578"/>
                    <a:pt x="6333250" y="5600146"/>
                    <a:pt x="6282672" y="5572714"/>
                  </a:cubicBezTo>
                  <a:moveTo>
                    <a:pt x="4416867" y="5622435"/>
                  </a:moveTo>
                  <a:cubicBezTo>
                    <a:pt x="4381720" y="5701302"/>
                    <a:pt x="4299424" y="5830318"/>
                    <a:pt x="4238559" y="5930616"/>
                  </a:cubicBezTo>
                  <a:cubicBezTo>
                    <a:pt x="4268563" y="5900612"/>
                    <a:pt x="4431012" y="5658868"/>
                    <a:pt x="4455015" y="5623292"/>
                  </a:cubicBezTo>
                  <a:cubicBezTo>
                    <a:pt x="4448586" y="5618148"/>
                    <a:pt x="4442585" y="5612576"/>
                    <a:pt x="4436584" y="5607433"/>
                  </a:cubicBezTo>
                  <a:cubicBezTo>
                    <a:pt x="4429726" y="5612148"/>
                    <a:pt x="4421582" y="5615577"/>
                    <a:pt x="4416867" y="5622435"/>
                  </a:cubicBezTo>
                  <a:moveTo>
                    <a:pt x="5355556" y="5631007"/>
                  </a:moveTo>
                  <a:cubicBezTo>
                    <a:pt x="5358128" y="5640865"/>
                    <a:pt x="5360700" y="5650295"/>
                    <a:pt x="5363700" y="5660153"/>
                  </a:cubicBezTo>
                  <a:cubicBezTo>
                    <a:pt x="5392847" y="5665297"/>
                    <a:pt x="5397990" y="5686728"/>
                    <a:pt x="5395418" y="5716304"/>
                  </a:cubicBezTo>
                  <a:cubicBezTo>
                    <a:pt x="5380416" y="5731306"/>
                    <a:pt x="5385560" y="5730448"/>
                    <a:pt x="5394561" y="5735592"/>
                  </a:cubicBezTo>
                  <a:cubicBezTo>
                    <a:pt x="5383417" y="5750165"/>
                    <a:pt x="5390275" y="5746736"/>
                    <a:pt x="5394990" y="5751451"/>
                  </a:cubicBezTo>
                  <a:cubicBezTo>
                    <a:pt x="5408277" y="5739020"/>
                    <a:pt x="5436995" y="5719304"/>
                    <a:pt x="5424994" y="5706445"/>
                  </a:cubicBezTo>
                  <a:cubicBezTo>
                    <a:pt x="5425422" y="5698301"/>
                    <a:pt x="5427994" y="5690157"/>
                    <a:pt x="5426279" y="5682014"/>
                  </a:cubicBezTo>
                  <a:cubicBezTo>
                    <a:pt x="5411706" y="5655867"/>
                    <a:pt x="5385131" y="5636579"/>
                    <a:pt x="5355556" y="5631007"/>
                  </a:cubicBezTo>
                  <a:moveTo>
                    <a:pt x="6495699" y="5687157"/>
                  </a:moveTo>
                  <a:cubicBezTo>
                    <a:pt x="6488841" y="5695301"/>
                    <a:pt x="6480697" y="5702587"/>
                    <a:pt x="6474696" y="5711160"/>
                  </a:cubicBezTo>
                  <a:cubicBezTo>
                    <a:pt x="6471696" y="5721447"/>
                    <a:pt x="6470839" y="5732163"/>
                    <a:pt x="6468695" y="5742878"/>
                  </a:cubicBezTo>
                  <a:cubicBezTo>
                    <a:pt x="6500842" y="5738163"/>
                    <a:pt x="6532561" y="5733877"/>
                    <a:pt x="6564708" y="5729591"/>
                  </a:cubicBezTo>
                  <a:cubicBezTo>
                    <a:pt x="6566422" y="5726162"/>
                    <a:pt x="6568136" y="5722304"/>
                    <a:pt x="6569851" y="5718875"/>
                  </a:cubicBezTo>
                  <a:cubicBezTo>
                    <a:pt x="6545419" y="5708588"/>
                    <a:pt x="6520559" y="5697873"/>
                    <a:pt x="6495699" y="5687157"/>
                  </a:cubicBezTo>
                  <a:close/>
                </a:path>
              </a:pathLst>
            </a:custGeom>
            <a:grpFill/>
            <a:ln w="428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6" name="Graphic 85">
              <a:extLst>
                <a:ext uri="{FF2B5EF4-FFF2-40B4-BE49-F238E27FC236}">
                  <a16:creationId xmlns:a16="http://schemas.microsoft.com/office/drawing/2014/main" id="{938EA455-34C1-A976-BE3E-B832C106490C}"/>
                </a:ext>
              </a:extLst>
            </p:cNvPr>
            <p:cNvSpPr/>
            <p:nvPr/>
          </p:nvSpPr>
          <p:spPr>
            <a:xfrm rot="18723750">
              <a:off x="1034660" y="2912995"/>
              <a:ext cx="2118594" cy="1976905"/>
            </a:xfrm>
            <a:custGeom>
              <a:avLst/>
              <a:gdLst>
                <a:gd name="connsiteX0" fmla="*/ 5653879 w 7350919"/>
                <a:gd name="connsiteY0" fmla="*/ 1446 h 6858000"/>
                <a:gd name="connsiteX1" fmla="*/ 5704457 w 7350919"/>
                <a:gd name="connsiteY1" fmla="*/ 9590 h 6858000"/>
                <a:gd name="connsiteX2" fmla="*/ 5707028 w 7350919"/>
                <a:gd name="connsiteY2" fmla="*/ 35736 h 6858000"/>
                <a:gd name="connsiteX3" fmla="*/ 5813756 w 7350919"/>
                <a:gd name="connsiteY3" fmla="*/ 156180 h 6858000"/>
                <a:gd name="connsiteX4" fmla="*/ 6093220 w 7350919"/>
                <a:gd name="connsiteY4" fmla="*/ 466504 h 6858000"/>
                <a:gd name="connsiteX5" fmla="*/ 5808184 w 7350919"/>
                <a:gd name="connsiteY5" fmla="*/ 505509 h 6858000"/>
                <a:gd name="connsiteX6" fmla="*/ 5840331 w 7350919"/>
                <a:gd name="connsiteY6" fmla="*/ 657242 h 6858000"/>
                <a:gd name="connsiteX7" fmla="*/ 5864334 w 7350919"/>
                <a:gd name="connsiteY7" fmla="*/ 646098 h 6858000"/>
                <a:gd name="connsiteX8" fmla="*/ 5833044 w 7350919"/>
                <a:gd name="connsiteY8" fmla="*/ 758826 h 6858000"/>
                <a:gd name="connsiteX9" fmla="*/ 5837759 w 7350919"/>
                <a:gd name="connsiteY9" fmla="*/ 875841 h 6858000"/>
                <a:gd name="connsiteX10" fmla="*/ 5818900 w 7350919"/>
                <a:gd name="connsiteY10" fmla="*/ 881413 h 6858000"/>
                <a:gd name="connsiteX11" fmla="*/ 5851047 w 7350919"/>
                <a:gd name="connsiteY11" fmla="*/ 1800385 h 6858000"/>
                <a:gd name="connsiteX12" fmla="*/ 6005780 w 7350919"/>
                <a:gd name="connsiteY12" fmla="*/ 1869822 h 6858000"/>
                <a:gd name="connsiteX13" fmla="*/ 6221379 w 7350919"/>
                <a:gd name="connsiteY13" fmla="*/ 1859535 h 6858000"/>
                <a:gd name="connsiteX14" fmla="*/ 6471696 w 7350919"/>
                <a:gd name="connsiteY14" fmla="*/ 1853535 h 6858000"/>
                <a:gd name="connsiteX15" fmla="*/ 6471696 w 7350919"/>
                <a:gd name="connsiteY15" fmla="*/ 1816244 h 6858000"/>
                <a:gd name="connsiteX16" fmla="*/ 6493127 w 7350919"/>
                <a:gd name="connsiteY16" fmla="*/ 1808100 h 6858000"/>
                <a:gd name="connsiteX17" fmla="*/ 6495699 w 7350919"/>
                <a:gd name="connsiteY17" fmla="*/ 1786669 h 6858000"/>
                <a:gd name="connsiteX18" fmla="*/ 6482411 w 7350919"/>
                <a:gd name="connsiteY18" fmla="*/ 1775954 h 6858000"/>
                <a:gd name="connsiteX19" fmla="*/ 6490555 w 7350919"/>
                <a:gd name="connsiteY19" fmla="*/ 1765238 h 6858000"/>
                <a:gd name="connsiteX20" fmla="*/ 6482411 w 7350919"/>
                <a:gd name="connsiteY20" fmla="*/ 1749379 h 6858000"/>
                <a:gd name="connsiteX21" fmla="*/ 6492698 w 7350919"/>
                <a:gd name="connsiteY21" fmla="*/ 1741664 h 6858000"/>
                <a:gd name="connsiteX22" fmla="*/ 6481554 w 7350919"/>
                <a:gd name="connsiteY22" fmla="*/ 1713803 h 6858000"/>
                <a:gd name="connsiteX23" fmla="*/ 6445550 w 7350919"/>
                <a:gd name="connsiteY23" fmla="*/ 1725376 h 6858000"/>
                <a:gd name="connsiteX24" fmla="*/ 6394972 w 7350919"/>
                <a:gd name="connsiteY24" fmla="*/ 1725376 h 6858000"/>
                <a:gd name="connsiteX25" fmla="*/ 6427976 w 7350919"/>
                <a:gd name="connsiteY25" fmla="*/ 1625935 h 6858000"/>
                <a:gd name="connsiteX26" fmla="*/ 6448121 w 7350919"/>
                <a:gd name="connsiteY26" fmla="*/ 1624220 h 6858000"/>
                <a:gd name="connsiteX27" fmla="*/ 6485412 w 7350919"/>
                <a:gd name="connsiteY27" fmla="*/ 1673084 h 6858000"/>
                <a:gd name="connsiteX28" fmla="*/ 6517130 w 7350919"/>
                <a:gd name="connsiteY28" fmla="*/ 1626364 h 6858000"/>
                <a:gd name="connsiteX29" fmla="*/ 6546277 w 7350919"/>
                <a:gd name="connsiteY29" fmla="*/ 1628935 h 6858000"/>
                <a:gd name="connsiteX30" fmla="*/ 6580995 w 7350919"/>
                <a:gd name="connsiteY30" fmla="*/ 1640079 h 6858000"/>
                <a:gd name="connsiteX31" fmla="*/ 6567708 w 7350919"/>
                <a:gd name="connsiteY31" fmla="*/ 1648223 h 6858000"/>
                <a:gd name="connsiteX32" fmla="*/ 6571994 w 7350919"/>
                <a:gd name="connsiteY32" fmla="*/ 1754951 h 6858000"/>
                <a:gd name="connsiteX33" fmla="*/ 6547134 w 7350919"/>
                <a:gd name="connsiteY33" fmla="*/ 1772953 h 6858000"/>
                <a:gd name="connsiteX34" fmla="*/ 6574137 w 7350919"/>
                <a:gd name="connsiteY34" fmla="*/ 1781097 h 6858000"/>
                <a:gd name="connsiteX35" fmla="*/ 6562135 w 7350919"/>
                <a:gd name="connsiteY35" fmla="*/ 1787098 h 6858000"/>
                <a:gd name="connsiteX36" fmla="*/ 6559564 w 7350919"/>
                <a:gd name="connsiteY36" fmla="*/ 1808100 h 6858000"/>
                <a:gd name="connsiteX37" fmla="*/ 6578423 w 7350919"/>
                <a:gd name="connsiteY37" fmla="*/ 1824388 h 6858000"/>
                <a:gd name="connsiteX38" fmla="*/ 6575852 w 7350919"/>
                <a:gd name="connsiteY38" fmla="*/ 1858678 h 6858000"/>
                <a:gd name="connsiteX39" fmla="*/ 6637145 w 7350919"/>
                <a:gd name="connsiteY39" fmla="*/ 2135999 h 6858000"/>
                <a:gd name="connsiteX40" fmla="*/ 6637145 w 7350919"/>
                <a:gd name="connsiteY40" fmla="*/ 2184005 h 6858000"/>
                <a:gd name="connsiteX41" fmla="*/ 6600712 w 7350919"/>
                <a:gd name="connsiteY41" fmla="*/ 2211008 h 6858000"/>
                <a:gd name="connsiteX42" fmla="*/ 6570279 w 7350919"/>
                <a:gd name="connsiteY42" fmla="*/ 2226867 h 6858000"/>
                <a:gd name="connsiteX43" fmla="*/ 6562564 w 7350919"/>
                <a:gd name="connsiteY43" fmla="*/ 2309163 h 6858000"/>
                <a:gd name="connsiteX44" fmla="*/ 6546705 w 7350919"/>
                <a:gd name="connsiteY44" fmla="*/ 2314735 h 6858000"/>
                <a:gd name="connsiteX45" fmla="*/ 6520130 w 7350919"/>
                <a:gd name="connsiteY45" fmla="*/ 3374725 h 6858000"/>
                <a:gd name="connsiteX46" fmla="*/ 6543276 w 7350919"/>
                <a:gd name="connsiteY46" fmla="*/ 3383726 h 6858000"/>
                <a:gd name="connsiteX47" fmla="*/ 6546705 w 7350919"/>
                <a:gd name="connsiteY47" fmla="*/ 3425731 h 6858000"/>
                <a:gd name="connsiteX48" fmla="*/ 6606284 w 7350919"/>
                <a:gd name="connsiteY48" fmla="*/ 3443733 h 6858000"/>
                <a:gd name="connsiteX49" fmla="*/ 6602426 w 7350919"/>
                <a:gd name="connsiteY49" fmla="*/ 3527315 h 6858000"/>
                <a:gd name="connsiteX50" fmla="*/ 6546705 w 7350919"/>
                <a:gd name="connsiteY50" fmla="*/ 3538031 h 6858000"/>
                <a:gd name="connsiteX51" fmla="*/ 6538990 w 7350919"/>
                <a:gd name="connsiteY51" fmla="*/ 3628899 h 6858000"/>
                <a:gd name="connsiteX52" fmla="*/ 6525702 w 7350919"/>
                <a:gd name="connsiteY52" fmla="*/ 3651188 h 6858000"/>
                <a:gd name="connsiteX53" fmla="*/ 6509415 w 7350919"/>
                <a:gd name="connsiteY53" fmla="*/ 4358848 h 6858000"/>
                <a:gd name="connsiteX54" fmla="*/ 6577137 w 7350919"/>
                <a:gd name="connsiteY54" fmla="*/ 4404282 h 6858000"/>
                <a:gd name="connsiteX55" fmla="*/ 6754160 w 7350919"/>
                <a:gd name="connsiteY55" fmla="*/ 4888200 h 6858000"/>
                <a:gd name="connsiteX56" fmla="*/ 6762732 w 7350919"/>
                <a:gd name="connsiteY56" fmla="*/ 4934492 h 6858000"/>
                <a:gd name="connsiteX57" fmla="*/ 6935897 w 7350919"/>
                <a:gd name="connsiteY57" fmla="*/ 5429982 h 6858000"/>
                <a:gd name="connsiteX58" fmla="*/ 6977902 w 7350919"/>
                <a:gd name="connsiteY58" fmla="*/ 5495562 h 6858000"/>
                <a:gd name="connsiteX59" fmla="*/ 6970615 w 7350919"/>
                <a:gd name="connsiteY59" fmla="*/ 5502848 h 6858000"/>
                <a:gd name="connsiteX60" fmla="*/ 6974044 w 7350919"/>
                <a:gd name="connsiteY60" fmla="*/ 5513135 h 6858000"/>
                <a:gd name="connsiteX61" fmla="*/ 6969329 w 7350919"/>
                <a:gd name="connsiteY61" fmla="*/ 5518279 h 6858000"/>
                <a:gd name="connsiteX62" fmla="*/ 6976616 w 7350919"/>
                <a:gd name="connsiteY62" fmla="*/ 5530709 h 6858000"/>
                <a:gd name="connsiteX63" fmla="*/ 6986474 w 7350919"/>
                <a:gd name="connsiteY63" fmla="*/ 5552997 h 6858000"/>
                <a:gd name="connsiteX64" fmla="*/ 6986903 w 7350919"/>
                <a:gd name="connsiteY64" fmla="*/ 5590288 h 6858000"/>
                <a:gd name="connsiteX65" fmla="*/ 6863888 w 7350919"/>
                <a:gd name="connsiteY65" fmla="*/ 5559856 h 6858000"/>
                <a:gd name="connsiteX66" fmla="*/ 6857458 w 7350919"/>
                <a:gd name="connsiteY66" fmla="*/ 5545282 h 6858000"/>
                <a:gd name="connsiteX67" fmla="*/ 6860459 w 7350919"/>
                <a:gd name="connsiteY67" fmla="*/ 5529423 h 6858000"/>
                <a:gd name="connsiteX68" fmla="*/ 6867317 w 7350919"/>
                <a:gd name="connsiteY68" fmla="*/ 5522993 h 6858000"/>
                <a:gd name="connsiteX69" fmla="*/ 6882747 w 7350919"/>
                <a:gd name="connsiteY69" fmla="*/ 5469415 h 6858000"/>
                <a:gd name="connsiteX70" fmla="*/ 6717298 w 7350919"/>
                <a:gd name="connsiteY70" fmla="*/ 4963638 h 6858000"/>
                <a:gd name="connsiteX71" fmla="*/ 6690723 w 7350919"/>
                <a:gd name="connsiteY71" fmla="*/ 4971782 h 6858000"/>
                <a:gd name="connsiteX72" fmla="*/ 6853172 w 7350919"/>
                <a:gd name="connsiteY72" fmla="*/ 5733449 h 6858000"/>
                <a:gd name="connsiteX73" fmla="*/ 7205073 w 7350919"/>
                <a:gd name="connsiteY73" fmla="*/ 5975622 h 6858000"/>
                <a:gd name="connsiteX74" fmla="*/ 7350377 w 7350919"/>
                <a:gd name="connsiteY74" fmla="*/ 6108066 h 6858000"/>
                <a:gd name="connsiteX75" fmla="*/ 7184499 w 7350919"/>
                <a:gd name="connsiteY75" fmla="*/ 6113639 h 6858000"/>
                <a:gd name="connsiteX76" fmla="*/ 7176355 w 7350919"/>
                <a:gd name="connsiteY76" fmla="*/ 6105923 h 6858000"/>
                <a:gd name="connsiteX77" fmla="*/ 7181499 w 7350919"/>
                <a:gd name="connsiteY77" fmla="*/ 6100352 h 6858000"/>
                <a:gd name="connsiteX78" fmla="*/ 7163068 w 7350919"/>
                <a:gd name="connsiteY78" fmla="*/ 6090493 h 6858000"/>
                <a:gd name="connsiteX79" fmla="*/ 7168211 w 7350919"/>
                <a:gd name="connsiteY79" fmla="*/ 6081920 h 6858000"/>
                <a:gd name="connsiteX80" fmla="*/ 7148495 w 7350919"/>
                <a:gd name="connsiteY80" fmla="*/ 6031343 h 6858000"/>
                <a:gd name="connsiteX81" fmla="*/ 6877175 w 7350919"/>
                <a:gd name="connsiteY81" fmla="*/ 5842748 h 6858000"/>
                <a:gd name="connsiteX82" fmla="*/ 6893034 w 7350919"/>
                <a:gd name="connsiteY82" fmla="*/ 5940474 h 6858000"/>
                <a:gd name="connsiteX83" fmla="*/ 6930324 w 7350919"/>
                <a:gd name="connsiteY83" fmla="*/ 6009483 h 6858000"/>
                <a:gd name="connsiteX84" fmla="*/ 6920895 w 7350919"/>
                <a:gd name="connsiteY84" fmla="*/ 6021056 h 6858000"/>
                <a:gd name="connsiteX85" fmla="*/ 6934182 w 7350919"/>
                <a:gd name="connsiteY85" fmla="*/ 6036486 h 6858000"/>
                <a:gd name="connsiteX86" fmla="*/ 6925610 w 7350919"/>
                <a:gd name="connsiteY86" fmla="*/ 6046773 h 6858000"/>
                <a:gd name="connsiteX87" fmla="*/ 6936754 w 7350919"/>
                <a:gd name="connsiteY87" fmla="*/ 6058346 h 6858000"/>
                <a:gd name="connsiteX88" fmla="*/ 6929039 w 7350919"/>
                <a:gd name="connsiteY88" fmla="*/ 6063918 h 6858000"/>
                <a:gd name="connsiteX89" fmla="*/ 6946184 w 7350919"/>
                <a:gd name="connsiteY89" fmla="*/ 6085350 h 6858000"/>
                <a:gd name="connsiteX90" fmla="*/ 6953042 w 7350919"/>
                <a:gd name="connsiteY90" fmla="*/ 6119211 h 6858000"/>
                <a:gd name="connsiteX91" fmla="*/ 6874603 w 7350919"/>
                <a:gd name="connsiteY91" fmla="*/ 6140213 h 6858000"/>
                <a:gd name="connsiteX92" fmla="*/ 6820597 w 7350919"/>
                <a:gd name="connsiteY92" fmla="*/ 6057061 h 6858000"/>
                <a:gd name="connsiteX93" fmla="*/ 6824883 w 7350919"/>
                <a:gd name="connsiteY93" fmla="*/ 6033057 h 6858000"/>
                <a:gd name="connsiteX94" fmla="*/ 6824026 w 7350919"/>
                <a:gd name="connsiteY94" fmla="*/ 6009912 h 6858000"/>
                <a:gd name="connsiteX95" fmla="*/ 6831741 w 7350919"/>
                <a:gd name="connsiteY95" fmla="*/ 6004339 h 6858000"/>
                <a:gd name="connsiteX96" fmla="*/ 6817596 w 7350919"/>
                <a:gd name="connsiteY96" fmla="*/ 5988051 h 6858000"/>
                <a:gd name="connsiteX97" fmla="*/ 6847171 w 7350919"/>
                <a:gd name="connsiteY97" fmla="*/ 5940474 h 6858000"/>
                <a:gd name="connsiteX98" fmla="*/ 6831312 w 7350919"/>
                <a:gd name="connsiteY98" fmla="*/ 5813173 h 6858000"/>
                <a:gd name="connsiteX99" fmla="*/ 6626001 w 7350919"/>
                <a:gd name="connsiteY99" fmla="*/ 5696158 h 6858000"/>
                <a:gd name="connsiteX100" fmla="*/ 6617857 w 7350919"/>
                <a:gd name="connsiteY100" fmla="*/ 5765596 h 6858000"/>
                <a:gd name="connsiteX101" fmla="*/ 6343537 w 7350919"/>
                <a:gd name="connsiteY101" fmla="*/ 5811458 h 6858000"/>
                <a:gd name="connsiteX102" fmla="*/ 6034070 w 7350919"/>
                <a:gd name="connsiteY102" fmla="*/ 6029200 h 6858000"/>
                <a:gd name="connsiteX103" fmla="*/ 6031498 w 7350919"/>
                <a:gd name="connsiteY103" fmla="*/ 6050202 h 6858000"/>
                <a:gd name="connsiteX104" fmla="*/ 5947059 w 7350919"/>
                <a:gd name="connsiteY104" fmla="*/ 6060918 h 6858000"/>
                <a:gd name="connsiteX105" fmla="*/ 5872049 w 7350919"/>
                <a:gd name="connsiteY105" fmla="*/ 6084921 h 6858000"/>
                <a:gd name="connsiteX106" fmla="*/ 5846761 w 7350919"/>
                <a:gd name="connsiteY106" fmla="*/ 6112353 h 6858000"/>
                <a:gd name="connsiteX107" fmla="*/ 5839045 w 7350919"/>
                <a:gd name="connsiteY107" fmla="*/ 6098208 h 6858000"/>
                <a:gd name="connsiteX108" fmla="*/ 5818042 w 7350919"/>
                <a:gd name="connsiteY108" fmla="*/ 6111924 h 6858000"/>
                <a:gd name="connsiteX109" fmla="*/ 5800040 w 7350919"/>
                <a:gd name="connsiteY109" fmla="*/ 6101637 h 6858000"/>
                <a:gd name="connsiteX110" fmla="*/ 5767465 w 7350919"/>
                <a:gd name="connsiteY110" fmla="*/ 6047202 h 6858000"/>
                <a:gd name="connsiteX111" fmla="*/ 5645307 w 7350919"/>
                <a:gd name="connsiteY111" fmla="*/ 6640419 h 6858000"/>
                <a:gd name="connsiteX112" fmla="*/ 5663737 w 7350919"/>
                <a:gd name="connsiteY112" fmla="*/ 6723143 h 6858000"/>
                <a:gd name="connsiteX113" fmla="*/ 5654308 w 7350919"/>
                <a:gd name="connsiteY113" fmla="*/ 6752290 h 6858000"/>
                <a:gd name="connsiteX114" fmla="*/ 5648736 w 7350919"/>
                <a:gd name="connsiteY114" fmla="*/ 6759148 h 6858000"/>
                <a:gd name="connsiteX115" fmla="*/ 5654736 w 7350919"/>
                <a:gd name="connsiteY115" fmla="*/ 6774578 h 6858000"/>
                <a:gd name="connsiteX116" fmla="*/ 5655593 w 7350919"/>
                <a:gd name="connsiteY116" fmla="*/ 6802010 h 6858000"/>
                <a:gd name="connsiteX117" fmla="*/ 5640163 w 7350919"/>
                <a:gd name="connsiteY117" fmla="*/ 6859018 h 6858000"/>
                <a:gd name="connsiteX118" fmla="*/ 5639735 w 7350919"/>
                <a:gd name="connsiteY118" fmla="*/ 6860303 h 6858000"/>
                <a:gd name="connsiteX119" fmla="*/ 5635448 w 7350919"/>
                <a:gd name="connsiteY119" fmla="*/ 6860303 h 6858000"/>
                <a:gd name="connsiteX120" fmla="*/ 5551438 w 7350919"/>
                <a:gd name="connsiteY120" fmla="*/ 6775864 h 6858000"/>
                <a:gd name="connsiteX121" fmla="*/ 5566011 w 7350919"/>
                <a:gd name="connsiteY121" fmla="*/ 6767292 h 6858000"/>
                <a:gd name="connsiteX122" fmla="*/ 5560867 w 7350919"/>
                <a:gd name="connsiteY122" fmla="*/ 6751862 h 6858000"/>
                <a:gd name="connsiteX123" fmla="*/ 5571155 w 7350919"/>
                <a:gd name="connsiteY123" fmla="*/ 6745861 h 6858000"/>
                <a:gd name="connsiteX124" fmla="*/ 5566440 w 7350919"/>
                <a:gd name="connsiteY124" fmla="*/ 6728287 h 6858000"/>
                <a:gd name="connsiteX125" fmla="*/ 5578441 w 7350919"/>
                <a:gd name="connsiteY125" fmla="*/ 6721858 h 6858000"/>
                <a:gd name="connsiteX126" fmla="*/ 5573298 w 7350919"/>
                <a:gd name="connsiteY126" fmla="*/ 6699998 h 6858000"/>
                <a:gd name="connsiteX127" fmla="*/ 5613160 w 7350919"/>
                <a:gd name="connsiteY127" fmla="*/ 6635704 h 6858000"/>
                <a:gd name="connsiteX128" fmla="*/ 5738318 w 7350919"/>
                <a:gd name="connsiteY128" fmla="*/ 6034343 h 6858000"/>
                <a:gd name="connsiteX129" fmla="*/ 5714315 w 7350919"/>
                <a:gd name="connsiteY129" fmla="*/ 6023628 h 6858000"/>
                <a:gd name="connsiteX130" fmla="*/ 5716887 w 7350919"/>
                <a:gd name="connsiteY130" fmla="*/ 5983765 h 6858000"/>
                <a:gd name="connsiteX131" fmla="*/ 5533435 w 7350919"/>
                <a:gd name="connsiteY131" fmla="*/ 5792170 h 6858000"/>
                <a:gd name="connsiteX132" fmla="*/ 5411277 w 7350919"/>
                <a:gd name="connsiteY132" fmla="*/ 5783598 h 6858000"/>
                <a:gd name="connsiteX133" fmla="*/ 5320409 w 7350919"/>
                <a:gd name="connsiteY133" fmla="*/ 5850463 h 6858000"/>
                <a:gd name="connsiteX134" fmla="*/ 5333268 w 7350919"/>
                <a:gd name="connsiteY134" fmla="*/ 5669583 h 6858000"/>
                <a:gd name="connsiteX135" fmla="*/ 5280118 w 7350919"/>
                <a:gd name="connsiteY135" fmla="*/ 5565427 h 6858000"/>
                <a:gd name="connsiteX136" fmla="*/ 4758482 w 7350919"/>
                <a:gd name="connsiteY136" fmla="*/ 5876180 h 6858000"/>
                <a:gd name="connsiteX137" fmla="*/ 4686044 w 7350919"/>
                <a:gd name="connsiteY137" fmla="*/ 5994910 h 6858000"/>
                <a:gd name="connsiteX138" fmla="*/ 4691187 w 7350919"/>
                <a:gd name="connsiteY138" fmla="*/ 6042487 h 6858000"/>
                <a:gd name="connsiteX139" fmla="*/ 4709618 w 7350919"/>
                <a:gd name="connsiteY139" fmla="*/ 6042487 h 6858000"/>
                <a:gd name="connsiteX140" fmla="*/ 4722906 w 7350919"/>
                <a:gd name="connsiteY140" fmla="*/ 6127355 h 6858000"/>
                <a:gd name="connsiteX141" fmla="*/ 4758482 w 7350919"/>
                <a:gd name="connsiteY141" fmla="*/ 6151787 h 6858000"/>
                <a:gd name="connsiteX142" fmla="*/ 4770912 w 7350919"/>
                <a:gd name="connsiteY142" fmla="*/ 6146643 h 6858000"/>
                <a:gd name="connsiteX143" fmla="*/ 4817203 w 7350919"/>
                <a:gd name="connsiteY143" fmla="*/ 6254228 h 6858000"/>
                <a:gd name="connsiteX144" fmla="*/ 4768340 w 7350919"/>
                <a:gd name="connsiteY144" fmla="*/ 6189505 h 6858000"/>
                <a:gd name="connsiteX145" fmla="*/ 4701474 w 7350919"/>
                <a:gd name="connsiteY145" fmla="*/ 6229368 h 6858000"/>
                <a:gd name="connsiteX146" fmla="*/ 4712190 w 7350919"/>
                <a:gd name="connsiteY146" fmla="*/ 6316807 h 6858000"/>
                <a:gd name="connsiteX147" fmla="*/ 4727192 w 7350919"/>
                <a:gd name="connsiteY147" fmla="*/ 6318522 h 6858000"/>
                <a:gd name="connsiteX148" fmla="*/ 4786771 w 7350919"/>
                <a:gd name="connsiteY148" fmla="*/ 6612987 h 6858000"/>
                <a:gd name="connsiteX149" fmla="*/ 4648325 w 7350919"/>
                <a:gd name="connsiteY149" fmla="*/ 6327951 h 6858000"/>
                <a:gd name="connsiteX150" fmla="*/ 4661612 w 7350919"/>
                <a:gd name="connsiteY150" fmla="*/ 6325380 h 6858000"/>
                <a:gd name="connsiteX151" fmla="*/ 4645753 w 7350919"/>
                <a:gd name="connsiteY151" fmla="*/ 6237512 h 6858000"/>
                <a:gd name="connsiteX152" fmla="*/ 4616607 w 7350919"/>
                <a:gd name="connsiteY152" fmla="*/ 6234940 h 6858000"/>
                <a:gd name="connsiteX153" fmla="*/ 4590032 w 7350919"/>
                <a:gd name="connsiteY153" fmla="*/ 6064347 h 6858000"/>
                <a:gd name="connsiteX154" fmla="*/ 4605891 w 7350919"/>
                <a:gd name="connsiteY154" fmla="*/ 6053631 h 6858000"/>
                <a:gd name="connsiteX155" fmla="*/ 4555313 w 7350919"/>
                <a:gd name="connsiteY155" fmla="*/ 5712874 h 6858000"/>
                <a:gd name="connsiteX156" fmla="*/ 4542026 w 7350919"/>
                <a:gd name="connsiteY156" fmla="*/ 5704730 h 6858000"/>
                <a:gd name="connsiteX157" fmla="*/ 4533882 w 7350919"/>
                <a:gd name="connsiteY157" fmla="*/ 5640865 h 6858000"/>
                <a:gd name="connsiteX158" fmla="*/ 4509879 w 7350919"/>
                <a:gd name="connsiteY158" fmla="*/ 5664869 h 6858000"/>
                <a:gd name="connsiteX159" fmla="*/ 4483304 w 7350919"/>
                <a:gd name="connsiteY159" fmla="*/ 5649009 h 6858000"/>
                <a:gd name="connsiteX160" fmla="*/ 4256990 w 7350919"/>
                <a:gd name="connsiteY160" fmla="*/ 5966192 h 6858000"/>
                <a:gd name="connsiteX161" fmla="*/ 4262134 w 7350919"/>
                <a:gd name="connsiteY161" fmla="*/ 5976907 h 6858000"/>
                <a:gd name="connsiteX162" fmla="*/ 4101828 w 7350919"/>
                <a:gd name="connsiteY162" fmla="*/ 6086635 h 6858000"/>
                <a:gd name="connsiteX163" fmla="*/ 3509040 w 7350919"/>
                <a:gd name="connsiteY163" fmla="*/ 6443252 h 6858000"/>
                <a:gd name="connsiteX164" fmla="*/ 3360735 w 7350919"/>
                <a:gd name="connsiteY164" fmla="*/ 6470255 h 6858000"/>
                <a:gd name="connsiteX165" fmla="*/ 2684793 w 7350919"/>
                <a:gd name="connsiteY165" fmla="*/ 6408962 h 6858000"/>
                <a:gd name="connsiteX166" fmla="*/ 2674078 w 7350919"/>
                <a:gd name="connsiteY166" fmla="*/ 6424820 h 6858000"/>
                <a:gd name="connsiteX167" fmla="*/ 2599497 w 7350919"/>
                <a:gd name="connsiteY167" fmla="*/ 6424820 h 6858000"/>
                <a:gd name="connsiteX168" fmla="*/ 2540775 w 7350919"/>
                <a:gd name="connsiteY168" fmla="*/ 6363527 h 6858000"/>
                <a:gd name="connsiteX169" fmla="*/ 2540775 w 7350919"/>
                <a:gd name="connsiteY169" fmla="*/ 6339524 h 6858000"/>
                <a:gd name="connsiteX170" fmla="*/ 2018710 w 7350919"/>
                <a:gd name="connsiteY170" fmla="*/ 5899755 h 6858000"/>
                <a:gd name="connsiteX171" fmla="*/ 1999851 w 7350919"/>
                <a:gd name="connsiteY171" fmla="*/ 5910470 h 6858000"/>
                <a:gd name="connsiteX172" fmla="*/ 1938557 w 7350919"/>
                <a:gd name="connsiteY172" fmla="*/ 5782741 h 6858000"/>
                <a:gd name="connsiteX173" fmla="*/ 1855833 w 7350919"/>
                <a:gd name="connsiteY173" fmla="*/ 5622863 h 6858000"/>
                <a:gd name="connsiteX174" fmla="*/ 1783824 w 7350919"/>
                <a:gd name="connsiteY174" fmla="*/ 5859893 h 6858000"/>
                <a:gd name="connsiteX175" fmla="*/ 1799683 w 7350919"/>
                <a:gd name="connsiteY175" fmla="*/ 5862893 h 6858000"/>
                <a:gd name="connsiteX176" fmla="*/ 1764964 w 7350919"/>
                <a:gd name="connsiteY176" fmla="*/ 6025342 h 6858000"/>
                <a:gd name="connsiteX177" fmla="*/ 1719530 w 7350919"/>
                <a:gd name="connsiteY177" fmla="*/ 6025342 h 6858000"/>
                <a:gd name="connsiteX178" fmla="*/ 1695955 w 7350919"/>
                <a:gd name="connsiteY178" fmla="*/ 6104638 h 6858000"/>
                <a:gd name="connsiteX179" fmla="*/ 1525791 w 7350919"/>
                <a:gd name="connsiteY179" fmla="*/ 6347239 h 6858000"/>
                <a:gd name="connsiteX180" fmla="*/ 1517647 w 7350919"/>
                <a:gd name="connsiteY180" fmla="*/ 6318950 h 6858000"/>
                <a:gd name="connsiteX181" fmla="*/ 1644949 w 7350919"/>
                <a:gd name="connsiteY181" fmla="*/ 6086207 h 6858000"/>
                <a:gd name="connsiteX182" fmla="*/ 1666380 w 7350919"/>
                <a:gd name="connsiteY182" fmla="*/ 6009054 h 6858000"/>
                <a:gd name="connsiteX183" fmla="*/ 1562653 w 7350919"/>
                <a:gd name="connsiteY183" fmla="*/ 5918614 h 6858000"/>
                <a:gd name="connsiteX184" fmla="*/ 1567797 w 7350919"/>
                <a:gd name="connsiteY184" fmla="*/ 5907899 h 6858000"/>
                <a:gd name="connsiteX185" fmla="*/ 1644949 w 7350919"/>
                <a:gd name="connsiteY185" fmla="*/ 5929330 h 6858000"/>
                <a:gd name="connsiteX186" fmla="*/ 1687383 w 7350919"/>
                <a:gd name="connsiteY186" fmla="*/ 5833318 h 6858000"/>
                <a:gd name="connsiteX187" fmla="*/ 1706242 w 7350919"/>
                <a:gd name="connsiteY187" fmla="*/ 5830746 h 6858000"/>
                <a:gd name="connsiteX188" fmla="*/ 1773108 w 7350919"/>
                <a:gd name="connsiteY188" fmla="*/ 5601432 h 6858000"/>
                <a:gd name="connsiteX189" fmla="*/ 1471785 w 7350919"/>
                <a:gd name="connsiteY189" fmla="*/ 5772025 h 6858000"/>
                <a:gd name="connsiteX190" fmla="*/ 1469213 w 7350919"/>
                <a:gd name="connsiteY190" fmla="*/ 5793456 h 6858000"/>
                <a:gd name="connsiteX191" fmla="*/ 1287905 w 7350919"/>
                <a:gd name="connsiteY191" fmla="*/ 5809744 h 6858000"/>
                <a:gd name="connsiteX192" fmla="*/ 1224039 w 7350919"/>
                <a:gd name="connsiteY192" fmla="*/ 5836747 h 6858000"/>
                <a:gd name="connsiteX193" fmla="*/ 1224039 w 7350919"/>
                <a:gd name="connsiteY193" fmla="*/ 5820031 h 6858000"/>
                <a:gd name="connsiteX194" fmla="*/ 1208180 w 7350919"/>
                <a:gd name="connsiteY194" fmla="*/ 5828175 h 6858000"/>
                <a:gd name="connsiteX195" fmla="*/ 1194893 w 7350919"/>
                <a:gd name="connsiteY195" fmla="*/ 5823031 h 6858000"/>
                <a:gd name="connsiteX196" fmla="*/ 1192321 w 7350919"/>
                <a:gd name="connsiteY196" fmla="*/ 5801600 h 6858000"/>
                <a:gd name="connsiteX197" fmla="*/ 963007 w 7350919"/>
                <a:gd name="connsiteY197" fmla="*/ 5692300 h 6858000"/>
                <a:gd name="connsiteX198" fmla="*/ 614106 w 7350919"/>
                <a:gd name="connsiteY198" fmla="*/ 6326237 h 6858000"/>
                <a:gd name="connsiteX199" fmla="*/ 615820 w 7350919"/>
                <a:gd name="connsiteY199" fmla="*/ 6410247 h 6858000"/>
                <a:gd name="connsiteX200" fmla="*/ 615820 w 7350919"/>
                <a:gd name="connsiteY200" fmla="*/ 6431250 h 6858000"/>
                <a:gd name="connsiteX201" fmla="*/ 552812 w 7350919"/>
                <a:gd name="connsiteY201" fmla="*/ 6504974 h 6858000"/>
                <a:gd name="connsiteX202" fmla="*/ 463658 w 7350919"/>
                <a:gd name="connsiteY202" fmla="*/ 6454396 h 6858000"/>
                <a:gd name="connsiteX203" fmla="*/ 475660 w 7350919"/>
                <a:gd name="connsiteY203" fmla="*/ 6417963 h 6858000"/>
                <a:gd name="connsiteX204" fmla="*/ 495377 w 7350919"/>
                <a:gd name="connsiteY204" fmla="*/ 6391817 h 6858000"/>
                <a:gd name="connsiteX205" fmla="*/ 504806 w 7350919"/>
                <a:gd name="connsiteY205" fmla="*/ 6384959 h 6858000"/>
                <a:gd name="connsiteX206" fmla="*/ 503521 w 7350919"/>
                <a:gd name="connsiteY206" fmla="*/ 6370385 h 6858000"/>
                <a:gd name="connsiteX207" fmla="*/ 508235 w 7350919"/>
                <a:gd name="connsiteY207" fmla="*/ 6344668 h 6858000"/>
                <a:gd name="connsiteX208" fmla="*/ 574672 w 7350919"/>
                <a:gd name="connsiteY208" fmla="*/ 6288947 h 6858000"/>
                <a:gd name="connsiteX209" fmla="*/ 920573 w 7350919"/>
                <a:gd name="connsiteY209" fmla="*/ 5655439 h 6858000"/>
                <a:gd name="connsiteX210" fmla="*/ 936432 w 7350919"/>
                <a:gd name="connsiteY210" fmla="*/ 5599289 h 6858000"/>
                <a:gd name="connsiteX211" fmla="*/ 950148 w 7350919"/>
                <a:gd name="connsiteY211" fmla="*/ 5604861 h 6858000"/>
                <a:gd name="connsiteX212" fmla="*/ 1048732 w 7350919"/>
                <a:gd name="connsiteY212" fmla="*/ 5429125 h 6858000"/>
                <a:gd name="connsiteX213" fmla="*/ 921001 w 7350919"/>
                <a:gd name="connsiteY213" fmla="*/ 5287679 h 6858000"/>
                <a:gd name="connsiteX214" fmla="*/ 618821 w 7350919"/>
                <a:gd name="connsiteY214" fmla="*/ 5523422 h 6858000"/>
                <a:gd name="connsiteX215" fmla="*/ 617535 w 7350919"/>
                <a:gd name="connsiteY215" fmla="*/ 5556426 h 6858000"/>
                <a:gd name="connsiteX216" fmla="*/ 617106 w 7350919"/>
                <a:gd name="connsiteY216" fmla="*/ 5580429 h 6858000"/>
                <a:gd name="connsiteX217" fmla="*/ 605533 w 7350919"/>
                <a:gd name="connsiteY217" fmla="*/ 5634436 h 6858000"/>
                <a:gd name="connsiteX218" fmla="*/ 523666 w 7350919"/>
                <a:gd name="connsiteY218" fmla="*/ 5648152 h 6858000"/>
                <a:gd name="connsiteX219" fmla="*/ 477374 w 7350919"/>
                <a:gd name="connsiteY219" fmla="*/ 5585144 h 6858000"/>
                <a:gd name="connsiteX220" fmla="*/ 1236041 w 7350919"/>
                <a:gd name="connsiteY220" fmla="*/ 5044648 h 6858000"/>
                <a:gd name="connsiteX221" fmla="*/ 1230469 w 7350919"/>
                <a:gd name="connsiteY221" fmla="*/ 4280410 h 6858000"/>
                <a:gd name="connsiteX222" fmla="*/ 961292 w 7350919"/>
                <a:gd name="connsiteY222" fmla="*/ 4146678 h 6858000"/>
                <a:gd name="connsiteX223" fmla="*/ 797986 w 7350919"/>
                <a:gd name="connsiteY223" fmla="*/ 5041219 h 6858000"/>
                <a:gd name="connsiteX224" fmla="*/ 761553 w 7350919"/>
                <a:gd name="connsiteY224" fmla="*/ 5082367 h 6858000"/>
                <a:gd name="connsiteX225" fmla="*/ 705832 w 7350919"/>
                <a:gd name="connsiteY225" fmla="*/ 5311682 h 6858000"/>
                <a:gd name="connsiteX226" fmla="*/ 626107 w 7350919"/>
                <a:gd name="connsiteY226" fmla="*/ 5301823 h 6858000"/>
                <a:gd name="connsiteX227" fmla="*/ 652682 w 7350919"/>
                <a:gd name="connsiteY227" fmla="*/ 5216098 h 6858000"/>
                <a:gd name="connsiteX228" fmla="*/ 665970 w 7350919"/>
                <a:gd name="connsiteY228" fmla="*/ 5207954 h 6858000"/>
                <a:gd name="connsiteX229" fmla="*/ 672827 w 7350919"/>
                <a:gd name="connsiteY229" fmla="*/ 5158662 h 6858000"/>
                <a:gd name="connsiteX230" fmla="*/ 713118 w 7350919"/>
                <a:gd name="connsiteY230" fmla="*/ 5087510 h 6858000"/>
                <a:gd name="connsiteX231" fmla="*/ 768411 w 7350919"/>
                <a:gd name="connsiteY231" fmla="*/ 5023217 h 6858000"/>
                <a:gd name="connsiteX232" fmla="*/ 934717 w 7350919"/>
                <a:gd name="connsiteY232" fmla="*/ 4070383 h 6858000"/>
                <a:gd name="connsiteX233" fmla="*/ 889283 w 7350919"/>
                <a:gd name="connsiteY233" fmla="*/ 3948654 h 6858000"/>
                <a:gd name="connsiteX234" fmla="*/ 899999 w 7350919"/>
                <a:gd name="connsiteY234" fmla="*/ 3880931 h 6858000"/>
                <a:gd name="connsiteX235" fmla="*/ 899999 w 7350919"/>
                <a:gd name="connsiteY235" fmla="*/ 3843212 h 6858000"/>
                <a:gd name="connsiteX236" fmla="*/ 861851 w 7350919"/>
                <a:gd name="connsiteY236" fmla="*/ 3862072 h 6858000"/>
                <a:gd name="connsiteX237" fmla="*/ 817274 w 7350919"/>
                <a:gd name="connsiteY237" fmla="*/ 3853928 h 6858000"/>
                <a:gd name="connsiteX238" fmla="*/ 833562 w 7350919"/>
                <a:gd name="connsiteY238" fmla="*/ 3757916 h 6858000"/>
                <a:gd name="connsiteX239" fmla="*/ 878996 w 7350919"/>
                <a:gd name="connsiteY239" fmla="*/ 3763488 h 6858000"/>
                <a:gd name="connsiteX240" fmla="*/ 878996 w 7350919"/>
                <a:gd name="connsiteY240" fmla="*/ 3790920 h 6858000"/>
                <a:gd name="connsiteX241" fmla="*/ 966864 w 7350919"/>
                <a:gd name="connsiteY241" fmla="*/ 3065686 h 6858000"/>
                <a:gd name="connsiteX242" fmla="*/ 924002 w 7350919"/>
                <a:gd name="connsiteY242" fmla="*/ 3063114 h 6858000"/>
                <a:gd name="connsiteX243" fmla="*/ 923573 w 7350919"/>
                <a:gd name="connsiteY243" fmla="*/ 2967103 h 6858000"/>
                <a:gd name="connsiteX244" fmla="*/ 966436 w 7350919"/>
                <a:gd name="connsiteY244" fmla="*/ 2967103 h 6858000"/>
                <a:gd name="connsiteX245" fmla="*/ 971579 w 7350919"/>
                <a:gd name="connsiteY245" fmla="*/ 2817941 h 6858000"/>
                <a:gd name="connsiteX246" fmla="*/ 982295 w 7350919"/>
                <a:gd name="connsiteY246" fmla="*/ 2809797 h 6858000"/>
                <a:gd name="connsiteX247" fmla="*/ 968579 w 7350919"/>
                <a:gd name="connsiteY247" fmla="*/ 2729216 h 6858000"/>
                <a:gd name="connsiteX248" fmla="*/ 984009 w 7350919"/>
                <a:gd name="connsiteY248" fmla="*/ 2671351 h 6858000"/>
                <a:gd name="connsiteX249" fmla="*/ 1009298 w 7350919"/>
                <a:gd name="connsiteY249" fmla="*/ 2655063 h 6858000"/>
                <a:gd name="connsiteX250" fmla="*/ 1022157 w 7350919"/>
                <a:gd name="connsiteY250" fmla="*/ 2644777 h 6858000"/>
                <a:gd name="connsiteX251" fmla="*/ 1248471 w 7350919"/>
                <a:gd name="connsiteY251" fmla="*/ 2532905 h 6858000"/>
                <a:gd name="connsiteX252" fmla="*/ 1173890 w 7350919"/>
                <a:gd name="connsiteY252" fmla="*/ 1688943 h 6858000"/>
                <a:gd name="connsiteX253" fmla="*/ 1112168 w 7350919"/>
                <a:gd name="connsiteY253" fmla="*/ 1544067 h 6858000"/>
                <a:gd name="connsiteX254" fmla="*/ 859279 w 7350919"/>
                <a:gd name="connsiteY254" fmla="*/ 1208025 h 6858000"/>
                <a:gd name="connsiteX255" fmla="*/ 826275 w 7350919"/>
                <a:gd name="connsiteY255" fmla="*/ 1171592 h 6858000"/>
                <a:gd name="connsiteX256" fmla="*/ 900856 w 7350919"/>
                <a:gd name="connsiteY256" fmla="*/ 1140731 h 6858000"/>
                <a:gd name="connsiteX257" fmla="*/ 915429 w 7350919"/>
                <a:gd name="connsiteY257" fmla="*/ 1130873 h 6858000"/>
                <a:gd name="connsiteX258" fmla="*/ 423796 w 7350919"/>
                <a:gd name="connsiteY258" fmla="*/ 846695 h 6858000"/>
                <a:gd name="connsiteX259" fmla="*/ 1877692 w 7350919"/>
                <a:gd name="connsiteY259" fmla="*/ 916560 h 6858000"/>
                <a:gd name="connsiteX260" fmla="*/ 1047874 w 7350919"/>
                <a:gd name="connsiteY260" fmla="*/ 1157448 h 6858000"/>
                <a:gd name="connsiteX261" fmla="*/ 1061162 w 7350919"/>
                <a:gd name="connsiteY261" fmla="*/ 1199882 h 6858000"/>
                <a:gd name="connsiteX262" fmla="*/ 1039731 w 7350919"/>
                <a:gd name="connsiteY262" fmla="*/ 1215741 h 6858000"/>
                <a:gd name="connsiteX263" fmla="*/ 1173033 w 7350919"/>
                <a:gd name="connsiteY263" fmla="*/ 1511063 h 6858000"/>
                <a:gd name="connsiteX264" fmla="*/ 1365057 w 7350919"/>
                <a:gd name="connsiteY264" fmla="*/ 1567213 h 6858000"/>
                <a:gd name="connsiteX265" fmla="*/ 1388631 w 7350919"/>
                <a:gd name="connsiteY265" fmla="*/ 1564642 h 6858000"/>
                <a:gd name="connsiteX266" fmla="*/ 1415206 w 7350919"/>
                <a:gd name="connsiteY266" fmla="*/ 1484917 h 6858000"/>
                <a:gd name="connsiteX267" fmla="*/ 1441781 w 7350919"/>
                <a:gd name="connsiteY267" fmla="*/ 1490061 h 6858000"/>
                <a:gd name="connsiteX268" fmla="*/ 1439209 w 7350919"/>
                <a:gd name="connsiteY268" fmla="*/ 1697944 h 6858000"/>
                <a:gd name="connsiteX269" fmla="*/ 1420350 w 7350919"/>
                <a:gd name="connsiteY269" fmla="*/ 1689800 h 6858000"/>
                <a:gd name="connsiteX270" fmla="*/ 1391203 w 7350919"/>
                <a:gd name="connsiteY270" fmla="*/ 1623363 h 6858000"/>
                <a:gd name="connsiteX271" fmla="*/ 1364628 w 7350919"/>
                <a:gd name="connsiteY271" fmla="*/ 1625935 h 6858000"/>
                <a:gd name="connsiteX272" fmla="*/ 1337625 w 7350919"/>
                <a:gd name="connsiteY272" fmla="*/ 1685514 h 6858000"/>
                <a:gd name="connsiteX273" fmla="*/ 1335053 w 7350919"/>
                <a:gd name="connsiteY273" fmla="*/ 1801671 h 6858000"/>
                <a:gd name="connsiteX274" fmla="*/ 1316622 w 7350919"/>
                <a:gd name="connsiteY274" fmla="*/ 1812387 h 6858000"/>
                <a:gd name="connsiteX275" fmla="*/ 1496645 w 7350919"/>
                <a:gd name="connsiteY275" fmla="*/ 2250442 h 6858000"/>
                <a:gd name="connsiteX276" fmla="*/ 1420350 w 7350919"/>
                <a:gd name="connsiteY276" fmla="*/ 2286875 h 6858000"/>
                <a:gd name="connsiteX277" fmla="*/ 1319194 w 7350919"/>
                <a:gd name="connsiteY277" fmla="*/ 2045130 h 6858000"/>
                <a:gd name="connsiteX278" fmla="*/ 1313622 w 7350919"/>
                <a:gd name="connsiteY278" fmla="*/ 2526047 h 6858000"/>
                <a:gd name="connsiteX279" fmla="*/ 1483786 w 7350919"/>
                <a:gd name="connsiteY279" fmla="*/ 2518332 h 6858000"/>
                <a:gd name="connsiteX280" fmla="*/ 1582370 w 7350919"/>
                <a:gd name="connsiteY280" fmla="*/ 2235440 h 6858000"/>
                <a:gd name="connsiteX281" fmla="*/ 1718673 w 7350919"/>
                <a:gd name="connsiteY281" fmla="*/ 2251727 h 6858000"/>
                <a:gd name="connsiteX282" fmla="*/ 1763678 w 7350919"/>
                <a:gd name="connsiteY282" fmla="*/ 2193006 h 6858000"/>
                <a:gd name="connsiteX283" fmla="*/ 1809541 w 7350919"/>
                <a:gd name="connsiteY283" fmla="*/ 2270587 h 6858000"/>
                <a:gd name="connsiteX284" fmla="*/ 1897409 w 7350919"/>
                <a:gd name="connsiteY284" fmla="*/ 2273159 h 6858000"/>
                <a:gd name="connsiteX285" fmla="*/ 1916269 w 7350919"/>
                <a:gd name="connsiteY285" fmla="*/ 2235011 h 6858000"/>
                <a:gd name="connsiteX286" fmla="*/ 1899124 w 7350919"/>
                <a:gd name="connsiteY286" fmla="*/ 2187434 h 6858000"/>
                <a:gd name="connsiteX287" fmla="*/ 1999422 w 7350919"/>
                <a:gd name="connsiteY287" fmla="*/ 2169860 h 6858000"/>
                <a:gd name="connsiteX288" fmla="*/ 1960846 w 7350919"/>
                <a:gd name="connsiteY288" fmla="*/ 2249156 h 6858000"/>
                <a:gd name="connsiteX289" fmla="*/ 2033712 w 7350919"/>
                <a:gd name="connsiteY289" fmla="*/ 2252156 h 6858000"/>
                <a:gd name="connsiteX290" fmla="*/ 2073574 w 7350919"/>
                <a:gd name="connsiteY290" fmla="*/ 2200292 h 6858000"/>
                <a:gd name="connsiteX291" fmla="*/ 2131439 w 7350919"/>
                <a:gd name="connsiteY291" fmla="*/ 1972692 h 6858000"/>
                <a:gd name="connsiteX292" fmla="*/ 2144297 w 7350919"/>
                <a:gd name="connsiteY292" fmla="*/ 1921257 h 6858000"/>
                <a:gd name="connsiteX293" fmla="*/ 2166157 w 7350919"/>
                <a:gd name="connsiteY293" fmla="*/ 1894254 h 6858000"/>
                <a:gd name="connsiteX294" fmla="*/ 2274599 w 7350919"/>
                <a:gd name="connsiteY294" fmla="*/ 1836818 h 6858000"/>
                <a:gd name="connsiteX295" fmla="*/ 2304603 w 7350919"/>
                <a:gd name="connsiteY295" fmla="*/ 1812387 h 6858000"/>
                <a:gd name="connsiteX296" fmla="*/ 3040124 w 7350919"/>
                <a:gd name="connsiteY296" fmla="*/ 1766524 h 6858000"/>
                <a:gd name="connsiteX297" fmla="*/ 3200858 w 7350919"/>
                <a:gd name="connsiteY297" fmla="*/ 1803814 h 6858000"/>
                <a:gd name="connsiteX298" fmla="*/ 3475178 w 7350919"/>
                <a:gd name="connsiteY298" fmla="*/ 1901969 h 6858000"/>
                <a:gd name="connsiteX299" fmla="*/ 3618339 w 7350919"/>
                <a:gd name="connsiteY299" fmla="*/ 1996267 h 6858000"/>
                <a:gd name="connsiteX300" fmla="*/ 3674060 w 7350919"/>
                <a:gd name="connsiteY300" fmla="*/ 2172432 h 6858000"/>
                <a:gd name="connsiteX301" fmla="*/ 3660773 w 7350919"/>
                <a:gd name="connsiteY301" fmla="*/ 2332309 h 6858000"/>
                <a:gd name="connsiteX302" fmla="*/ 3642342 w 7350919"/>
                <a:gd name="connsiteY302" fmla="*/ 2329737 h 6858000"/>
                <a:gd name="connsiteX303" fmla="*/ 3626483 w 7350919"/>
                <a:gd name="connsiteY303" fmla="*/ 2406890 h 6858000"/>
                <a:gd name="connsiteX304" fmla="*/ 3637198 w 7350919"/>
                <a:gd name="connsiteY304" fmla="*/ 2420177 h 6858000"/>
                <a:gd name="connsiteX305" fmla="*/ 3615767 w 7350919"/>
                <a:gd name="connsiteY305" fmla="*/ 2529476 h 6858000"/>
                <a:gd name="connsiteX306" fmla="*/ 3668488 w 7350919"/>
                <a:gd name="connsiteY306" fmla="*/ 2545764 h 6858000"/>
                <a:gd name="connsiteX307" fmla="*/ 3639770 w 7350919"/>
                <a:gd name="connsiteY307" fmla="*/ 2649491 h 6858000"/>
                <a:gd name="connsiteX308" fmla="*/ 3596908 w 7350919"/>
                <a:gd name="connsiteY308" fmla="*/ 2638776 h 6858000"/>
                <a:gd name="connsiteX309" fmla="*/ 3546330 w 7350919"/>
                <a:gd name="connsiteY309" fmla="*/ 2931527 h 6858000"/>
                <a:gd name="connsiteX310" fmla="*/ 3555331 w 7350919"/>
                <a:gd name="connsiteY310" fmla="*/ 2958530 h 6858000"/>
                <a:gd name="connsiteX311" fmla="*/ 3541186 w 7350919"/>
                <a:gd name="connsiteY311" fmla="*/ 2982962 h 6858000"/>
                <a:gd name="connsiteX312" fmla="*/ 3546330 w 7350919"/>
                <a:gd name="connsiteY312" fmla="*/ 3028396 h 6858000"/>
                <a:gd name="connsiteX313" fmla="*/ 3530471 w 7350919"/>
                <a:gd name="connsiteY313" fmla="*/ 3052828 h 6858000"/>
                <a:gd name="connsiteX314" fmla="*/ 3512897 w 7350919"/>
                <a:gd name="connsiteY314" fmla="*/ 3112406 h 6858000"/>
                <a:gd name="connsiteX315" fmla="*/ 3501753 w 7350919"/>
                <a:gd name="connsiteY315" fmla="*/ 3143696 h 6858000"/>
                <a:gd name="connsiteX316" fmla="*/ 3484179 w 7350919"/>
                <a:gd name="connsiteY316" fmla="*/ 3143696 h 6858000"/>
                <a:gd name="connsiteX317" fmla="*/ 2920537 w 7350919"/>
                <a:gd name="connsiteY317" fmla="*/ 3193845 h 6858000"/>
                <a:gd name="connsiteX318" fmla="*/ 2544633 w 7350919"/>
                <a:gd name="connsiteY318" fmla="*/ 3113692 h 6858000"/>
                <a:gd name="connsiteX319" fmla="*/ 2515058 w 7350919"/>
                <a:gd name="connsiteY319" fmla="*/ 3848356 h 6858000"/>
                <a:gd name="connsiteX320" fmla="*/ 2653933 w 7350919"/>
                <a:gd name="connsiteY320" fmla="*/ 3774203 h 6858000"/>
                <a:gd name="connsiteX321" fmla="*/ 3042695 w 7350919"/>
                <a:gd name="connsiteY321" fmla="*/ 3500312 h 6858000"/>
                <a:gd name="connsiteX322" fmla="*/ 3034552 w 7350919"/>
                <a:gd name="connsiteY322" fmla="*/ 3468165 h 6858000"/>
                <a:gd name="connsiteX323" fmla="*/ 3139136 w 7350919"/>
                <a:gd name="connsiteY323" fmla="*/ 3443733 h 6858000"/>
                <a:gd name="connsiteX324" fmla="*/ 3148137 w 7350919"/>
                <a:gd name="connsiteY324" fmla="*/ 3439019 h 6858000"/>
                <a:gd name="connsiteX325" fmla="*/ 3207287 w 7350919"/>
                <a:gd name="connsiteY325" fmla="*/ 3395728 h 6858000"/>
                <a:gd name="connsiteX326" fmla="*/ 3315301 w 7350919"/>
                <a:gd name="connsiteY326" fmla="*/ 3406443 h 6858000"/>
                <a:gd name="connsiteX327" fmla="*/ 3966811 w 7350919"/>
                <a:gd name="connsiteY327" fmla="*/ 3448877 h 6858000"/>
                <a:gd name="connsiteX328" fmla="*/ 4095827 w 7350919"/>
                <a:gd name="connsiteY328" fmla="*/ 3508027 h 6858000"/>
                <a:gd name="connsiteX329" fmla="*/ 4590460 w 7350919"/>
                <a:gd name="connsiteY329" fmla="*/ 3914792 h 6858000"/>
                <a:gd name="connsiteX330" fmla="*/ 4679615 w 7350919"/>
                <a:gd name="connsiteY330" fmla="*/ 3955083 h 6858000"/>
                <a:gd name="connsiteX331" fmla="*/ 4683044 w 7350919"/>
                <a:gd name="connsiteY331" fmla="*/ 3992802 h 6858000"/>
                <a:gd name="connsiteX332" fmla="*/ 4684758 w 7350919"/>
                <a:gd name="connsiteY332" fmla="*/ 4022806 h 6858000"/>
                <a:gd name="connsiteX333" fmla="*/ 4665899 w 7350919"/>
                <a:gd name="connsiteY333" fmla="*/ 4039094 h 6858000"/>
                <a:gd name="connsiteX334" fmla="*/ 4838634 w 7350919"/>
                <a:gd name="connsiteY334" fmla="*/ 4661886 h 6858000"/>
                <a:gd name="connsiteX335" fmla="*/ 4862637 w 7350919"/>
                <a:gd name="connsiteY335" fmla="*/ 4661886 h 6858000"/>
                <a:gd name="connsiteX336" fmla="*/ 4825347 w 7350919"/>
                <a:gd name="connsiteY336" fmla="*/ 4817048 h 6858000"/>
                <a:gd name="connsiteX337" fmla="*/ 4702760 w 7350919"/>
                <a:gd name="connsiteY337" fmla="*/ 5234958 h 6858000"/>
                <a:gd name="connsiteX338" fmla="*/ 4962936 w 7350919"/>
                <a:gd name="connsiteY338" fmla="*/ 5102084 h 6858000"/>
                <a:gd name="connsiteX339" fmla="*/ 4963793 w 7350919"/>
                <a:gd name="connsiteY339" fmla="*/ 5069937 h 6858000"/>
                <a:gd name="connsiteX340" fmla="*/ 4998940 w 7350919"/>
                <a:gd name="connsiteY340" fmla="*/ 5093511 h 6858000"/>
                <a:gd name="connsiteX341" fmla="*/ 5128814 w 7350919"/>
                <a:gd name="connsiteY341" fmla="*/ 5053649 h 6858000"/>
                <a:gd name="connsiteX342" fmla="*/ 5144673 w 7350919"/>
                <a:gd name="connsiteY342" fmla="*/ 4660172 h 6858000"/>
                <a:gd name="connsiteX343" fmla="*/ 5104810 w 7350919"/>
                <a:gd name="connsiteY343" fmla="*/ 4498580 h 6858000"/>
                <a:gd name="connsiteX344" fmla="*/ 4991225 w 7350919"/>
                <a:gd name="connsiteY344" fmla="*/ 4444573 h 6858000"/>
                <a:gd name="connsiteX345" fmla="*/ 5090666 w 7350919"/>
                <a:gd name="connsiteY345" fmla="*/ 4457003 h 6858000"/>
                <a:gd name="connsiteX346" fmla="*/ 5163532 w 7350919"/>
                <a:gd name="connsiteY346" fmla="*/ 4430000 h 6858000"/>
                <a:gd name="connsiteX347" fmla="*/ 5174248 w 7350919"/>
                <a:gd name="connsiteY347" fmla="*/ 3985087 h 6858000"/>
                <a:gd name="connsiteX348" fmla="*/ 5115526 w 7350919"/>
                <a:gd name="connsiteY348" fmla="*/ 3982515 h 6858000"/>
                <a:gd name="connsiteX349" fmla="*/ 5032802 w 7350919"/>
                <a:gd name="connsiteY349" fmla="*/ 4045095 h 6858000"/>
                <a:gd name="connsiteX350" fmla="*/ 5015657 w 7350919"/>
                <a:gd name="connsiteY350" fmla="*/ 4001803 h 6858000"/>
                <a:gd name="connsiteX351" fmla="*/ 4976652 w 7350919"/>
                <a:gd name="connsiteY351" fmla="*/ 3984658 h 6858000"/>
                <a:gd name="connsiteX352" fmla="*/ 4978795 w 7350919"/>
                <a:gd name="connsiteY352" fmla="*/ 3931937 h 6858000"/>
                <a:gd name="connsiteX353" fmla="*/ 4969365 w 7350919"/>
                <a:gd name="connsiteY353" fmla="*/ 3858643 h 6858000"/>
                <a:gd name="connsiteX354" fmla="*/ 4827919 w 7350919"/>
                <a:gd name="connsiteY354" fmla="*/ 3598896 h 6858000"/>
                <a:gd name="connsiteX355" fmla="*/ 4521452 w 7350919"/>
                <a:gd name="connsiteY355" fmla="*/ 3441590 h 6858000"/>
                <a:gd name="connsiteX356" fmla="*/ 4451586 w 7350919"/>
                <a:gd name="connsiteY356" fmla="*/ 3454878 h 6858000"/>
                <a:gd name="connsiteX357" fmla="*/ 4494449 w 7350919"/>
                <a:gd name="connsiteY357" fmla="*/ 3473737 h 6858000"/>
                <a:gd name="connsiteX358" fmla="*/ 4324284 w 7350919"/>
                <a:gd name="connsiteY358" fmla="*/ 3428732 h 6858000"/>
                <a:gd name="connsiteX359" fmla="*/ 4288280 w 7350919"/>
                <a:gd name="connsiteY359" fmla="*/ 3444591 h 6858000"/>
                <a:gd name="connsiteX360" fmla="*/ 4159692 w 7350919"/>
                <a:gd name="connsiteY360" fmla="*/ 3410301 h 6858000"/>
                <a:gd name="connsiteX361" fmla="*/ 4169122 w 7350919"/>
                <a:gd name="connsiteY361" fmla="*/ 3406443 h 6858000"/>
                <a:gd name="connsiteX362" fmla="*/ 4151120 w 7350919"/>
                <a:gd name="connsiteY362" fmla="*/ 3390584 h 6858000"/>
                <a:gd name="connsiteX363" fmla="*/ 4227844 w 7350919"/>
                <a:gd name="connsiteY363" fmla="*/ 3175414 h 6858000"/>
                <a:gd name="connsiteX364" fmla="*/ 3975384 w 7350919"/>
                <a:gd name="connsiteY364" fmla="*/ 3116693 h 6858000"/>
                <a:gd name="connsiteX365" fmla="*/ 3873799 w 7350919"/>
                <a:gd name="connsiteY365" fmla="*/ 2980390 h 6858000"/>
                <a:gd name="connsiteX366" fmla="*/ 3855368 w 7350919"/>
                <a:gd name="connsiteY366" fmla="*/ 2916953 h 6858000"/>
                <a:gd name="connsiteX367" fmla="*/ 3836509 w 7350919"/>
                <a:gd name="connsiteY367" fmla="*/ 2898094 h 6858000"/>
                <a:gd name="connsiteX368" fmla="*/ 3836509 w 7350919"/>
                <a:gd name="connsiteY368" fmla="*/ 2850088 h 6858000"/>
                <a:gd name="connsiteX369" fmla="*/ 3849796 w 7350919"/>
                <a:gd name="connsiteY369" fmla="*/ 2847516 h 6858000"/>
                <a:gd name="connsiteX370" fmla="*/ 3844653 w 7350919"/>
                <a:gd name="connsiteY370" fmla="*/ 2421463 h 6858000"/>
                <a:gd name="connsiteX371" fmla="*/ 3793646 w 7350919"/>
                <a:gd name="connsiteY371" fmla="*/ 2416320 h 6858000"/>
                <a:gd name="connsiteX372" fmla="*/ 3801790 w 7350919"/>
                <a:gd name="connsiteY372" fmla="*/ 2307020 h 6858000"/>
                <a:gd name="connsiteX373" fmla="*/ 3844653 w 7350919"/>
                <a:gd name="connsiteY373" fmla="*/ 2310020 h 6858000"/>
                <a:gd name="connsiteX374" fmla="*/ 3847225 w 7350919"/>
                <a:gd name="connsiteY374" fmla="*/ 2192577 h 6858000"/>
                <a:gd name="connsiteX375" fmla="*/ 3860512 w 7350919"/>
                <a:gd name="connsiteY375" fmla="*/ 2192577 h 6858000"/>
                <a:gd name="connsiteX376" fmla="*/ 3860512 w 7350919"/>
                <a:gd name="connsiteY376" fmla="*/ 2123569 h 6858000"/>
                <a:gd name="connsiteX377" fmla="*/ 3836509 w 7350919"/>
                <a:gd name="connsiteY377" fmla="*/ 2112853 h 6858000"/>
                <a:gd name="connsiteX378" fmla="*/ 3839081 w 7350919"/>
                <a:gd name="connsiteY378" fmla="*/ 2062275 h 6858000"/>
                <a:gd name="connsiteX379" fmla="*/ 3857512 w 7350919"/>
                <a:gd name="connsiteY379" fmla="*/ 2059703 h 6858000"/>
                <a:gd name="connsiteX380" fmla="*/ 3860083 w 7350919"/>
                <a:gd name="connsiteY380" fmla="*/ 2024985 h 6858000"/>
                <a:gd name="connsiteX381" fmla="*/ 3878514 w 7350919"/>
                <a:gd name="connsiteY381" fmla="*/ 2027557 h 6858000"/>
                <a:gd name="connsiteX382" fmla="*/ 5226968 w 7350919"/>
                <a:gd name="connsiteY382" fmla="*/ 2178861 h 6858000"/>
                <a:gd name="connsiteX383" fmla="*/ 5224397 w 7350919"/>
                <a:gd name="connsiteY383" fmla="*/ 2228153 h 6858000"/>
                <a:gd name="connsiteX384" fmla="*/ 5221825 w 7350919"/>
                <a:gd name="connsiteY384" fmla="*/ 2352883 h 6858000"/>
                <a:gd name="connsiteX385" fmla="*/ 5243256 w 7350919"/>
                <a:gd name="connsiteY385" fmla="*/ 2374314 h 6858000"/>
                <a:gd name="connsiteX386" fmla="*/ 5336268 w 7350919"/>
                <a:gd name="connsiteY386" fmla="*/ 2371742 h 6858000"/>
                <a:gd name="connsiteX387" fmla="*/ 5338840 w 7350919"/>
                <a:gd name="connsiteY387" fmla="*/ 2337024 h 6858000"/>
                <a:gd name="connsiteX388" fmla="*/ 5295548 w 7350919"/>
                <a:gd name="connsiteY388" fmla="*/ 2297162 h 6858000"/>
                <a:gd name="connsiteX389" fmla="*/ 5343555 w 7350919"/>
                <a:gd name="connsiteY389" fmla="*/ 2304877 h 6858000"/>
                <a:gd name="connsiteX390" fmla="*/ 5388132 w 7350919"/>
                <a:gd name="connsiteY390" fmla="*/ 2311306 h 6858000"/>
                <a:gd name="connsiteX391" fmla="*/ 5386846 w 7350919"/>
                <a:gd name="connsiteY391" fmla="*/ 2326737 h 6858000"/>
                <a:gd name="connsiteX392" fmla="*/ 5383846 w 7350919"/>
                <a:gd name="connsiteY392" fmla="*/ 2364027 h 6858000"/>
                <a:gd name="connsiteX393" fmla="*/ 5378702 w 7350919"/>
                <a:gd name="connsiteY393" fmla="*/ 2387602 h 6858000"/>
                <a:gd name="connsiteX394" fmla="*/ 5389417 w 7350919"/>
                <a:gd name="connsiteY394" fmla="*/ 2430893 h 6858000"/>
                <a:gd name="connsiteX395" fmla="*/ 5471285 w 7350919"/>
                <a:gd name="connsiteY395" fmla="*/ 2430893 h 6858000"/>
                <a:gd name="connsiteX396" fmla="*/ 5559582 w 7350919"/>
                <a:gd name="connsiteY396" fmla="*/ 2380315 h 6858000"/>
                <a:gd name="connsiteX397" fmla="*/ 5562154 w 7350919"/>
                <a:gd name="connsiteY397" fmla="*/ 2422749 h 6858000"/>
                <a:gd name="connsiteX398" fmla="*/ 5713029 w 7350919"/>
                <a:gd name="connsiteY398" fmla="*/ 2429178 h 6858000"/>
                <a:gd name="connsiteX399" fmla="*/ 5764893 w 7350919"/>
                <a:gd name="connsiteY399" fmla="*/ 2587770 h 6858000"/>
                <a:gd name="connsiteX400" fmla="*/ 5743462 w 7350919"/>
                <a:gd name="connsiteY400" fmla="*/ 2806368 h 6858000"/>
                <a:gd name="connsiteX401" fmla="*/ 5843331 w 7350919"/>
                <a:gd name="connsiteY401" fmla="*/ 2838086 h 6858000"/>
                <a:gd name="connsiteX402" fmla="*/ 5854904 w 7350919"/>
                <a:gd name="connsiteY402" fmla="*/ 2822227 h 6858000"/>
                <a:gd name="connsiteX403" fmla="*/ 5874192 w 7350919"/>
                <a:gd name="connsiteY403" fmla="*/ 2828228 h 6858000"/>
                <a:gd name="connsiteX404" fmla="*/ 5871621 w 7350919"/>
                <a:gd name="connsiteY404" fmla="*/ 2647348 h 6858000"/>
                <a:gd name="connsiteX405" fmla="*/ 5804755 w 7350919"/>
                <a:gd name="connsiteY405" fmla="*/ 2644777 h 6858000"/>
                <a:gd name="connsiteX406" fmla="*/ 5786324 w 7350919"/>
                <a:gd name="connsiteY406" fmla="*/ 2028842 h 6858000"/>
                <a:gd name="connsiteX407" fmla="*/ 5735747 w 7350919"/>
                <a:gd name="connsiteY407" fmla="*/ 1951690 h 6858000"/>
                <a:gd name="connsiteX408" fmla="*/ 5778609 w 7350919"/>
                <a:gd name="connsiteY408" fmla="*/ 1809815 h 6858000"/>
                <a:gd name="connsiteX409" fmla="*/ 5749462 w 7350919"/>
                <a:gd name="connsiteY409" fmla="*/ 886128 h 6858000"/>
                <a:gd name="connsiteX410" fmla="*/ 5736175 w 7350919"/>
                <a:gd name="connsiteY410" fmla="*/ 883556 h 6858000"/>
                <a:gd name="connsiteX411" fmla="*/ 5730603 w 7350919"/>
                <a:gd name="connsiteY411" fmla="*/ 747682 h 6858000"/>
                <a:gd name="connsiteX412" fmla="*/ 5711744 w 7350919"/>
                <a:gd name="connsiteY412" fmla="*/ 745110 h 6858000"/>
                <a:gd name="connsiteX413" fmla="*/ 5695456 w 7350919"/>
                <a:gd name="connsiteY413" fmla="*/ 521368 h 6858000"/>
                <a:gd name="connsiteX414" fmla="*/ 4792772 w 7350919"/>
                <a:gd name="connsiteY414" fmla="*/ 486221 h 6858000"/>
                <a:gd name="connsiteX415" fmla="*/ 4758053 w 7350919"/>
                <a:gd name="connsiteY415" fmla="*/ 452360 h 6858000"/>
                <a:gd name="connsiteX416" fmla="*/ 4785485 w 7350919"/>
                <a:gd name="connsiteY416" fmla="*/ 402210 h 6858000"/>
                <a:gd name="connsiteX417" fmla="*/ 5607159 w 7350919"/>
                <a:gd name="connsiteY417" fmla="*/ 185755 h 6858000"/>
                <a:gd name="connsiteX418" fmla="*/ 5658166 w 7350919"/>
                <a:gd name="connsiteY418" fmla="*/ 57596 h 6858000"/>
                <a:gd name="connsiteX419" fmla="*/ 5653879 w 7350919"/>
                <a:gd name="connsiteY419" fmla="*/ 1446 h 6858000"/>
                <a:gd name="connsiteX420" fmla="*/ 2190160 w 7350919"/>
                <a:gd name="connsiteY420" fmla="*/ 1964549 h 6858000"/>
                <a:gd name="connsiteX421" fmla="*/ 2166157 w 7350919"/>
                <a:gd name="connsiteY421" fmla="*/ 1973121 h 6858000"/>
                <a:gd name="connsiteX422" fmla="*/ 2158013 w 7350919"/>
                <a:gd name="connsiteY422" fmla="*/ 2006982 h 6858000"/>
                <a:gd name="connsiteX423" fmla="*/ 2193589 w 7350919"/>
                <a:gd name="connsiteY423" fmla="*/ 2039129 h 6858000"/>
                <a:gd name="connsiteX424" fmla="*/ 2219307 w 7350919"/>
                <a:gd name="connsiteY424" fmla="*/ 2060132 h 6858000"/>
                <a:gd name="connsiteX425" fmla="*/ 2241166 w 7350919"/>
                <a:gd name="connsiteY425" fmla="*/ 1972264 h 6858000"/>
                <a:gd name="connsiteX426" fmla="*/ 2211592 w 7350919"/>
                <a:gd name="connsiteY426" fmla="*/ 1939260 h 6858000"/>
                <a:gd name="connsiteX427" fmla="*/ 2190160 w 7350919"/>
                <a:gd name="connsiteY427" fmla="*/ 1964549 h 6858000"/>
                <a:gd name="connsiteX428" fmla="*/ 5971062 w 7350919"/>
                <a:gd name="connsiteY428" fmla="*/ 2076848 h 6858000"/>
                <a:gd name="connsiteX429" fmla="*/ 5965918 w 7350919"/>
                <a:gd name="connsiteY429" fmla="*/ 2116711 h 6858000"/>
                <a:gd name="connsiteX430" fmla="*/ 5947059 w 7350919"/>
                <a:gd name="connsiteY430" fmla="*/ 2129998 h 6858000"/>
                <a:gd name="connsiteX431" fmla="*/ 5953488 w 7350919"/>
                <a:gd name="connsiteY431" fmla="*/ 2778508 h 6858000"/>
                <a:gd name="connsiteX432" fmla="*/ 5989921 w 7350919"/>
                <a:gd name="connsiteY432" fmla="*/ 2726215 h 6858000"/>
                <a:gd name="connsiteX433" fmla="*/ 6010495 w 7350919"/>
                <a:gd name="connsiteY433" fmla="*/ 2742075 h 6858000"/>
                <a:gd name="connsiteX434" fmla="*/ 5997636 w 7350919"/>
                <a:gd name="connsiteY434" fmla="*/ 2915668 h 6858000"/>
                <a:gd name="connsiteX435" fmla="*/ 6010924 w 7350919"/>
                <a:gd name="connsiteY435" fmla="*/ 2931527 h 6858000"/>
                <a:gd name="connsiteX436" fmla="*/ 6008352 w 7350919"/>
                <a:gd name="connsiteY436" fmla="*/ 3014251 h 6858000"/>
                <a:gd name="connsiteX437" fmla="*/ 5987349 w 7350919"/>
                <a:gd name="connsiteY437" fmla="*/ 3019395 h 6858000"/>
                <a:gd name="connsiteX438" fmla="*/ 5976634 w 7350919"/>
                <a:gd name="connsiteY438" fmla="*/ 3060543 h 6858000"/>
                <a:gd name="connsiteX439" fmla="*/ 5979205 w 7350919"/>
                <a:gd name="connsiteY439" fmla="*/ 3088832 h 6858000"/>
                <a:gd name="connsiteX440" fmla="*/ 6125795 w 7350919"/>
                <a:gd name="connsiteY440" fmla="*/ 3117978 h 6858000"/>
                <a:gd name="connsiteX441" fmla="*/ 6130939 w 7350919"/>
                <a:gd name="connsiteY441" fmla="*/ 3243566 h 6858000"/>
                <a:gd name="connsiteX442" fmla="*/ 6080361 w 7350919"/>
                <a:gd name="connsiteY442" fmla="*/ 3307431 h 6858000"/>
                <a:gd name="connsiteX443" fmla="*/ 6075217 w 7350919"/>
                <a:gd name="connsiteY443" fmla="*/ 3328433 h 6858000"/>
                <a:gd name="connsiteX444" fmla="*/ 5960775 w 7350919"/>
                <a:gd name="connsiteY444" fmla="*/ 3347293 h 6858000"/>
                <a:gd name="connsiteX445" fmla="*/ 5958203 w 7350919"/>
                <a:gd name="connsiteY445" fmla="*/ 3514885 h 6858000"/>
                <a:gd name="connsiteX446" fmla="*/ 5990350 w 7350919"/>
                <a:gd name="connsiteY446" fmla="*/ 3643473 h 6858000"/>
                <a:gd name="connsiteX447" fmla="*/ 5968919 w 7350919"/>
                <a:gd name="connsiteY447" fmla="*/ 3762202 h 6858000"/>
                <a:gd name="connsiteX448" fmla="*/ 5965061 w 7350919"/>
                <a:gd name="connsiteY448" fmla="*/ 3962370 h 6858000"/>
                <a:gd name="connsiteX449" fmla="*/ 5950059 w 7350919"/>
                <a:gd name="connsiteY449" fmla="*/ 4857339 h 6858000"/>
                <a:gd name="connsiteX450" fmla="*/ 6263813 w 7350919"/>
                <a:gd name="connsiteY450" fmla="*/ 4436429 h 6858000"/>
                <a:gd name="connsiteX451" fmla="*/ 6309247 w 7350919"/>
                <a:gd name="connsiteY451" fmla="*/ 4399139 h 6858000"/>
                <a:gd name="connsiteX452" fmla="*/ 6376113 w 7350919"/>
                <a:gd name="connsiteY452" fmla="*/ 4374707 h 6858000"/>
                <a:gd name="connsiteX453" fmla="*/ 6418975 w 7350919"/>
                <a:gd name="connsiteY453" fmla="*/ 4362277 h 6858000"/>
                <a:gd name="connsiteX454" fmla="*/ 6432262 w 7350919"/>
                <a:gd name="connsiteY454" fmla="*/ 3656332 h 6858000"/>
                <a:gd name="connsiteX455" fmla="*/ 6426261 w 7350919"/>
                <a:gd name="connsiteY455" fmla="*/ 3629757 h 6858000"/>
                <a:gd name="connsiteX456" fmla="*/ 6426690 w 7350919"/>
                <a:gd name="connsiteY456" fmla="*/ 3536317 h 6858000"/>
                <a:gd name="connsiteX457" fmla="*/ 6391971 w 7350919"/>
                <a:gd name="connsiteY457" fmla="*/ 3525601 h 6858000"/>
                <a:gd name="connsiteX458" fmla="*/ 6455837 w 7350919"/>
                <a:gd name="connsiteY458" fmla="*/ 3368296 h 6858000"/>
                <a:gd name="connsiteX459" fmla="*/ 6484983 w 7350919"/>
                <a:gd name="connsiteY459" fmla="*/ 2310449 h 6858000"/>
                <a:gd name="connsiteX460" fmla="*/ 6471696 w 7350919"/>
                <a:gd name="connsiteY460" fmla="*/ 2305306 h 6858000"/>
                <a:gd name="connsiteX461" fmla="*/ 6415546 w 7350919"/>
                <a:gd name="connsiteY461" fmla="*/ 2310449 h 6858000"/>
                <a:gd name="connsiteX462" fmla="*/ 6415546 w 7350919"/>
                <a:gd name="connsiteY462" fmla="*/ 2289446 h 6858000"/>
                <a:gd name="connsiteX463" fmla="*/ 6447264 w 7350919"/>
                <a:gd name="connsiteY463" fmla="*/ 2230725 h 6858000"/>
                <a:gd name="connsiteX464" fmla="*/ 6423261 w 7350919"/>
                <a:gd name="connsiteY464" fmla="*/ 2222581 h 6858000"/>
                <a:gd name="connsiteX465" fmla="*/ 6425833 w 7350919"/>
                <a:gd name="connsiteY465" fmla="*/ 2204150 h 6858000"/>
                <a:gd name="connsiteX466" fmla="*/ 6399258 w 7350919"/>
                <a:gd name="connsiteY466" fmla="*/ 2166860 h 6858000"/>
                <a:gd name="connsiteX467" fmla="*/ 6404402 w 7350919"/>
                <a:gd name="connsiteY467" fmla="*/ 2126998 h 6858000"/>
                <a:gd name="connsiteX468" fmla="*/ 5971062 w 7350919"/>
                <a:gd name="connsiteY468" fmla="*/ 2076848 h 6858000"/>
                <a:gd name="connsiteX469" fmla="*/ 3887515 w 7350919"/>
                <a:gd name="connsiteY469" fmla="*/ 2313878 h 6858000"/>
                <a:gd name="connsiteX470" fmla="*/ 3919662 w 7350919"/>
                <a:gd name="connsiteY470" fmla="*/ 2313878 h 6858000"/>
                <a:gd name="connsiteX471" fmla="*/ 3914519 w 7350919"/>
                <a:gd name="connsiteY471" fmla="*/ 2241869 h 6858000"/>
                <a:gd name="connsiteX472" fmla="*/ 3888373 w 7350919"/>
                <a:gd name="connsiteY472" fmla="*/ 2220866 h 6858000"/>
                <a:gd name="connsiteX473" fmla="*/ 3887515 w 7350919"/>
                <a:gd name="connsiteY473" fmla="*/ 2313878 h 6858000"/>
                <a:gd name="connsiteX474" fmla="*/ 5150245 w 7350919"/>
                <a:gd name="connsiteY474" fmla="*/ 2343453 h 6858000"/>
                <a:gd name="connsiteX475" fmla="*/ 5198679 w 7350919"/>
                <a:gd name="connsiteY475" fmla="*/ 2340453 h 6858000"/>
                <a:gd name="connsiteX476" fmla="*/ 5150245 w 7350919"/>
                <a:gd name="connsiteY476" fmla="*/ 2343453 h 6858000"/>
                <a:gd name="connsiteX477" fmla="*/ 5078664 w 7350919"/>
                <a:gd name="connsiteY477" fmla="*/ 2335309 h 6858000"/>
                <a:gd name="connsiteX478" fmla="*/ 5078664 w 7350919"/>
                <a:gd name="connsiteY478" fmla="*/ 2409890 h 6858000"/>
                <a:gd name="connsiteX479" fmla="*/ 5105239 w 7350919"/>
                <a:gd name="connsiteY479" fmla="*/ 2399175 h 6858000"/>
                <a:gd name="connsiteX480" fmla="*/ 5105239 w 7350919"/>
                <a:gd name="connsiteY480" fmla="*/ 2377743 h 6858000"/>
                <a:gd name="connsiteX481" fmla="*/ 5094524 w 7350919"/>
                <a:gd name="connsiteY481" fmla="*/ 2372171 h 6858000"/>
                <a:gd name="connsiteX482" fmla="*/ 5097095 w 7350919"/>
                <a:gd name="connsiteY482" fmla="*/ 2326737 h 6858000"/>
                <a:gd name="connsiteX483" fmla="*/ 5078664 w 7350919"/>
                <a:gd name="connsiteY483" fmla="*/ 2335309 h 6858000"/>
                <a:gd name="connsiteX484" fmla="*/ 1686954 w 7350919"/>
                <a:gd name="connsiteY484" fmla="*/ 2370028 h 6858000"/>
                <a:gd name="connsiteX485" fmla="*/ 1686954 w 7350919"/>
                <a:gd name="connsiteY485" fmla="*/ 2388459 h 6858000"/>
                <a:gd name="connsiteX486" fmla="*/ 1702813 w 7350919"/>
                <a:gd name="connsiteY486" fmla="*/ 2514046 h 6858000"/>
                <a:gd name="connsiteX487" fmla="*/ 2041427 w 7350919"/>
                <a:gd name="connsiteY487" fmla="*/ 2532477 h 6858000"/>
                <a:gd name="connsiteX488" fmla="*/ 2036284 w 7350919"/>
                <a:gd name="connsiteY488" fmla="*/ 2506331 h 6858000"/>
                <a:gd name="connsiteX489" fmla="*/ 2009709 w 7350919"/>
                <a:gd name="connsiteY489" fmla="*/ 2433893 h 6858000"/>
                <a:gd name="connsiteX490" fmla="*/ 1892266 w 7350919"/>
                <a:gd name="connsiteY490" fmla="*/ 2417605 h 6858000"/>
                <a:gd name="connsiteX491" fmla="*/ 1876407 w 7350919"/>
                <a:gd name="connsiteY491" fmla="*/ 2372600 h 6858000"/>
                <a:gd name="connsiteX492" fmla="*/ 1810827 w 7350919"/>
                <a:gd name="connsiteY492" fmla="*/ 2367456 h 6858000"/>
                <a:gd name="connsiteX493" fmla="*/ 1722102 w 7350919"/>
                <a:gd name="connsiteY493" fmla="*/ 2383315 h 6858000"/>
                <a:gd name="connsiteX494" fmla="*/ 1722102 w 7350919"/>
                <a:gd name="connsiteY494" fmla="*/ 2364885 h 6858000"/>
                <a:gd name="connsiteX495" fmla="*/ 1686954 w 7350919"/>
                <a:gd name="connsiteY495" fmla="*/ 2370028 h 6858000"/>
                <a:gd name="connsiteX496" fmla="*/ 3887515 w 7350919"/>
                <a:gd name="connsiteY496" fmla="*/ 2420606 h 6858000"/>
                <a:gd name="connsiteX497" fmla="*/ 3884943 w 7350919"/>
                <a:gd name="connsiteY497" fmla="*/ 2838944 h 6858000"/>
                <a:gd name="connsiteX498" fmla="*/ 3914090 w 7350919"/>
                <a:gd name="connsiteY498" fmla="*/ 2812369 h 6858000"/>
                <a:gd name="connsiteX499" fmla="*/ 3919233 w 7350919"/>
                <a:gd name="connsiteY499" fmla="*/ 2431321 h 6858000"/>
                <a:gd name="connsiteX500" fmla="*/ 3887515 w 7350919"/>
                <a:gd name="connsiteY500" fmla="*/ 2420606 h 6858000"/>
                <a:gd name="connsiteX501" fmla="*/ 5395847 w 7350919"/>
                <a:gd name="connsiteY501" fmla="*/ 2521761 h 6858000"/>
                <a:gd name="connsiteX502" fmla="*/ 5243685 w 7350919"/>
                <a:gd name="connsiteY502" fmla="*/ 2577911 h 6858000"/>
                <a:gd name="connsiteX503" fmla="*/ 5201251 w 7350919"/>
                <a:gd name="connsiteY503" fmla="*/ 2637061 h 6858000"/>
                <a:gd name="connsiteX504" fmla="*/ 5201251 w 7350919"/>
                <a:gd name="connsiteY504" fmla="*/ 2689782 h 6858000"/>
                <a:gd name="connsiteX505" fmla="*/ 5187964 w 7350919"/>
                <a:gd name="connsiteY505" fmla="*/ 2694926 h 6858000"/>
                <a:gd name="connsiteX506" fmla="*/ 5186678 w 7350919"/>
                <a:gd name="connsiteY506" fmla="*/ 2706498 h 6858000"/>
                <a:gd name="connsiteX507" fmla="*/ 5137386 w 7350919"/>
                <a:gd name="connsiteY507" fmla="*/ 2617344 h 6858000"/>
                <a:gd name="connsiteX508" fmla="*/ 5137386 w 7350919"/>
                <a:gd name="connsiteY508" fmla="*/ 2740360 h 6858000"/>
                <a:gd name="connsiteX509" fmla="*/ 5436138 w 7350919"/>
                <a:gd name="connsiteY509" fmla="*/ 2757076 h 6858000"/>
                <a:gd name="connsiteX510" fmla="*/ 5596015 w 7350919"/>
                <a:gd name="connsiteY510" fmla="*/ 2775078 h 6858000"/>
                <a:gd name="connsiteX511" fmla="*/ 5596015 w 7350919"/>
                <a:gd name="connsiteY511" fmla="*/ 2761791 h 6858000"/>
                <a:gd name="connsiteX512" fmla="*/ 5552295 w 7350919"/>
                <a:gd name="connsiteY512" fmla="*/ 2668351 h 6858000"/>
                <a:gd name="connsiteX513" fmla="*/ 5587871 w 7350919"/>
                <a:gd name="connsiteY513" fmla="*/ 2588627 h 6858000"/>
                <a:gd name="connsiteX514" fmla="*/ 5587871 w 7350919"/>
                <a:gd name="connsiteY514" fmla="*/ 2553480 h 6858000"/>
                <a:gd name="connsiteX515" fmla="*/ 5566868 w 7350919"/>
                <a:gd name="connsiteY515" fmla="*/ 2547050 h 6858000"/>
                <a:gd name="connsiteX516" fmla="*/ 5560010 w 7350919"/>
                <a:gd name="connsiteY516" fmla="*/ 2553480 h 6858000"/>
                <a:gd name="connsiteX517" fmla="*/ 5472571 w 7350919"/>
                <a:gd name="connsiteY517" fmla="*/ 2550908 h 6858000"/>
                <a:gd name="connsiteX518" fmla="*/ 5469571 w 7350919"/>
                <a:gd name="connsiteY518" fmla="*/ 2524333 h 6858000"/>
                <a:gd name="connsiteX519" fmla="*/ 5395847 w 7350919"/>
                <a:gd name="connsiteY519" fmla="*/ 2521761 h 6858000"/>
                <a:gd name="connsiteX520" fmla="*/ 5081665 w 7350919"/>
                <a:gd name="connsiteY520" fmla="*/ 2560766 h 6858000"/>
                <a:gd name="connsiteX521" fmla="*/ 5073521 w 7350919"/>
                <a:gd name="connsiteY521" fmla="*/ 2737788 h 6858000"/>
                <a:gd name="connsiteX522" fmla="*/ 5102667 w 7350919"/>
                <a:gd name="connsiteY522" fmla="*/ 2743360 h 6858000"/>
                <a:gd name="connsiteX523" fmla="*/ 5081665 w 7350919"/>
                <a:gd name="connsiteY523" fmla="*/ 2560766 h 6858000"/>
                <a:gd name="connsiteX524" fmla="*/ 1002012 w 7350919"/>
                <a:gd name="connsiteY524" fmla="*/ 2737788 h 6858000"/>
                <a:gd name="connsiteX525" fmla="*/ 996868 w 7350919"/>
                <a:gd name="connsiteY525" fmla="*/ 2806797 h 6858000"/>
                <a:gd name="connsiteX526" fmla="*/ 1007584 w 7350919"/>
                <a:gd name="connsiteY526" fmla="*/ 2964102 h 6858000"/>
                <a:gd name="connsiteX527" fmla="*/ 1034158 w 7350919"/>
                <a:gd name="connsiteY527" fmla="*/ 2955958 h 6858000"/>
                <a:gd name="connsiteX528" fmla="*/ 1036730 w 7350919"/>
                <a:gd name="connsiteY528" fmla="*/ 2875377 h 6858000"/>
                <a:gd name="connsiteX529" fmla="*/ 1042302 w 7350919"/>
                <a:gd name="connsiteY529" fmla="*/ 2758791 h 6858000"/>
                <a:gd name="connsiteX530" fmla="*/ 1002012 w 7350919"/>
                <a:gd name="connsiteY530" fmla="*/ 2737788 h 6858000"/>
                <a:gd name="connsiteX531" fmla="*/ 5078664 w 7350919"/>
                <a:gd name="connsiteY531" fmla="*/ 2775078 h 6858000"/>
                <a:gd name="connsiteX532" fmla="*/ 5078664 w 7350919"/>
                <a:gd name="connsiteY532" fmla="*/ 2814941 h 6858000"/>
                <a:gd name="connsiteX533" fmla="*/ 5105239 w 7350919"/>
                <a:gd name="connsiteY533" fmla="*/ 2830800 h 6858000"/>
                <a:gd name="connsiteX534" fmla="*/ 5102667 w 7350919"/>
                <a:gd name="connsiteY534" fmla="*/ 2774650 h 6858000"/>
                <a:gd name="connsiteX535" fmla="*/ 5078664 w 7350919"/>
                <a:gd name="connsiteY535" fmla="*/ 2775078 h 6858000"/>
                <a:gd name="connsiteX536" fmla="*/ 999440 w 7350919"/>
                <a:gd name="connsiteY536" fmla="*/ 3062686 h 6858000"/>
                <a:gd name="connsiteX537" fmla="*/ 980580 w 7350919"/>
                <a:gd name="connsiteY537" fmla="*/ 3846212 h 6858000"/>
                <a:gd name="connsiteX538" fmla="*/ 1031587 w 7350919"/>
                <a:gd name="connsiteY538" fmla="*/ 3059686 h 6858000"/>
                <a:gd name="connsiteX539" fmla="*/ 999440 w 7350919"/>
                <a:gd name="connsiteY539" fmla="*/ 3062686 h 6858000"/>
                <a:gd name="connsiteX540" fmla="*/ 4170408 w 7350919"/>
                <a:gd name="connsiteY540" fmla="*/ 3310431 h 6858000"/>
                <a:gd name="connsiteX541" fmla="*/ 4193982 w 7350919"/>
                <a:gd name="connsiteY541" fmla="*/ 3369581 h 6858000"/>
                <a:gd name="connsiteX542" fmla="*/ 4190982 w 7350919"/>
                <a:gd name="connsiteY542" fmla="*/ 3337434 h 6858000"/>
                <a:gd name="connsiteX543" fmla="*/ 4183267 w 7350919"/>
                <a:gd name="connsiteY543" fmla="*/ 3309574 h 6858000"/>
                <a:gd name="connsiteX544" fmla="*/ 4170408 w 7350919"/>
                <a:gd name="connsiteY544" fmla="*/ 3310431 h 6858000"/>
                <a:gd name="connsiteX545" fmla="*/ 4225700 w 7350919"/>
                <a:gd name="connsiteY545" fmla="*/ 3358437 h 6858000"/>
                <a:gd name="connsiteX546" fmla="*/ 4244560 w 7350919"/>
                <a:gd name="connsiteY546" fmla="*/ 3396585 h 6858000"/>
                <a:gd name="connsiteX547" fmla="*/ 4244560 w 7350919"/>
                <a:gd name="connsiteY547" fmla="*/ 3369581 h 6858000"/>
                <a:gd name="connsiteX548" fmla="*/ 4225700 w 7350919"/>
                <a:gd name="connsiteY548" fmla="*/ 3358437 h 6858000"/>
                <a:gd name="connsiteX549" fmla="*/ 4313997 w 7350919"/>
                <a:gd name="connsiteY549" fmla="*/ 3366581 h 6858000"/>
                <a:gd name="connsiteX550" fmla="*/ 4322141 w 7350919"/>
                <a:gd name="connsiteY550" fmla="*/ 3409015 h 6858000"/>
                <a:gd name="connsiteX551" fmla="*/ 4420725 w 7350919"/>
                <a:gd name="connsiteY551" fmla="*/ 3438590 h 6858000"/>
                <a:gd name="connsiteX552" fmla="*/ 4313997 w 7350919"/>
                <a:gd name="connsiteY552" fmla="*/ 3366581 h 6858000"/>
                <a:gd name="connsiteX553" fmla="*/ 4276707 w 7350919"/>
                <a:gd name="connsiteY553" fmla="*/ 3382440 h 6858000"/>
                <a:gd name="connsiteX554" fmla="*/ 4279279 w 7350919"/>
                <a:gd name="connsiteY554" fmla="*/ 3406872 h 6858000"/>
                <a:gd name="connsiteX555" fmla="*/ 4298138 w 7350919"/>
                <a:gd name="connsiteY555" fmla="*/ 3377297 h 6858000"/>
                <a:gd name="connsiteX556" fmla="*/ 4276707 w 7350919"/>
                <a:gd name="connsiteY556" fmla="*/ 3382440 h 6858000"/>
                <a:gd name="connsiteX557" fmla="*/ 5818471 w 7350919"/>
                <a:gd name="connsiteY557" fmla="*/ 3400014 h 6858000"/>
                <a:gd name="connsiteX558" fmla="*/ 5723745 w 7350919"/>
                <a:gd name="connsiteY558" fmla="*/ 3427875 h 6858000"/>
                <a:gd name="connsiteX559" fmla="*/ 5721173 w 7350919"/>
                <a:gd name="connsiteY559" fmla="*/ 3454449 h 6858000"/>
                <a:gd name="connsiteX560" fmla="*/ 5750749 w 7350919"/>
                <a:gd name="connsiteY560" fmla="*/ 3451877 h 6858000"/>
                <a:gd name="connsiteX561" fmla="*/ 5860048 w 7350919"/>
                <a:gd name="connsiteY561" fmla="*/ 3422731 h 6858000"/>
                <a:gd name="connsiteX562" fmla="*/ 5860048 w 7350919"/>
                <a:gd name="connsiteY562" fmla="*/ 3377297 h 6858000"/>
                <a:gd name="connsiteX563" fmla="*/ 5818471 w 7350919"/>
                <a:gd name="connsiteY563" fmla="*/ 3400014 h 6858000"/>
                <a:gd name="connsiteX564" fmla="*/ 4596033 w 7350919"/>
                <a:gd name="connsiteY564" fmla="*/ 3448877 h 6858000"/>
                <a:gd name="connsiteX565" fmla="*/ 4588317 w 7350919"/>
                <a:gd name="connsiteY565" fmla="*/ 3523458 h 6858000"/>
                <a:gd name="connsiteX566" fmla="*/ 4680901 w 7350919"/>
                <a:gd name="connsiteY566" fmla="*/ 3537174 h 6858000"/>
                <a:gd name="connsiteX567" fmla="*/ 4700617 w 7350919"/>
                <a:gd name="connsiteY567" fmla="*/ 3546175 h 6858000"/>
                <a:gd name="connsiteX568" fmla="*/ 4935075 w 7350919"/>
                <a:gd name="connsiteY568" fmla="*/ 3542317 h 6858000"/>
                <a:gd name="connsiteX569" fmla="*/ 4924359 w 7350919"/>
                <a:gd name="connsiteY569" fmla="*/ 3481024 h 6858000"/>
                <a:gd name="connsiteX570" fmla="*/ 4596033 w 7350919"/>
                <a:gd name="connsiteY570" fmla="*/ 3448877 h 6858000"/>
                <a:gd name="connsiteX571" fmla="*/ 5379559 w 7350919"/>
                <a:gd name="connsiteY571" fmla="*/ 3478881 h 6858000"/>
                <a:gd name="connsiteX572" fmla="*/ 5030230 w 7350919"/>
                <a:gd name="connsiteY572" fmla="*/ 3484024 h 6858000"/>
                <a:gd name="connsiteX573" fmla="*/ 5624733 w 7350919"/>
                <a:gd name="connsiteY573" fmla="*/ 3455306 h 6858000"/>
                <a:gd name="connsiteX574" fmla="*/ 5379559 w 7350919"/>
                <a:gd name="connsiteY574" fmla="*/ 3478881 h 6858000"/>
                <a:gd name="connsiteX575" fmla="*/ 5755463 w 7350919"/>
                <a:gd name="connsiteY575" fmla="*/ 3481024 h 6858000"/>
                <a:gd name="connsiteX576" fmla="*/ 5805612 w 7350919"/>
                <a:gd name="connsiteY576" fmla="*/ 3540174 h 6858000"/>
                <a:gd name="connsiteX577" fmla="*/ 5859190 w 7350919"/>
                <a:gd name="connsiteY577" fmla="*/ 3504598 h 6858000"/>
                <a:gd name="connsiteX578" fmla="*/ 5856619 w 7350919"/>
                <a:gd name="connsiteY578" fmla="*/ 3462165 h 6858000"/>
                <a:gd name="connsiteX579" fmla="*/ 5755463 w 7350919"/>
                <a:gd name="connsiteY579" fmla="*/ 3481024 h 6858000"/>
                <a:gd name="connsiteX580" fmla="*/ 4953506 w 7350919"/>
                <a:gd name="connsiteY580" fmla="*/ 3483596 h 6858000"/>
                <a:gd name="connsiteX581" fmla="*/ 4966793 w 7350919"/>
                <a:gd name="connsiteY581" fmla="*/ 3547461 h 6858000"/>
                <a:gd name="connsiteX582" fmla="*/ 5012227 w 7350919"/>
                <a:gd name="connsiteY582" fmla="*/ 3552604 h 6858000"/>
                <a:gd name="connsiteX583" fmla="*/ 4974937 w 7350919"/>
                <a:gd name="connsiteY583" fmla="*/ 3483167 h 6858000"/>
                <a:gd name="connsiteX584" fmla="*/ 4953506 w 7350919"/>
                <a:gd name="connsiteY584" fmla="*/ 3483596 h 6858000"/>
                <a:gd name="connsiteX585" fmla="*/ 5635448 w 7350919"/>
                <a:gd name="connsiteY585" fmla="*/ 3513600 h 6858000"/>
                <a:gd name="connsiteX586" fmla="*/ 5497002 w 7350919"/>
                <a:gd name="connsiteY586" fmla="*/ 3539746 h 6858000"/>
                <a:gd name="connsiteX587" fmla="*/ 5273689 w 7350919"/>
                <a:gd name="connsiteY587" fmla="*/ 3835497 h 6858000"/>
                <a:gd name="connsiteX588" fmla="*/ 5254401 w 7350919"/>
                <a:gd name="connsiteY588" fmla="*/ 4434286 h 6858000"/>
                <a:gd name="connsiteX589" fmla="*/ 5299835 w 7350919"/>
                <a:gd name="connsiteY589" fmla="*/ 4541442 h 6858000"/>
                <a:gd name="connsiteX590" fmla="*/ 5283976 w 7350919"/>
                <a:gd name="connsiteY590" fmla="*/ 4552158 h 6858000"/>
                <a:gd name="connsiteX591" fmla="*/ 5273260 w 7350919"/>
                <a:gd name="connsiteY591" fmla="*/ 4642598 h 6858000"/>
                <a:gd name="connsiteX592" fmla="*/ 5257401 w 7350919"/>
                <a:gd name="connsiteY592" fmla="*/ 4655885 h 6858000"/>
                <a:gd name="connsiteX593" fmla="*/ 5252257 w 7350919"/>
                <a:gd name="connsiteY593" fmla="*/ 5045076 h 6858000"/>
                <a:gd name="connsiteX594" fmla="*/ 5268117 w 7350919"/>
                <a:gd name="connsiteY594" fmla="*/ 5063508 h 6858000"/>
                <a:gd name="connsiteX595" fmla="*/ 5668024 w 7350919"/>
                <a:gd name="connsiteY595" fmla="*/ 5273962 h 6858000"/>
                <a:gd name="connsiteX596" fmla="*/ 5824472 w 7350919"/>
                <a:gd name="connsiteY596" fmla="*/ 5047649 h 6858000"/>
                <a:gd name="connsiteX597" fmla="*/ 5840760 w 7350919"/>
                <a:gd name="connsiteY597" fmla="*/ 3760487 h 6858000"/>
                <a:gd name="connsiteX598" fmla="*/ 5803469 w 7350919"/>
                <a:gd name="connsiteY598" fmla="*/ 3584751 h 6858000"/>
                <a:gd name="connsiteX599" fmla="*/ 5784610 w 7350919"/>
                <a:gd name="connsiteY599" fmla="*/ 3585608 h 6858000"/>
                <a:gd name="connsiteX600" fmla="*/ 5760607 w 7350919"/>
                <a:gd name="connsiteY600" fmla="*/ 3656760 h 6858000"/>
                <a:gd name="connsiteX601" fmla="*/ 5734032 w 7350919"/>
                <a:gd name="connsiteY601" fmla="*/ 3656760 h 6858000"/>
                <a:gd name="connsiteX602" fmla="*/ 5715601 w 7350919"/>
                <a:gd name="connsiteY602" fmla="*/ 3510599 h 6858000"/>
                <a:gd name="connsiteX603" fmla="*/ 5635448 w 7350919"/>
                <a:gd name="connsiteY603" fmla="*/ 3513600 h 6858000"/>
                <a:gd name="connsiteX604" fmla="*/ 5294691 w 7350919"/>
                <a:gd name="connsiteY604" fmla="*/ 3585180 h 6858000"/>
                <a:gd name="connsiteX605" fmla="*/ 5281404 w 7350919"/>
                <a:gd name="connsiteY605" fmla="*/ 3715910 h 6858000"/>
                <a:gd name="connsiteX606" fmla="*/ 5294691 w 7350919"/>
                <a:gd name="connsiteY606" fmla="*/ 3724054 h 6858000"/>
                <a:gd name="connsiteX607" fmla="*/ 5427994 w 7350919"/>
                <a:gd name="connsiteY607" fmla="*/ 3553890 h 6858000"/>
                <a:gd name="connsiteX608" fmla="*/ 5294691 w 7350919"/>
                <a:gd name="connsiteY608" fmla="*/ 3585180 h 6858000"/>
                <a:gd name="connsiteX609" fmla="*/ 4876353 w 7350919"/>
                <a:gd name="connsiteY609" fmla="*/ 3598467 h 6858000"/>
                <a:gd name="connsiteX610" fmla="*/ 4950934 w 7350919"/>
                <a:gd name="connsiteY610" fmla="*/ 3722340 h 6858000"/>
                <a:gd name="connsiteX611" fmla="*/ 4945362 w 7350919"/>
                <a:gd name="connsiteY611" fmla="*/ 3609183 h 6858000"/>
                <a:gd name="connsiteX612" fmla="*/ 4876353 w 7350919"/>
                <a:gd name="connsiteY612" fmla="*/ 3598467 h 6858000"/>
                <a:gd name="connsiteX613" fmla="*/ 4961221 w 7350919"/>
                <a:gd name="connsiteY613" fmla="*/ 3608754 h 6858000"/>
                <a:gd name="connsiteX614" fmla="*/ 4983081 w 7350919"/>
                <a:gd name="connsiteY614" fmla="*/ 3754915 h 6858000"/>
                <a:gd name="connsiteX615" fmla="*/ 5030659 w 7350919"/>
                <a:gd name="connsiteY615" fmla="*/ 3854785 h 6858000"/>
                <a:gd name="connsiteX616" fmla="*/ 5037516 w 7350919"/>
                <a:gd name="connsiteY616" fmla="*/ 3758773 h 6858000"/>
                <a:gd name="connsiteX617" fmla="*/ 5038373 w 7350919"/>
                <a:gd name="connsiteY617" fmla="*/ 3628471 h 6858000"/>
                <a:gd name="connsiteX618" fmla="*/ 5005370 w 7350919"/>
                <a:gd name="connsiteY618" fmla="*/ 3620756 h 6858000"/>
                <a:gd name="connsiteX619" fmla="*/ 4961221 w 7350919"/>
                <a:gd name="connsiteY619" fmla="*/ 3608754 h 6858000"/>
                <a:gd name="connsiteX620" fmla="*/ 5166532 w 7350919"/>
                <a:gd name="connsiteY620" fmla="*/ 3736913 h 6858000"/>
                <a:gd name="connsiteX621" fmla="*/ 5142530 w 7350919"/>
                <a:gd name="connsiteY621" fmla="*/ 3774203 h 6858000"/>
                <a:gd name="connsiteX622" fmla="*/ 5132242 w 7350919"/>
                <a:gd name="connsiteY622" fmla="*/ 3739485 h 6858000"/>
                <a:gd name="connsiteX623" fmla="*/ 5116384 w 7350919"/>
                <a:gd name="connsiteY623" fmla="*/ 3739485 h 6858000"/>
                <a:gd name="connsiteX624" fmla="*/ 5100096 w 7350919"/>
                <a:gd name="connsiteY624" fmla="*/ 3901934 h 6858000"/>
                <a:gd name="connsiteX625" fmla="*/ 5153245 w 7350919"/>
                <a:gd name="connsiteY625" fmla="*/ 3904934 h 6858000"/>
                <a:gd name="connsiteX626" fmla="*/ 5187964 w 7350919"/>
                <a:gd name="connsiteY626" fmla="*/ 3862500 h 6858000"/>
                <a:gd name="connsiteX627" fmla="*/ 5190535 w 7350919"/>
                <a:gd name="connsiteY627" fmla="*/ 3745057 h 6858000"/>
                <a:gd name="connsiteX628" fmla="*/ 5166532 w 7350919"/>
                <a:gd name="connsiteY628" fmla="*/ 3736913 h 6858000"/>
                <a:gd name="connsiteX629" fmla="*/ 1351341 w 7350919"/>
                <a:gd name="connsiteY629" fmla="*/ 4298840 h 6858000"/>
                <a:gd name="connsiteX630" fmla="*/ 1353913 w 7350919"/>
                <a:gd name="connsiteY630" fmla="*/ 5026217 h 6858000"/>
                <a:gd name="connsiteX631" fmla="*/ 1536078 w 7350919"/>
                <a:gd name="connsiteY631" fmla="*/ 5068651 h 6858000"/>
                <a:gd name="connsiteX632" fmla="*/ 1486786 w 7350919"/>
                <a:gd name="connsiteY632" fmla="*/ 5079796 h 6858000"/>
                <a:gd name="connsiteX633" fmla="*/ 1574655 w 7350919"/>
                <a:gd name="connsiteY633" fmla="*/ 5106370 h 6858000"/>
                <a:gd name="connsiteX634" fmla="*/ 1638520 w 7350919"/>
                <a:gd name="connsiteY634" fmla="*/ 4325844 h 6858000"/>
                <a:gd name="connsiteX635" fmla="*/ 1566939 w 7350919"/>
                <a:gd name="connsiteY635" fmla="*/ 4322415 h 6858000"/>
                <a:gd name="connsiteX636" fmla="*/ 1351341 w 7350919"/>
                <a:gd name="connsiteY636" fmla="*/ 4298840 h 6858000"/>
                <a:gd name="connsiteX637" fmla="*/ 1756392 w 7350919"/>
                <a:gd name="connsiteY637" fmla="*/ 4333988 h 6858000"/>
                <a:gd name="connsiteX638" fmla="*/ 1678810 w 7350919"/>
                <a:gd name="connsiteY638" fmla="*/ 4328416 h 6858000"/>
                <a:gd name="connsiteX639" fmla="*/ 1601658 w 7350919"/>
                <a:gd name="connsiteY639" fmla="*/ 5114514 h 6858000"/>
                <a:gd name="connsiteX640" fmla="*/ 1713529 w 7350919"/>
                <a:gd name="connsiteY640" fmla="*/ 5164234 h 6858000"/>
                <a:gd name="connsiteX641" fmla="*/ 1692527 w 7350919"/>
                <a:gd name="connsiteY641" fmla="*/ 5103798 h 6858000"/>
                <a:gd name="connsiteX642" fmla="*/ 1719101 w 7350919"/>
                <a:gd name="connsiteY642" fmla="*/ 5031789 h 6858000"/>
                <a:gd name="connsiteX643" fmla="*/ 1740532 w 7350919"/>
                <a:gd name="connsiteY643" fmla="*/ 5031789 h 6858000"/>
                <a:gd name="connsiteX644" fmla="*/ 1811684 w 7350919"/>
                <a:gd name="connsiteY644" fmla="*/ 4672173 h 6858000"/>
                <a:gd name="connsiteX645" fmla="*/ 1950987 w 7350919"/>
                <a:gd name="connsiteY645" fmla="*/ 4373850 h 6858000"/>
                <a:gd name="connsiteX646" fmla="*/ 1932128 w 7350919"/>
                <a:gd name="connsiteY646" fmla="*/ 4355419 h 6858000"/>
                <a:gd name="connsiteX647" fmla="*/ 1934700 w 7350919"/>
                <a:gd name="connsiteY647" fmla="*/ 4326273 h 6858000"/>
                <a:gd name="connsiteX648" fmla="*/ 1756392 w 7350919"/>
                <a:gd name="connsiteY648" fmla="*/ 4333988 h 6858000"/>
                <a:gd name="connsiteX649" fmla="*/ 6331107 w 7350919"/>
                <a:gd name="connsiteY649" fmla="*/ 4482721 h 6858000"/>
                <a:gd name="connsiteX650" fmla="*/ 6331107 w 7350919"/>
                <a:gd name="connsiteY650" fmla="*/ 4525583 h 6858000"/>
                <a:gd name="connsiteX651" fmla="*/ 6309676 w 7350919"/>
                <a:gd name="connsiteY651" fmla="*/ 4533727 h 6858000"/>
                <a:gd name="connsiteX652" fmla="*/ 6296388 w 7350919"/>
                <a:gd name="connsiteY652" fmla="*/ 4517868 h 6858000"/>
                <a:gd name="connsiteX653" fmla="*/ 5965918 w 7350919"/>
                <a:gd name="connsiteY653" fmla="*/ 4976068 h 6858000"/>
                <a:gd name="connsiteX654" fmla="*/ 6397544 w 7350919"/>
                <a:gd name="connsiteY654" fmla="*/ 4987212 h 6858000"/>
                <a:gd name="connsiteX655" fmla="*/ 6418975 w 7350919"/>
                <a:gd name="connsiteY655" fmla="*/ 4483149 h 6858000"/>
                <a:gd name="connsiteX656" fmla="*/ 6343966 w 7350919"/>
                <a:gd name="connsiteY656" fmla="*/ 4467290 h 6858000"/>
                <a:gd name="connsiteX657" fmla="*/ 6331107 w 7350919"/>
                <a:gd name="connsiteY657" fmla="*/ 4482721 h 6858000"/>
                <a:gd name="connsiteX658" fmla="*/ 6504271 w 7350919"/>
                <a:gd name="connsiteY658" fmla="*/ 4549586 h 6858000"/>
                <a:gd name="connsiteX659" fmla="*/ 6493555 w 7350919"/>
                <a:gd name="connsiteY659" fmla="*/ 4985927 h 6858000"/>
                <a:gd name="connsiteX660" fmla="*/ 6640145 w 7350919"/>
                <a:gd name="connsiteY660" fmla="*/ 4943493 h 6858000"/>
                <a:gd name="connsiteX661" fmla="*/ 6504271 w 7350919"/>
                <a:gd name="connsiteY661" fmla="*/ 4549586 h 6858000"/>
                <a:gd name="connsiteX662" fmla="*/ 6650004 w 7350919"/>
                <a:gd name="connsiteY662" fmla="*/ 4794760 h 6858000"/>
                <a:gd name="connsiteX663" fmla="*/ 6681722 w 7350919"/>
                <a:gd name="connsiteY663" fmla="*/ 4933205 h 6858000"/>
                <a:gd name="connsiteX664" fmla="*/ 6698867 w 7350919"/>
                <a:gd name="connsiteY664" fmla="*/ 4895487 h 6858000"/>
                <a:gd name="connsiteX665" fmla="*/ 6643574 w 7350919"/>
                <a:gd name="connsiteY665" fmla="*/ 4759184 h 6858000"/>
                <a:gd name="connsiteX666" fmla="*/ 6650004 w 7350919"/>
                <a:gd name="connsiteY666" fmla="*/ 4794760 h 6858000"/>
                <a:gd name="connsiteX667" fmla="*/ 6618714 w 7350919"/>
                <a:gd name="connsiteY667" fmla="*/ 5015502 h 6858000"/>
                <a:gd name="connsiteX668" fmla="*/ 6621286 w 7350919"/>
                <a:gd name="connsiteY668" fmla="*/ 5114086 h 6858000"/>
                <a:gd name="connsiteX669" fmla="*/ 6682579 w 7350919"/>
                <a:gd name="connsiteY669" fmla="*/ 5138088 h 6858000"/>
                <a:gd name="connsiteX670" fmla="*/ 6650433 w 7350919"/>
                <a:gd name="connsiteY670" fmla="*/ 5000071 h 6858000"/>
                <a:gd name="connsiteX671" fmla="*/ 6618714 w 7350919"/>
                <a:gd name="connsiteY671" fmla="*/ 5015502 h 6858000"/>
                <a:gd name="connsiteX672" fmla="*/ 6051215 w 7350919"/>
                <a:gd name="connsiteY672" fmla="*/ 5042076 h 6858000"/>
                <a:gd name="connsiteX673" fmla="*/ 5950059 w 7350919"/>
                <a:gd name="connsiteY673" fmla="*/ 5036933 h 6858000"/>
                <a:gd name="connsiteX674" fmla="*/ 5947488 w 7350919"/>
                <a:gd name="connsiteY674" fmla="*/ 5252103 h 6858000"/>
                <a:gd name="connsiteX675" fmla="*/ 5971919 w 7350919"/>
                <a:gd name="connsiteY675" fmla="*/ 5276534 h 6858000"/>
                <a:gd name="connsiteX676" fmla="*/ 6243239 w 7350919"/>
                <a:gd name="connsiteY676" fmla="*/ 5359259 h 6858000"/>
                <a:gd name="connsiteX677" fmla="*/ 6267242 w 7350919"/>
                <a:gd name="connsiteY677" fmla="*/ 5058364 h 6858000"/>
                <a:gd name="connsiteX678" fmla="*/ 6051215 w 7350919"/>
                <a:gd name="connsiteY678" fmla="*/ 5042076 h 6858000"/>
                <a:gd name="connsiteX679" fmla="*/ 1121598 w 7350919"/>
                <a:gd name="connsiteY679" fmla="*/ 5148376 h 6858000"/>
                <a:gd name="connsiteX680" fmla="*/ 964721 w 7350919"/>
                <a:gd name="connsiteY680" fmla="*/ 5265818 h 6858000"/>
                <a:gd name="connsiteX681" fmla="*/ 987867 w 7350919"/>
                <a:gd name="connsiteY681" fmla="*/ 5298394 h 6858000"/>
                <a:gd name="connsiteX682" fmla="*/ 1074878 w 7350919"/>
                <a:gd name="connsiteY682" fmla="*/ 5384548 h 6858000"/>
                <a:gd name="connsiteX683" fmla="*/ 1172604 w 7350919"/>
                <a:gd name="connsiteY683" fmla="*/ 5223385 h 6858000"/>
                <a:gd name="connsiteX684" fmla="*/ 1191464 w 7350919"/>
                <a:gd name="connsiteY684" fmla="*/ 5137660 h 6858000"/>
                <a:gd name="connsiteX685" fmla="*/ 1188892 w 7350919"/>
                <a:gd name="connsiteY685" fmla="*/ 5124372 h 6858000"/>
                <a:gd name="connsiteX686" fmla="*/ 1121598 w 7350919"/>
                <a:gd name="connsiteY686" fmla="*/ 5148376 h 6858000"/>
                <a:gd name="connsiteX687" fmla="*/ 6491841 w 7350919"/>
                <a:gd name="connsiteY687" fmla="*/ 5134231 h 6858000"/>
                <a:gd name="connsiteX688" fmla="*/ 6475125 w 7350919"/>
                <a:gd name="connsiteY688" fmla="*/ 5163806 h 6858000"/>
                <a:gd name="connsiteX689" fmla="*/ 6472553 w 7350919"/>
                <a:gd name="connsiteY689" fmla="*/ 5244387 h 6858000"/>
                <a:gd name="connsiteX690" fmla="*/ 6462266 w 7350919"/>
                <a:gd name="connsiteY690" fmla="*/ 5300537 h 6858000"/>
                <a:gd name="connsiteX691" fmla="*/ 6462266 w 7350919"/>
                <a:gd name="connsiteY691" fmla="*/ 5361830 h 6858000"/>
                <a:gd name="connsiteX692" fmla="*/ 6459265 w 7350919"/>
                <a:gd name="connsiteY692" fmla="*/ 5402121 h 6858000"/>
                <a:gd name="connsiteX693" fmla="*/ 6512844 w 7350919"/>
                <a:gd name="connsiteY693" fmla="*/ 5441984 h 6858000"/>
                <a:gd name="connsiteX694" fmla="*/ 6406116 w 7350919"/>
                <a:gd name="connsiteY694" fmla="*/ 5455271 h 6858000"/>
                <a:gd name="connsiteX695" fmla="*/ 6576280 w 7350919"/>
                <a:gd name="connsiteY695" fmla="*/ 5561570 h 6858000"/>
                <a:gd name="connsiteX696" fmla="*/ 6576280 w 7350919"/>
                <a:gd name="connsiteY696" fmla="*/ 5175379 h 6858000"/>
                <a:gd name="connsiteX697" fmla="*/ 6506843 w 7350919"/>
                <a:gd name="connsiteY697" fmla="*/ 5124801 h 6858000"/>
                <a:gd name="connsiteX698" fmla="*/ 6491841 w 7350919"/>
                <a:gd name="connsiteY698" fmla="*/ 5134231 h 6858000"/>
                <a:gd name="connsiteX699" fmla="*/ 6315248 w 7350919"/>
                <a:gd name="connsiteY699" fmla="*/ 5141089 h 6858000"/>
                <a:gd name="connsiteX700" fmla="*/ 6299389 w 7350919"/>
                <a:gd name="connsiteY700" fmla="*/ 5357116 h 6858000"/>
                <a:gd name="connsiteX701" fmla="*/ 6384256 w 7350919"/>
                <a:gd name="connsiteY701" fmla="*/ 5351543 h 6858000"/>
                <a:gd name="connsiteX702" fmla="*/ 6397544 w 7350919"/>
                <a:gd name="connsiteY702" fmla="*/ 5282535 h 6858000"/>
                <a:gd name="connsiteX703" fmla="*/ 6400115 w 7350919"/>
                <a:gd name="connsiteY703" fmla="*/ 5216098 h 6858000"/>
                <a:gd name="connsiteX704" fmla="*/ 6400115 w 7350919"/>
                <a:gd name="connsiteY704" fmla="*/ 5174093 h 6858000"/>
                <a:gd name="connsiteX705" fmla="*/ 6394972 w 7350919"/>
                <a:gd name="connsiteY705" fmla="*/ 5134231 h 6858000"/>
                <a:gd name="connsiteX706" fmla="*/ 6315248 w 7350919"/>
                <a:gd name="connsiteY706" fmla="*/ 5141089 h 6858000"/>
                <a:gd name="connsiteX707" fmla="*/ 5274546 w 7350919"/>
                <a:gd name="connsiteY707" fmla="*/ 5158234 h 6858000"/>
                <a:gd name="connsiteX708" fmla="*/ 5244113 w 7350919"/>
                <a:gd name="connsiteY708" fmla="*/ 5207097 h 6858000"/>
                <a:gd name="connsiteX709" fmla="*/ 5297263 w 7350919"/>
                <a:gd name="connsiteY709" fmla="*/ 5393549 h 6858000"/>
                <a:gd name="connsiteX710" fmla="*/ 5467428 w 7350919"/>
                <a:gd name="connsiteY710" fmla="*/ 5228100 h 6858000"/>
                <a:gd name="connsiteX711" fmla="*/ 5274546 w 7350919"/>
                <a:gd name="connsiteY711" fmla="*/ 5158234 h 6858000"/>
                <a:gd name="connsiteX712" fmla="*/ 1383916 w 7350919"/>
                <a:gd name="connsiteY712" fmla="*/ 5156948 h 6858000"/>
                <a:gd name="connsiteX713" fmla="*/ 1353913 w 7350919"/>
                <a:gd name="connsiteY713" fmla="*/ 5186094 h 6858000"/>
                <a:gd name="connsiteX714" fmla="*/ 1367200 w 7350919"/>
                <a:gd name="connsiteY714" fmla="*/ 5689729 h 6858000"/>
                <a:gd name="connsiteX715" fmla="*/ 1452496 w 7350919"/>
                <a:gd name="connsiteY715" fmla="*/ 5695301 h 6858000"/>
                <a:gd name="connsiteX716" fmla="*/ 1487215 w 7350919"/>
                <a:gd name="connsiteY716" fmla="*/ 5588573 h 6858000"/>
                <a:gd name="connsiteX717" fmla="*/ 1497502 w 7350919"/>
                <a:gd name="connsiteY717" fmla="*/ 5577858 h 6858000"/>
                <a:gd name="connsiteX718" fmla="*/ 1572083 w 7350919"/>
                <a:gd name="connsiteY718" fmla="*/ 5180951 h 6858000"/>
                <a:gd name="connsiteX719" fmla="*/ 1383916 w 7350919"/>
                <a:gd name="connsiteY719" fmla="*/ 5156948 h 6858000"/>
                <a:gd name="connsiteX720" fmla="*/ 5030659 w 7350919"/>
                <a:gd name="connsiteY720" fmla="*/ 5159520 h 6858000"/>
                <a:gd name="connsiteX721" fmla="*/ 5025515 w 7350919"/>
                <a:gd name="connsiteY721" fmla="*/ 5213098 h 6858000"/>
                <a:gd name="connsiteX722" fmla="*/ 4977080 w 7350919"/>
                <a:gd name="connsiteY722" fmla="*/ 5174093 h 6858000"/>
                <a:gd name="connsiteX723" fmla="*/ 4820204 w 7350919"/>
                <a:gd name="connsiteY723" fmla="*/ 5252960 h 6858000"/>
                <a:gd name="connsiteX724" fmla="*/ 5061519 w 7350919"/>
                <a:gd name="connsiteY724" fmla="*/ 5388406 h 6858000"/>
                <a:gd name="connsiteX725" fmla="*/ 5126671 w 7350919"/>
                <a:gd name="connsiteY725" fmla="*/ 5394406 h 6858000"/>
                <a:gd name="connsiteX726" fmla="*/ 5132242 w 7350919"/>
                <a:gd name="connsiteY726" fmla="*/ 5194667 h 6858000"/>
                <a:gd name="connsiteX727" fmla="*/ 5054661 w 7350919"/>
                <a:gd name="connsiteY727" fmla="*/ 5157377 h 6858000"/>
                <a:gd name="connsiteX728" fmla="*/ 5030659 w 7350919"/>
                <a:gd name="connsiteY728" fmla="*/ 5159520 h 6858000"/>
                <a:gd name="connsiteX729" fmla="*/ 6618714 w 7350919"/>
                <a:gd name="connsiteY729" fmla="*/ 5183523 h 6858000"/>
                <a:gd name="connsiteX730" fmla="*/ 6613142 w 7350919"/>
                <a:gd name="connsiteY730" fmla="*/ 5583430 h 6858000"/>
                <a:gd name="connsiteX731" fmla="*/ 6804738 w 7350919"/>
                <a:gd name="connsiteY731" fmla="*/ 5697873 h 6858000"/>
                <a:gd name="connsiteX732" fmla="*/ 6703582 w 7350919"/>
                <a:gd name="connsiteY732" fmla="*/ 5220813 h 6858000"/>
                <a:gd name="connsiteX733" fmla="*/ 6618714 w 7350919"/>
                <a:gd name="connsiteY733" fmla="*/ 5183523 h 6858000"/>
                <a:gd name="connsiteX734" fmla="*/ 1204323 w 7350919"/>
                <a:gd name="connsiteY734" fmla="*/ 5244816 h 6858000"/>
                <a:gd name="connsiteX735" fmla="*/ 1108739 w 7350919"/>
                <a:gd name="connsiteY735" fmla="*/ 5439411 h 6858000"/>
                <a:gd name="connsiteX736" fmla="*/ 1239041 w 7350919"/>
                <a:gd name="connsiteY736" fmla="*/ 5660153 h 6858000"/>
                <a:gd name="connsiteX737" fmla="*/ 1236470 w 7350919"/>
                <a:gd name="connsiteY737" fmla="*/ 5198953 h 6858000"/>
                <a:gd name="connsiteX738" fmla="*/ 1204323 w 7350919"/>
                <a:gd name="connsiteY738" fmla="*/ 5244816 h 6858000"/>
                <a:gd name="connsiteX739" fmla="*/ 1596515 w 7350919"/>
                <a:gd name="connsiteY739" fmla="*/ 5199381 h 6858000"/>
                <a:gd name="connsiteX740" fmla="*/ 1535221 w 7350919"/>
                <a:gd name="connsiteY740" fmla="*/ 5652438 h 6858000"/>
                <a:gd name="connsiteX741" fmla="*/ 1796254 w 7350919"/>
                <a:gd name="connsiteY741" fmla="*/ 5508421 h 6858000"/>
                <a:gd name="connsiteX742" fmla="*/ 1758963 w 7350919"/>
                <a:gd name="connsiteY742" fmla="*/ 5279106 h 6858000"/>
                <a:gd name="connsiteX743" fmla="*/ 1596515 w 7350919"/>
                <a:gd name="connsiteY743" fmla="*/ 5199381 h 6858000"/>
                <a:gd name="connsiteX744" fmla="*/ 5493574 w 7350919"/>
                <a:gd name="connsiteY744" fmla="*/ 5287250 h 6858000"/>
                <a:gd name="connsiteX745" fmla="*/ 5326410 w 7350919"/>
                <a:gd name="connsiteY745" fmla="*/ 5450556 h 6858000"/>
                <a:gd name="connsiteX746" fmla="*/ 5590443 w 7350919"/>
                <a:gd name="connsiteY746" fmla="*/ 5303538 h 6858000"/>
                <a:gd name="connsiteX747" fmla="*/ 5526577 w 7350919"/>
                <a:gd name="connsiteY747" fmla="*/ 5261104 h 6858000"/>
                <a:gd name="connsiteX748" fmla="*/ 5493574 w 7350919"/>
                <a:gd name="connsiteY748" fmla="*/ 5287250 h 6858000"/>
                <a:gd name="connsiteX749" fmla="*/ 4636323 w 7350919"/>
                <a:gd name="connsiteY749" fmla="*/ 5359687 h 6858000"/>
                <a:gd name="connsiteX750" fmla="*/ 4644038 w 7350919"/>
                <a:gd name="connsiteY750" fmla="*/ 5369974 h 6858000"/>
                <a:gd name="connsiteX751" fmla="*/ 4641895 w 7350919"/>
                <a:gd name="connsiteY751" fmla="*/ 5471558 h 6858000"/>
                <a:gd name="connsiteX752" fmla="*/ 4634180 w 7350919"/>
                <a:gd name="connsiteY752" fmla="*/ 5560284 h 6858000"/>
                <a:gd name="connsiteX753" fmla="*/ 4657755 w 7350919"/>
                <a:gd name="connsiteY753" fmla="*/ 5679441 h 6858000"/>
                <a:gd name="connsiteX754" fmla="*/ 4644467 w 7350919"/>
                <a:gd name="connsiteY754" fmla="*/ 5697873 h 6858000"/>
                <a:gd name="connsiteX755" fmla="*/ 4657755 w 7350919"/>
                <a:gd name="connsiteY755" fmla="*/ 5823031 h 6858000"/>
                <a:gd name="connsiteX756" fmla="*/ 4712190 w 7350919"/>
                <a:gd name="connsiteY756" fmla="*/ 5805886 h 6858000"/>
                <a:gd name="connsiteX757" fmla="*/ 5163961 w 7350919"/>
                <a:gd name="connsiteY757" fmla="*/ 5535424 h 6858000"/>
                <a:gd name="connsiteX758" fmla="*/ 5163961 w 7350919"/>
                <a:gd name="connsiteY758" fmla="*/ 5513992 h 6858000"/>
                <a:gd name="connsiteX759" fmla="*/ 5036659 w 7350919"/>
                <a:gd name="connsiteY759" fmla="*/ 5472844 h 6858000"/>
                <a:gd name="connsiteX760" fmla="*/ 5030230 w 7350919"/>
                <a:gd name="connsiteY760" fmla="*/ 5441984 h 6858000"/>
                <a:gd name="connsiteX761" fmla="*/ 4769197 w 7350919"/>
                <a:gd name="connsiteY761" fmla="*/ 5282535 h 6858000"/>
                <a:gd name="connsiteX762" fmla="*/ 4636323 w 7350919"/>
                <a:gd name="connsiteY762" fmla="*/ 5359687 h 6858000"/>
                <a:gd name="connsiteX763" fmla="*/ 6013924 w 7350919"/>
                <a:gd name="connsiteY763" fmla="*/ 5368260 h 6858000"/>
                <a:gd name="connsiteX764" fmla="*/ 5968490 w 7350919"/>
                <a:gd name="connsiteY764" fmla="*/ 5372975 h 6858000"/>
                <a:gd name="connsiteX765" fmla="*/ 5965918 w 7350919"/>
                <a:gd name="connsiteY765" fmla="*/ 5396978 h 6858000"/>
                <a:gd name="connsiteX766" fmla="*/ 6115937 w 7350919"/>
                <a:gd name="connsiteY766" fmla="*/ 5397407 h 6858000"/>
                <a:gd name="connsiteX767" fmla="*/ 6013924 w 7350919"/>
                <a:gd name="connsiteY767" fmla="*/ 5368260 h 6858000"/>
                <a:gd name="connsiteX768" fmla="*/ 5381703 w 7350919"/>
                <a:gd name="connsiteY768" fmla="*/ 5505420 h 6858000"/>
                <a:gd name="connsiteX769" fmla="*/ 5334125 w 7350919"/>
                <a:gd name="connsiteY769" fmla="*/ 5537567 h 6858000"/>
                <a:gd name="connsiteX770" fmla="*/ 5446425 w 7350919"/>
                <a:gd name="connsiteY770" fmla="*/ 5617291 h 6858000"/>
                <a:gd name="connsiteX771" fmla="*/ 5478572 w 7350919"/>
                <a:gd name="connsiteY771" fmla="*/ 5595003 h 6858000"/>
                <a:gd name="connsiteX772" fmla="*/ 5587443 w 7350919"/>
                <a:gd name="connsiteY772" fmla="*/ 5390977 h 6858000"/>
                <a:gd name="connsiteX773" fmla="*/ 5381703 w 7350919"/>
                <a:gd name="connsiteY773" fmla="*/ 5505420 h 6858000"/>
                <a:gd name="connsiteX774" fmla="*/ 5658166 w 7350919"/>
                <a:gd name="connsiteY774" fmla="*/ 5429982 h 6858000"/>
                <a:gd name="connsiteX775" fmla="*/ 5553153 w 7350919"/>
                <a:gd name="connsiteY775" fmla="*/ 5627578 h 6858000"/>
                <a:gd name="connsiteX776" fmla="*/ 5555296 w 7350919"/>
                <a:gd name="connsiteY776" fmla="*/ 5732591 h 6858000"/>
                <a:gd name="connsiteX777" fmla="*/ 5730174 w 7350919"/>
                <a:gd name="connsiteY777" fmla="*/ 5913471 h 6858000"/>
                <a:gd name="connsiteX778" fmla="*/ 5752034 w 7350919"/>
                <a:gd name="connsiteY778" fmla="*/ 5871037 h 6858000"/>
                <a:gd name="connsiteX779" fmla="*/ 5770894 w 7350919"/>
                <a:gd name="connsiteY779" fmla="*/ 5876609 h 6858000"/>
                <a:gd name="connsiteX780" fmla="*/ 5818900 w 7350919"/>
                <a:gd name="connsiteY780" fmla="*/ 5434268 h 6858000"/>
                <a:gd name="connsiteX781" fmla="*/ 5808184 w 7350919"/>
                <a:gd name="connsiteY781" fmla="*/ 5429125 h 6858000"/>
                <a:gd name="connsiteX782" fmla="*/ 5682597 w 7350919"/>
                <a:gd name="connsiteY782" fmla="*/ 5397407 h 6858000"/>
                <a:gd name="connsiteX783" fmla="*/ 5658166 w 7350919"/>
                <a:gd name="connsiteY783" fmla="*/ 5429982 h 6858000"/>
                <a:gd name="connsiteX784" fmla="*/ 4463587 w 7350919"/>
                <a:gd name="connsiteY784" fmla="*/ 5471130 h 6858000"/>
                <a:gd name="connsiteX785" fmla="*/ 4442585 w 7350919"/>
                <a:gd name="connsiteY785" fmla="*/ 5561999 h 6858000"/>
                <a:gd name="connsiteX786" fmla="*/ 4540740 w 7350919"/>
                <a:gd name="connsiteY786" fmla="*/ 5545711 h 6858000"/>
                <a:gd name="connsiteX787" fmla="*/ 4540740 w 7350919"/>
                <a:gd name="connsiteY787" fmla="*/ 5503705 h 6858000"/>
                <a:gd name="connsiteX788" fmla="*/ 4516308 w 7350919"/>
                <a:gd name="connsiteY788" fmla="*/ 5486989 h 6858000"/>
                <a:gd name="connsiteX789" fmla="*/ 4485019 w 7350919"/>
                <a:gd name="connsiteY789" fmla="*/ 5489561 h 6858000"/>
                <a:gd name="connsiteX790" fmla="*/ 4482447 w 7350919"/>
                <a:gd name="connsiteY790" fmla="*/ 5434697 h 6858000"/>
                <a:gd name="connsiteX791" fmla="*/ 4463587 w 7350919"/>
                <a:gd name="connsiteY791" fmla="*/ 5471130 h 6858000"/>
                <a:gd name="connsiteX792" fmla="*/ 6142940 w 7350919"/>
                <a:gd name="connsiteY792" fmla="*/ 5474559 h 6858000"/>
                <a:gd name="connsiteX793" fmla="*/ 6235095 w 7350919"/>
                <a:gd name="connsiteY793" fmla="*/ 5524708 h 6858000"/>
                <a:gd name="connsiteX794" fmla="*/ 6240238 w 7350919"/>
                <a:gd name="connsiteY794" fmla="*/ 5460843 h 6858000"/>
                <a:gd name="connsiteX795" fmla="*/ 6142940 w 7350919"/>
                <a:gd name="connsiteY795" fmla="*/ 5474559 h 6858000"/>
                <a:gd name="connsiteX796" fmla="*/ 5941915 w 7350919"/>
                <a:gd name="connsiteY796" fmla="*/ 5476702 h 6858000"/>
                <a:gd name="connsiteX797" fmla="*/ 5941915 w 7350919"/>
                <a:gd name="connsiteY797" fmla="*/ 5492561 h 6858000"/>
                <a:gd name="connsiteX798" fmla="*/ 6221808 w 7350919"/>
                <a:gd name="connsiteY798" fmla="*/ 5694872 h 6858000"/>
                <a:gd name="connsiteX799" fmla="*/ 6235095 w 7350919"/>
                <a:gd name="connsiteY799" fmla="*/ 5548282 h 6858000"/>
                <a:gd name="connsiteX800" fmla="*/ 6115080 w 7350919"/>
                <a:gd name="connsiteY800" fmla="*/ 5474131 h 6858000"/>
                <a:gd name="connsiteX801" fmla="*/ 5941915 w 7350919"/>
                <a:gd name="connsiteY801" fmla="*/ 5476702 h 6858000"/>
                <a:gd name="connsiteX802" fmla="*/ 6288244 w 7350919"/>
                <a:gd name="connsiteY802" fmla="*/ 5484846 h 6858000"/>
                <a:gd name="connsiteX803" fmla="*/ 6282672 w 7350919"/>
                <a:gd name="connsiteY803" fmla="*/ 5548711 h 6858000"/>
                <a:gd name="connsiteX804" fmla="*/ 6447693 w 7350919"/>
                <a:gd name="connsiteY804" fmla="*/ 5642151 h 6858000"/>
                <a:gd name="connsiteX805" fmla="*/ 6493127 w 7350919"/>
                <a:gd name="connsiteY805" fmla="*/ 5610004 h 6858000"/>
                <a:gd name="connsiteX806" fmla="*/ 6288244 w 7350919"/>
                <a:gd name="connsiteY806" fmla="*/ 5484846 h 6858000"/>
                <a:gd name="connsiteX807" fmla="*/ 1002012 w 7350919"/>
                <a:gd name="connsiteY807" fmla="*/ 5625863 h 6858000"/>
                <a:gd name="connsiteX808" fmla="*/ 1007155 w 7350919"/>
                <a:gd name="connsiteY808" fmla="*/ 5641723 h 6858000"/>
                <a:gd name="connsiteX809" fmla="*/ 1201751 w 7350919"/>
                <a:gd name="connsiteY809" fmla="*/ 5724447 h 6858000"/>
                <a:gd name="connsiteX810" fmla="*/ 1081736 w 7350919"/>
                <a:gd name="connsiteY810" fmla="*/ 5487418 h 6858000"/>
                <a:gd name="connsiteX811" fmla="*/ 1002012 w 7350919"/>
                <a:gd name="connsiteY811" fmla="*/ 5625863 h 6858000"/>
                <a:gd name="connsiteX812" fmla="*/ 5938915 w 7350919"/>
                <a:gd name="connsiteY812" fmla="*/ 5508849 h 6858000"/>
                <a:gd name="connsiteX813" fmla="*/ 5925199 w 7350919"/>
                <a:gd name="connsiteY813" fmla="*/ 5949047 h 6858000"/>
                <a:gd name="connsiteX814" fmla="*/ 6253097 w 7350919"/>
                <a:gd name="connsiteY814" fmla="*/ 5793885 h 6858000"/>
                <a:gd name="connsiteX815" fmla="*/ 6202090 w 7350919"/>
                <a:gd name="connsiteY815" fmla="*/ 5708588 h 6858000"/>
                <a:gd name="connsiteX816" fmla="*/ 5938915 w 7350919"/>
                <a:gd name="connsiteY816" fmla="*/ 5508849 h 6858000"/>
                <a:gd name="connsiteX817" fmla="*/ 6282672 w 7350919"/>
                <a:gd name="connsiteY817" fmla="*/ 5572714 h 6858000"/>
                <a:gd name="connsiteX818" fmla="*/ 6271956 w 7350919"/>
                <a:gd name="connsiteY818" fmla="*/ 5721875 h 6858000"/>
                <a:gd name="connsiteX819" fmla="*/ 6351681 w 7350919"/>
                <a:gd name="connsiteY819" fmla="*/ 5721447 h 6858000"/>
                <a:gd name="connsiteX820" fmla="*/ 6434405 w 7350919"/>
                <a:gd name="connsiteY820" fmla="*/ 5655439 h 6858000"/>
                <a:gd name="connsiteX821" fmla="*/ 6282672 w 7350919"/>
                <a:gd name="connsiteY821" fmla="*/ 5572714 h 6858000"/>
                <a:gd name="connsiteX822" fmla="*/ 4416867 w 7350919"/>
                <a:gd name="connsiteY822" fmla="*/ 5622435 h 6858000"/>
                <a:gd name="connsiteX823" fmla="*/ 4238559 w 7350919"/>
                <a:gd name="connsiteY823" fmla="*/ 5930616 h 6858000"/>
                <a:gd name="connsiteX824" fmla="*/ 4455015 w 7350919"/>
                <a:gd name="connsiteY824" fmla="*/ 5623292 h 6858000"/>
                <a:gd name="connsiteX825" fmla="*/ 4436584 w 7350919"/>
                <a:gd name="connsiteY825" fmla="*/ 5607433 h 6858000"/>
                <a:gd name="connsiteX826" fmla="*/ 4416867 w 7350919"/>
                <a:gd name="connsiteY826" fmla="*/ 5622435 h 6858000"/>
                <a:gd name="connsiteX827" fmla="*/ 5355556 w 7350919"/>
                <a:gd name="connsiteY827" fmla="*/ 5631007 h 6858000"/>
                <a:gd name="connsiteX828" fmla="*/ 5363700 w 7350919"/>
                <a:gd name="connsiteY828" fmla="*/ 5660153 h 6858000"/>
                <a:gd name="connsiteX829" fmla="*/ 5395418 w 7350919"/>
                <a:gd name="connsiteY829" fmla="*/ 5716304 h 6858000"/>
                <a:gd name="connsiteX830" fmla="*/ 5394561 w 7350919"/>
                <a:gd name="connsiteY830" fmla="*/ 5735592 h 6858000"/>
                <a:gd name="connsiteX831" fmla="*/ 5394990 w 7350919"/>
                <a:gd name="connsiteY831" fmla="*/ 5751451 h 6858000"/>
                <a:gd name="connsiteX832" fmla="*/ 5424994 w 7350919"/>
                <a:gd name="connsiteY832" fmla="*/ 5706445 h 6858000"/>
                <a:gd name="connsiteX833" fmla="*/ 5426279 w 7350919"/>
                <a:gd name="connsiteY833" fmla="*/ 5682014 h 6858000"/>
                <a:gd name="connsiteX834" fmla="*/ 5355556 w 7350919"/>
                <a:gd name="connsiteY834" fmla="*/ 5631007 h 6858000"/>
                <a:gd name="connsiteX835" fmla="*/ 6495699 w 7350919"/>
                <a:gd name="connsiteY835" fmla="*/ 5687157 h 6858000"/>
                <a:gd name="connsiteX836" fmla="*/ 6474696 w 7350919"/>
                <a:gd name="connsiteY836" fmla="*/ 5711160 h 6858000"/>
                <a:gd name="connsiteX837" fmla="*/ 6468695 w 7350919"/>
                <a:gd name="connsiteY837" fmla="*/ 5742878 h 6858000"/>
                <a:gd name="connsiteX838" fmla="*/ 6564708 w 7350919"/>
                <a:gd name="connsiteY838" fmla="*/ 5729591 h 6858000"/>
                <a:gd name="connsiteX839" fmla="*/ 6569851 w 7350919"/>
                <a:gd name="connsiteY839" fmla="*/ 5718875 h 6858000"/>
                <a:gd name="connsiteX840" fmla="*/ 6495699 w 7350919"/>
                <a:gd name="connsiteY840" fmla="*/ 568715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Lst>
              <a:rect l="l" t="t" r="r" b="b"/>
              <a:pathLst>
                <a:path w="7350919" h="6858000">
                  <a:moveTo>
                    <a:pt x="5653879" y="1446"/>
                  </a:moveTo>
                  <a:cubicBezTo>
                    <a:pt x="5655165" y="1446"/>
                    <a:pt x="5703600" y="9161"/>
                    <a:pt x="5704457" y="9590"/>
                  </a:cubicBezTo>
                  <a:cubicBezTo>
                    <a:pt x="5705314" y="18162"/>
                    <a:pt x="5706171" y="27164"/>
                    <a:pt x="5707028" y="35736"/>
                  </a:cubicBezTo>
                  <a:cubicBezTo>
                    <a:pt x="5809898" y="-7126"/>
                    <a:pt x="5810756" y="94458"/>
                    <a:pt x="5813756" y="156180"/>
                  </a:cubicBezTo>
                  <a:cubicBezTo>
                    <a:pt x="7023336" y="95744"/>
                    <a:pt x="6897321" y="334059"/>
                    <a:pt x="6093220" y="466504"/>
                  </a:cubicBezTo>
                  <a:cubicBezTo>
                    <a:pt x="5998494" y="482363"/>
                    <a:pt x="5903339" y="494365"/>
                    <a:pt x="5808184" y="505509"/>
                  </a:cubicBezTo>
                  <a:cubicBezTo>
                    <a:pt x="5815042" y="538513"/>
                    <a:pt x="5835187" y="526512"/>
                    <a:pt x="5840331" y="657242"/>
                  </a:cubicBezTo>
                  <a:cubicBezTo>
                    <a:pt x="5848046" y="652956"/>
                    <a:pt x="5855333" y="646527"/>
                    <a:pt x="5864334" y="646098"/>
                  </a:cubicBezTo>
                  <a:cubicBezTo>
                    <a:pt x="5873335" y="652099"/>
                    <a:pt x="5872049" y="656385"/>
                    <a:pt x="5833044" y="758826"/>
                  </a:cubicBezTo>
                  <a:cubicBezTo>
                    <a:pt x="5833044" y="797831"/>
                    <a:pt x="5836474" y="836836"/>
                    <a:pt x="5837759" y="875841"/>
                  </a:cubicBezTo>
                  <a:cubicBezTo>
                    <a:pt x="5831330" y="877556"/>
                    <a:pt x="5825329" y="879270"/>
                    <a:pt x="5818900" y="881413"/>
                  </a:cubicBezTo>
                  <a:cubicBezTo>
                    <a:pt x="5829616" y="1187880"/>
                    <a:pt x="5840331" y="1493918"/>
                    <a:pt x="5851047" y="1800385"/>
                  </a:cubicBezTo>
                  <a:cubicBezTo>
                    <a:pt x="5955631" y="1803814"/>
                    <a:pt x="6004923" y="1787098"/>
                    <a:pt x="6005780" y="1869822"/>
                  </a:cubicBezTo>
                  <a:cubicBezTo>
                    <a:pt x="6077361" y="1863822"/>
                    <a:pt x="6149370" y="1862107"/>
                    <a:pt x="6221379" y="1859535"/>
                  </a:cubicBezTo>
                  <a:cubicBezTo>
                    <a:pt x="6304960" y="1856535"/>
                    <a:pt x="6388114" y="1855249"/>
                    <a:pt x="6471696" y="1853535"/>
                  </a:cubicBezTo>
                  <a:cubicBezTo>
                    <a:pt x="6471696" y="1841105"/>
                    <a:pt x="6471696" y="1828674"/>
                    <a:pt x="6471696" y="1816244"/>
                  </a:cubicBezTo>
                  <a:cubicBezTo>
                    <a:pt x="6478554" y="1813673"/>
                    <a:pt x="6485840" y="1811101"/>
                    <a:pt x="6493127" y="1808100"/>
                  </a:cubicBezTo>
                  <a:cubicBezTo>
                    <a:pt x="6493984" y="1800814"/>
                    <a:pt x="6494842" y="1793956"/>
                    <a:pt x="6495699" y="1786669"/>
                  </a:cubicBezTo>
                  <a:cubicBezTo>
                    <a:pt x="6491412" y="1783240"/>
                    <a:pt x="6486698" y="1779383"/>
                    <a:pt x="6482411" y="1775954"/>
                  </a:cubicBezTo>
                  <a:cubicBezTo>
                    <a:pt x="6484983" y="1772525"/>
                    <a:pt x="6487555" y="1768667"/>
                    <a:pt x="6490555" y="1765238"/>
                  </a:cubicBezTo>
                  <a:cubicBezTo>
                    <a:pt x="6487984" y="1760094"/>
                    <a:pt x="6485412" y="1754522"/>
                    <a:pt x="6482411" y="1749379"/>
                  </a:cubicBezTo>
                  <a:cubicBezTo>
                    <a:pt x="6485840" y="1746807"/>
                    <a:pt x="6489269" y="1744235"/>
                    <a:pt x="6492698" y="1741664"/>
                  </a:cubicBezTo>
                  <a:cubicBezTo>
                    <a:pt x="6486269" y="1733948"/>
                    <a:pt x="6482840" y="1724090"/>
                    <a:pt x="6481554" y="1713803"/>
                  </a:cubicBezTo>
                  <a:cubicBezTo>
                    <a:pt x="6468695" y="1714660"/>
                    <a:pt x="6456694" y="1719375"/>
                    <a:pt x="6445550" y="1725376"/>
                  </a:cubicBezTo>
                  <a:cubicBezTo>
                    <a:pt x="6433548" y="1768238"/>
                    <a:pt x="6384685" y="1797814"/>
                    <a:pt x="6394972" y="1725376"/>
                  </a:cubicBezTo>
                  <a:cubicBezTo>
                    <a:pt x="6400544" y="1691943"/>
                    <a:pt x="6422832" y="1632364"/>
                    <a:pt x="6427976" y="1625935"/>
                  </a:cubicBezTo>
                  <a:cubicBezTo>
                    <a:pt x="6433119" y="1621220"/>
                    <a:pt x="6442549" y="1618220"/>
                    <a:pt x="6448121" y="1624220"/>
                  </a:cubicBezTo>
                  <a:cubicBezTo>
                    <a:pt x="6464838" y="1642223"/>
                    <a:pt x="6442549" y="1679084"/>
                    <a:pt x="6485412" y="1673084"/>
                  </a:cubicBezTo>
                  <a:cubicBezTo>
                    <a:pt x="6490127" y="1630221"/>
                    <a:pt x="6482840" y="1628507"/>
                    <a:pt x="6517130" y="1626364"/>
                  </a:cubicBezTo>
                  <a:cubicBezTo>
                    <a:pt x="6539419" y="1023717"/>
                    <a:pt x="6554420" y="1020716"/>
                    <a:pt x="6546277" y="1628935"/>
                  </a:cubicBezTo>
                  <a:cubicBezTo>
                    <a:pt x="6558278" y="1630221"/>
                    <a:pt x="6570279" y="1634079"/>
                    <a:pt x="6580995" y="1640079"/>
                  </a:cubicBezTo>
                  <a:cubicBezTo>
                    <a:pt x="6576709" y="1642651"/>
                    <a:pt x="6571994" y="1645652"/>
                    <a:pt x="6567708" y="1648223"/>
                  </a:cubicBezTo>
                  <a:cubicBezTo>
                    <a:pt x="6586567" y="1677799"/>
                    <a:pt x="6564279" y="1728805"/>
                    <a:pt x="6571994" y="1754951"/>
                  </a:cubicBezTo>
                  <a:cubicBezTo>
                    <a:pt x="6562135" y="1758809"/>
                    <a:pt x="6550991" y="1762238"/>
                    <a:pt x="6547134" y="1772953"/>
                  </a:cubicBezTo>
                  <a:cubicBezTo>
                    <a:pt x="6556135" y="1775954"/>
                    <a:pt x="6565136" y="1778525"/>
                    <a:pt x="6574137" y="1781097"/>
                  </a:cubicBezTo>
                  <a:cubicBezTo>
                    <a:pt x="6570279" y="1783240"/>
                    <a:pt x="6565993" y="1784955"/>
                    <a:pt x="6562135" y="1787098"/>
                  </a:cubicBezTo>
                  <a:cubicBezTo>
                    <a:pt x="6561278" y="1793956"/>
                    <a:pt x="6560421" y="1800814"/>
                    <a:pt x="6559564" y="1808100"/>
                  </a:cubicBezTo>
                  <a:cubicBezTo>
                    <a:pt x="6565565" y="1813673"/>
                    <a:pt x="6571994" y="1818816"/>
                    <a:pt x="6578423" y="1824388"/>
                  </a:cubicBezTo>
                  <a:cubicBezTo>
                    <a:pt x="6577566" y="1835961"/>
                    <a:pt x="6576709" y="1847534"/>
                    <a:pt x="6575852" y="1858678"/>
                  </a:cubicBezTo>
                  <a:cubicBezTo>
                    <a:pt x="7535114" y="1897254"/>
                    <a:pt x="7602837" y="2150143"/>
                    <a:pt x="6637145" y="2135999"/>
                  </a:cubicBezTo>
                  <a:cubicBezTo>
                    <a:pt x="6637145" y="2151858"/>
                    <a:pt x="6637145" y="2168146"/>
                    <a:pt x="6637145" y="2184005"/>
                  </a:cubicBezTo>
                  <a:cubicBezTo>
                    <a:pt x="6610570" y="2213151"/>
                    <a:pt x="6623000" y="2204579"/>
                    <a:pt x="6600712" y="2211008"/>
                  </a:cubicBezTo>
                  <a:cubicBezTo>
                    <a:pt x="6593425" y="2220438"/>
                    <a:pt x="6581853" y="2224724"/>
                    <a:pt x="6570279" y="2226867"/>
                  </a:cubicBezTo>
                  <a:cubicBezTo>
                    <a:pt x="6565565" y="2253871"/>
                    <a:pt x="6565136" y="2281731"/>
                    <a:pt x="6562564" y="2309163"/>
                  </a:cubicBezTo>
                  <a:cubicBezTo>
                    <a:pt x="6556992" y="2310878"/>
                    <a:pt x="6551849" y="2312592"/>
                    <a:pt x="6546705" y="2314735"/>
                  </a:cubicBezTo>
                  <a:cubicBezTo>
                    <a:pt x="6537704" y="2667922"/>
                    <a:pt x="6529132" y="3021109"/>
                    <a:pt x="6520130" y="3374725"/>
                  </a:cubicBezTo>
                  <a:cubicBezTo>
                    <a:pt x="6527845" y="3376440"/>
                    <a:pt x="6538990" y="3375582"/>
                    <a:pt x="6543276" y="3383726"/>
                  </a:cubicBezTo>
                  <a:cubicBezTo>
                    <a:pt x="6545848" y="3397442"/>
                    <a:pt x="6545419" y="3412015"/>
                    <a:pt x="6546705" y="3425731"/>
                  </a:cubicBezTo>
                  <a:cubicBezTo>
                    <a:pt x="6566851" y="3429160"/>
                    <a:pt x="6589568" y="3429589"/>
                    <a:pt x="6606284" y="3443733"/>
                  </a:cubicBezTo>
                  <a:cubicBezTo>
                    <a:pt x="6603712" y="3471594"/>
                    <a:pt x="6604141" y="3499455"/>
                    <a:pt x="6602426" y="3527315"/>
                  </a:cubicBezTo>
                  <a:cubicBezTo>
                    <a:pt x="6583567" y="3530745"/>
                    <a:pt x="6565136" y="3534602"/>
                    <a:pt x="6546705" y="3538031"/>
                  </a:cubicBezTo>
                  <a:cubicBezTo>
                    <a:pt x="6547134" y="3568463"/>
                    <a:pt x="6547134" y="3599325"/>
                    <a:pt x="6538990" y="3628899"/>
                  </a:cubicBezTo>
                  <a:cubicBezTo>
                    <a:pt x="6536847" y="3637472"/>
                    <a:pt x="6531703" y="3644759"/>
                    <a:pt x="6525702" y="3651188"/>
                  </a:cubicBezTo>
                  <a:cubicBezTo>
                    <a:pt x="6519702" y="3886932"/>
                    <a:pt x="6514987" y="4123104"/>
                    <a:pt x="6509415" y="4358848"/>
                  </a:cubicBezTo>
                  <a:cubicBezTo>
                    <a:pt x="6568136" y="4367849"/>
                    <a:pt x="6581424" y="4376422"/>
                    <a:pt x="6577137" y="4404282"/>
                  </a:cubicBezTo>
                  <a:cubicBezTo>
                    <a:pt x="6593854" y="4417141"/>
                    <a:pt x="6749016" y="4872341"/>
                    <a:pt x="6754160" y="4888200"/>
                  </a:cubicBezTo>
                  <a:cubicBezTo>
                    <a:pt x="6766590" y="4893772"/>
                    <a:pt x="6779877" y="4893772"/>
                    <a:pt x="6762732" y="4934492"/>
                  </a:cubicBezTo>
                  <a:cubicBezTo>
                    <a:pt x="6764875" y="4938778"/>
                    <a:pt x="6917037" y="5292393"/>
                    <a:pt x="6935897" y="5429982"/>
                  </a:cubicBezTo>
                  <a:cubicBezTo>
                    <a:pt x="6971901" y="5441555"/>
                    <a:pt x="6962043" y="5441555"/>
                    <a:pt x="6977902" y="5495562"/>
                  </a:cubicBezTo>
                  <a:cubicBezTo>
                    <a:pt x="6975330" y="5497705"/>
                    <a:pt x="6972758" y="5500277"/>
                    <a:pt x="6970615" y="5502848"/>
                  </a:cubicBezTo>
                  <a:cubicBezTo>
                    <a:pt x="6971472" y="5506277"/>
                    <a:pt x="6972758" y="5509706"/>
                    <a:pt x="6974044" y="5513135"/>
                  </a:cubicBezTo>
                  <a:cubicBezTo>
                    <a:pt x="6972758" y="5514421"/>
                    <a:pt x="6970615" y="5516993"/>
                    <a:pt x="6969329" y="5518279"/>
                  </a:cubicBezTo>
                  <a:cubicBezTo>
                    <a:pt x="6971472" y="5522565"/>
                    <a:pt x="6974044" y="5526423"/>
                    <a:pt x="6976616" y="5530709"/>
                  </a:cubicBezTo>
                  <a:cubicBezTo>
                    <a:pt x="6972758" y="5540138"/>
                    <a:pt x="6980045" y="5547425"/>
                    <a:pt x="6986474" y="5552997"/>
                  </a:cubicBezTo>
                  <a:cubicBezTo>
                    <a:pt x="6988189" y="5564999"/>
                    <a:pt x="6992904" y="5578715"/>
                    <a:pt x="6986903" y="5590288"/>
                  </a:cubicBezTo>
                  <a:cubicBezTo>
                    <a:pt x="6959043" y="5636579"/>
                    <a:pt x="6814596" y="5621577"/>
                    <a:pt x="6863888" y="5559856"/>
                  </a:cubicBezTo>
                  <a:cubicBezTo>
                    <a:pt x="6865174" y="5554283"/>
                    <a:pt x="6860030" y="5549997"/>
                    <a:pt x="6857458" y="5545282"/>
                  </a:cubicBezTo>
                  <a:cubicBezTo>
                    <a:pt x="6861744" y="5540996"/>
                    <a:pt x="6863031" y="5535424"/>
                    <a:pt x="6860459" y="5529423"/>
                  </a:cubicBezTo>
                  <a:cubicBezTo>
                    <a:pt x="6862602" y="5527280"/>
                    <a:pt x="6865174" y="5525136"/>
                    <a:pt x="6867317" y="5522993"/>
                  </a:cubicBezTo>
                  <a:cubicBezTo>
                    <a:pt x="6863459" y="5510992"/>
                    <a:pt x="6839885" y="5498562"/>
                    <a:pt x="6882747" y="5469415"/>
                  </a:cubicBezTo>
                  <a:cubicBezTo>
                    <a:pt x="6877604" y="5379404"/>
                    <a:pt x="6749445" y="5047220"/>
                    <a:pt x="6717298" y="4963638"/>
                  </a:cubicBezTo>
                  <a:cubicBezTo>
                    <a:pt x="6708297" y="4966210"/>
                    <a:pt x="6699724" y="4968782"/>
                    <a:pt x="6690723" y="4971782"/>
                  </a:cubicBezTo>
                  <a:cubicBezTo>
                    <a:pt x="6744730" y="5225957"/>
                    <a:pt x="6799165" y="5479702"/>
                    <a:pt x="6853172" y="5733449"/>
                  </a:cubicBezTo>
                  <a:cubicBezTo>
                    <a:pt x="7122777" y="5896326"/>
                    <a:pt x="7170354" y="5910042"/>
                    <a:pt x="7205073" y="5975622"/>
                  </a:cubicBezTo>
                  <a:cubicBezTo>
                    <a:pt x="7252651" y="5961905"/>
                    <a:pt x="7356378" y="6102923"/>
                    <a:pt x="7350377" y="6108066"/>
                  </a:cubicBezTo>
                  <a:cubicBezTo>
                    <a:pt x="7289941" y="6170217"/>
                    <a:pt x="7203359" y="6196792"/>
                    <a:pt x="7184499" y="6113639"/>
                  </a:cubicBezTo>
                  <a:cubicBezTo>
                    <a:pt x="7181928" y="6110639"/>
                    <a:pt x="7178927" y="6108496"/>
                    <a:pt x="7176355" y="6105923"/>
                  </a:cubicBezTo>
                  <a:cubicBezTo>
                    <a:pt x="7177641" y="6104638"/>
                    <a:pt x="7180213" y="6101637"/>
                    <a:pt x="7181499" y="6100352"/>
                  </a:cubicBezTo>
                  <a:cubicBezTo>
                    <a:pt x="7175927" y="6095637"/>
                    <a:pt x="7169926" y="6092636"/>
                    <a:pt x="7163068" y="6090493"/>
                  </a:cubicBezTo>
                  <a:cubicBezTo>
                    <a:pt x="7164783" y="6087493"/>
                    <a:pt x="7166497" y="6084921"/>
                    <a:pt x="7168211" y="6081920"/>
                  </a:cubicBezTo>
                  <a:cubicBezTo>
                    <a:pt x="7163925" y="6075491"/>
                    <a:pt x="7137779" y="6069919"/>
                    <a:pt x="7148495" y="6031343"/>
                  </a:cubicBezTo>
                  <a:cubicBezTo>
                    <a:pt x="7102632" y="5971764"/>
                    <a:pt x="6943183" y="5880467"/>
                    <a:pt x="6877175" y="5842748"/>
                  </a:cubicBezTo>
                  <a:cubicBezTo>
                    <a:pt x="6882319" y="5875323"/>
                    <a:pt x="6887462" y="5907899"/>
                    <a:pt x="6893034" y="5940474"/>
                  </a:cubicBezTo>
                  <a:cubicBezTo>
                    <a:pt x="6930753" y="5949475"/>
                    <a:pt x="6924753" y="5974764"/>
                    <a:pt x="6930324" y="6009483"/>
                  </a:cubicBezTo>
                  <a:cubicBezTo>
                    <a:pt x="6926896" y="6012912"/>
                    <a:pt x="6922609" y="6015912"/>
                    <a:pt x="6920895" y="6021056"/>
                  </a:cubicBezTo>
                  <a:cubicBezTo>
                    <a:pt x="6921323" y="6028771"/>
                    <a:pt x="6929039" y="6032629"/>
                    <a:pt x="6934182" y="6036486"/>
                  </a:cubicBezTo>
                  <a:cubicBezTo>
                    <a:pt x="6931182" y="6039486"/>
                    <a:pt x="6924753" y="6041630"/>
                    <a:pt x="6925610" y="6046773"/>
                  </a:cubicBezTo>
                  <a:cubicBezTo>
                    <a:pt x="6928181" y="6051488"/>
                    <a:pt x="6932896" y="6054488"/>
                    <a:pt x="6936754" y="6058346"/>
                  </a:cubicBezTo>
                  <a:cubicBezTo>
                    <a:pt x="6934182" y="6060061"/>
                    <a:pt x="6931611" y="6061775"/>
                    <a:pt x="6929039" y="6063918"/>
                  </a:cubicBezTo>
                  <a:cubicBezTo>
                    <a:pt x="6932468" y="6072491"/>
                    <a:pt x="6938897" y="6079349"/>
                    <a:pt x="6946184" y="6085350"/>
                  </a:cubicBezTo>
                  <a:cubicBezTo>
                    <a:pt x="6948327" y="6096494"/>
                    <a:pt x="6951756" y="6107638"/>
                    <a:pt x="6953042" y="6119211"/>
                  </a:cubicBezTo>
                  <a:cubicBezTo>
                    <a:pt x="6948327" y="6137213"/>
                    <a:pt x="6893034" y="6139785"/>
                    <a:pt x="6874603" y="6140213"/>
                  </a:cubicBezTo>
                  <a:cubicBezTo>
                    <a:pt x="6834741" y="6123926"/>
                    <a:pt x="6811596" y="6102923"/>
                    <a:pt x="6820597" y="6057061"/>
                  </a:cubicBezTo>
                  <a:cubicBezTo>
                    <a:pt x="6831312" y="6052345"/>
                    <a:pt x="6828741" y="6041630"/>
                    <a:pt x="6824883" y="6033057"/>
                  </a:cubicBezTo>
                  <a:cubicBezTo>
                    <a:pt x="6834741" y="6027485"/>
                    <a:pt x="6827883" y="6017198"/>
                    <a:pt x="6824026" y="6009912"/>
                  </a:cubicBezTo>
                  <a:cubicBezTo>
                    <a:pt x="6826597" y="6007769"/>
                    <a:pt x="6829169" y="6006054"/>
                    <a:pt x="6831741" y="6004339"/>
                  </a:cubicBezTo>
                  <a:cubicBezTo>
                    <a:pt x="6828741" y="5997482"/>
                    <a:pt x="6823597" y="5992338"/>
                    <a:pt x="6817596" y="5988051"/>
                  </a:cubicBezTo>
                  <a:cubicBezTo>
                    <a:pt x="6815882" y="5964477"/>
                    <a:pt x="6821883" y="5954191"/>
                    <a:pt x="6847171" y="5940474"/>
                  </a:cubicBezTo>
                  <a:cubicBezTo>
                    <a:pt x="6842028" y="5898040"/>
                    <a:pt x="6836455" y="5855607"/>
                    <a:pt x="6831312" y="5813173"/>
                  </a:cubicBezTo>
                  <a:cubicBezTo>
                    <a:pt x="6763161" y="5774168"/>
                    <a:pt x="6694581" y="5735163"/>
                    <a:pt x="6626001" y="5696158"/>
                  </a:cubicBezTo>
                  <a:cubicBezTo>
                    <a:pt x="6623429" y="5719304"/>
                    <a:pt x="6620857" y="5742450"/>
                    <a:pt x="6617857" y="5765596"/>
                  </a:cubicBezTo>
                  <a:cubicBezTo>
                    <a:pt x="6411260" y="5820031"/>
                    <a:pt x="6485840" y="5802457"/>
                    <a:pt x="6343537" y="5811458"/>
                  </a:cubicBezTo>
                  <a:cubicBezTo>
                    <a:pt x="6332393" y="5817888"/>
                    <a:pt x="6079075" y="5997482"/>
                    <a:pt x="6034070" y="6029200"/>
                  </a:cubicBezTo>
                  <a:cubicBezTo>
                    <a:pt x="6033213" y="6036058"/>
                    <a:pt x="6032355" y="6043344"/>
                    <a:pt x="6031498" y="6050202"/>
                  </a:cubicBezTo>
                  <a:cubicBezTo>
                    <a:pt x="6003209" y="6054060"/>
                    <a:pt x="5975348" y="6057061"/>
                    <a:pt x="5947059" y="6060918"/>
                  </a:cubicBezTo>
                  <a:cubicBezTo>
                    <a:pt x="5931628" y="6082778"/>
                    <a:pt x="5909768" y="6087064"/>
                    <a:pt x="5872049" y="6084921"/>
                  </a:cubicBezTo>
                  <a:cubicBezTo>
                    <a:pt x="5871192" y="6089207"/>
                    <a:pt x="5865191" y="6125211"/>
                    <a:pt x="5846761" y="6112353"/>
                  </a:cubicBezTo>
                  <a:cubicBezTo>
                    <a:pt x="5843760" y="6107638"/>
                    <a:pt x="5841617" y="6102923"/>
                    <a:pt x="5839045" y="6098208"/>
                  </a:cubicBezTo>
                  <a:cubicBezTo>
                    <a:pt x="5829616" y="6096494"/>
                    <a:pt x="5826186" y="6108924"/>
                    <a:pt x="5818042" y="6111924"/>
                  </a:cubicBezTo>
                  <a:cubicBezTo>
                    <a:pt x="5810756" y="6111496"/>
                    <a:pt x="5805612" y="6105923"/>
                    <a:pt x="5800040" y="6101637"/>
                  </a:cubicBezTo>
                  <a:cubicBezTo>
                    <a:pt x="5806041" y="6077634"/>
                    <a:pt x="5784610" y="6060061"/>
                    <a:pt x="5767465" y="6047202"/>
                  </a:cubicBezTo>
                  <a:cubicBezTo>
                    <a:pt x="5726746" y="6244798"/>
                    <a:pt x="5686026" y="6442823"/>
                    <a:pt x="5645307" y="6640419"/>
                  </a:cubicBezTo>
                  <a:cubicBezTo>
                    <a:pt x="5668452" y="6658421"/>
                    <a:pt x="5667167" y="6689711"/>
                    <a:pt x="5663737" y="6723143"/>
                  </a:cubicBezTo>
                  <a:cubicBezTo>
                    <a:pt x="5650879" y="6733002"/>
                    <a:pt x="5650022" y="6729144"/>
                    <a:pt x="5654308" y="6752290"/>
                  </a:cubicBezTo>
                  <a:cubicBezTo>
                    <a:pt x="5652165" y="6754433"/>
                    <a:pt x="5650022" y="6756576"/>
                    <a:pt x="5648736" y="6759148"/>
                  </a:cubicBezTo>
                  <a:cubicBezTo>
                    <a:pt x="5648736" y="6764720"/>
                    <a:pt x="5652593" y="6769435"/>
                    <a:pt x="5654736" y="6774578"/>
                  </a:cubicBezTo>
                  <a:cubicBezTo>
                    <a:pt x="5642306" y="6786580"/>
                    <a:pt x="5640592" y="6784437"/>
                    <a:pt x="5655593" y="6802010"/>
                  </a:cubicBezTo>
                  <a:cubicBezTo>
                    <a:pt x="5652165" y="6820870"/>
                    <a:pt x="5655593" y="6844444"/>
                    <a:pt x="5640163" y="6859018"/>
                  </a:cubicBezTo>
                  <a:lnTo>
                    <a:pt x="5639735" y="6860303"/>
                  </a:lnTo>
                  <a:lnTo>
                    <a:pt x="5635448" y="6860303"/>
                  </a:lnTo>
                  <a:cubicBezTo>
                    <a:pt x="5592586" y="6839301"/>
                    <a:pt x="5517576" y="6883021"/>
                    <a:pt x="5551438" y="6775864"/>
                  </a:cubicBezTo>
                  <a:cubicBezTo>
                    <a:pt x="5556581" y="6773293"/>
                    <a:pt x="5563439" y="6772864"/>
                    <a:pt x="5566011" y="6767292"/>
                  </a:cubicBezTo>
                  <a:cubicBezTo>
                    <a:pt x="5566440" y="6761720"/>
                    <a:pt x="5563011" y="6756576"/>
                    <a:pt x="5560867" y="6751862"/>
                  </a:cubicBezTo>
                  <a:cubicBezTo>
                    <a:pt x="5564297" y="6749718"/>
                    <a:pt x="5568154" y="6748432"/>
                    <a:pt x="5571155" y="6745861"/>
                  </a:cubicBezTo>
                  <a:cubicBezTo>
                    <a:pt x="5573726" y="6739431"/>
                    <a:pt x="5568583" y="6733859"/>
                    <a:pt x="5566440" y="6728287"/>
                  </a:cubicBezTo>
                  <a:cubicBezTo>
                    <a:pt x="5570298" y="6726144"/>
                    <a:pt x="5575441" y="6725716"/>
                    <a:pt x="5578441" y="6721858"/>
                  </a:cubicBezTo>
                  <a:cubicBezTo>
                    <a:pt x="5581013" y="6714142"/>
                    <a:pt x="5575869" y="6706856"/>
                    <a:pt x="5573298" y="6699998"/>
                  </a:cubicBezTo>
                  <a:cubicBezTo>
                    <a:pt x="5578441" y="6664850"/>
                    <a:pt x="5574155" y="6643848"/>
                    <a:pt x="5613160" y="6635704"/>
                  </a:cubicBezTo>
                  <a:cubicBezTo>
                    <a:pt x="5655165" y="6435108"/>
                    <a:pt x="5696742" y="6234940"/>
                    <a:pt x="5738318" y="6034343"/>
                  </a:cubicBezTo>
                  <a:cubicBezTo>
                    <a:pt x="5730174" y="6030914"/>
                    <a:pt x="5722459" y="6027057"/>
                    <a:pt x="5714315" y="6023628"/>
                  </a:cubicBezTo>
                  <a:cubicBezTo>
                    <a:pt x="5715172" y="6010340"/>
                    <a:pt x="5716030" y="5997053"/>
                    <a:pt x="5716887" y="5983765"/>
                  </a:cubicBezTo>
                  <a:cubicBezTo>
                    <a:pt x="5655593" y="5919901"/>
                    <a:pt x="5594729" y="5856035"/>
                    <a:pt x="5533435" y="5792170"/>
                  </a:cubicBezTo>
                  <a:cubicBezTo>
                    <a:pt x="5499145" y="5796885"/>
                    <a:pt x="5445567" y="5789170"/>
                    <a:pt x="5411277" y="5783598"/>
                  </a:cubicBezTo>
                  <a:cubicBezTo>
                    <a:pt x="5419850" y="5800314"/>
                    <a:pt x="5436995" y="5880895"/>
                    <a:pt x="5320409" y="5850463"/>
                  </a:cubicBezTo>
                  <a:cubicBezTo>
                    <a:pt x="5329410" y="5771596"/>
                    <a:pt x="5301549" y="5831603"/>
                    <a:pt x="5333268" y="5669583"/>
                  </a:cubicBezTo>
                  <a:cubicBezTo>
                    <a:pt x="5301549" y="5649438"/>
                    <a:pt x="5288691" y="5603575"/>
                    <a:pt x="5280118" y="5565427"/>
                  </a:cubicBezTo>
                  <a:cubicBezTo>
                    <a:pt x="4759339" y="5855178"/>
                    <a:pt x="4790200" y="5825603"/>
                    <a:pt x="4758482" y="5876180"/>
                  </a:cubicBezTo>
                  <a:cubicBezTo>
                    <a:pt x="4786342" y="5900183"/>
                    <a:pt x="4728049" y="5991481"/>
                    <a:pt x="4686044" y="5994910"/>
                  </a:cubicBezTo>
                  <a:cubicBezTo>
                    <a:pt x="4687758" y="6010769"/>
                    <a:pt x="4689473" y="6026628"/>
                    <a:pt x="4691187" y="6042487"/>
                  </a:cubicBezTo>
                  <a:cubicBezTo>
                    <a:pt x="4697188" y="6042487"/>
                    <a:pt x="4703617" y="6042487"/>
                    <a:pt x="4709618" y="6042487"/>
                  </a:cubicBezTo>
                  <a:cubicBezTo>
                    <a:pt x="4714333" y="6070776"/>
                    <a:pt x="4718619" y="6099065"/>
                    <a:pt x="4722906" y="6127355"/>
                  </a:cubicBezTo>
                  <a:cubicBezTo>
                    <a:pt x="4747337" y="6129498"/>
                    <a:pt x="4751624" y="6129498"/>
                    <a:pt x="4758482" y="6151787"/>
                  </a:cubicBezTo>
                  <a:cubicBezTo>
                    <a:pt x="4762339" y="6150072"/>
                    <a:pt x="4766626" y="6148357"/>
                    <a:pt x="4770912" y="6146643"/>
                  </a:cubicBezTo>
                  <a:cubicBezTo>
                    <a:pt x="4806059" y="5934902"/>
                    <a:pt x="4887498" y="6266658"/>
                    <a:pt x="4817203" y="6254228"/>
                  </a:cubicBezTo>
                  <a:cubicBezTo>
                    <a:pt x="4814203" y="6252513"/>
                    <a:pt x="4770483" y="6192077"/>
                    <a:pt x="4768340" y="6189505"/>
                  </a:cubicBezTo>
                  <a:cubicBezTo>
                    <a:pt x="4754195" y="6222510"/>
                    <a:pt x="4741337" y="6214794"/>
                    <a:pt x="4701474" y="6229368"/>
                  </a:cubicBezTo>
                  <a:cubicBezTo>
                    <a:pt x="4704903" y="6258514"/>
                    <a:pt x="4708332" y="6287660"/>
                    <a:pt x="4712190" y="6316807"/>
                  </a:cubicBezTo>
                  <a:cubicBezTo>
                    <a:pt x="4717334" y="6317236"/>
                    <a:pt x="4722477" y="6316807"/>
                    <a:pt x="4727192" y="6318522"/>
                  </a:cubicBezTo>
                  <a:cubicBezTo>
                    <a:pt x="4748195" y="6334381"/>
                    <a:pt x="4837349" y="6579554"/>
                    <a:pt x="4786771" y="6612987"/>
                  </a:cubicBezTo>
                  <a:cubicBezTo>
                    <a:pt x="4628608" y="6718429"/>
                    <a:pt x="4597747" y="6506259"/>
                    <a:pt x="4648325" y="6327951"/>
                  </a:cubicBezTo>
                  <a:cubicBezTo>
                    <a:pt x="4652611" y="6327094"/>
                    <a:pt x="4657326" y="6326237"/>
                    <a:pt x="4661612" y="6325380"/>
                  </a:cubicBezTo>
                  <a:cubicBezTo>
                    <a:pt x="4656469" y="6296233"/>
                    <a:pt x="4650897" y="6266658"/>
                    <a:pt x="4645753" y="6237512"/>
                  </a:cubicBezTo>
                  <a:cubicBezTo>
                    <a:pt x="4635895" y="6236654"/>
                    <a:pt x="4626036" y="6235797"/>
                    <a:pt x="4616607" y="6234940"/>
                  </a:cubicBezTo>
                  <a:cubicBezTo>
                    <a:pt x="4607605" y="6177933"/>
                    <a:pt x="4599033" y="6121354"/>
                    <a:pt x="4590032" y="6064347"/>
                  </a:cubicBezTo>
                  <a:cubicBezTo>
                    <a:pt x="4595176" y="6060489"/>
                    <a:pt x="4600747" y="6057061"/>
                    <a:pt x="4605891" y="6053631"/>
                  </a:cubicBezTo>
                  <a:cubicBezTo>
                    <a:pt x="4589175" y="5940046"/>
                    <a:pt x="4572030" y="5826460"/>
                    <a:pt x="4555313" y="5712874"/>
                  </a:cubicBezTo>
                  <a:cubicBezTo>
                    <a:pt x="4550598" y="5710303"/>
                    <a:pt x="4546312" y="5707302"/>
                    <a:pt x="4542026" y="5704730"/>
                  </a:cubicBezTo>
                  <a:cubicBezTo>
                    <a:pt x="4539454" y="5683299"/>
                    <a:pt x="4536882" y="5662296"/>
                    <a:pt x="4533882" y="5640865"/>
                  </a:cubicBezTo>
                  <a:cubicBezTo>
                    <a:pt x="4525738" y="5649009"/>
                    <a:pt x="4518023" y="5656725"/>
                    <a:pt x="4509879" y="5664869"/>
                  </a:cubicBezTo>
                  <a:cubicBezTo>
                    <a:pt x="4500878" y="5659725"/>
                    <a:pt x="4492306" y="5654153"/>
                    <a:pt x="4483304" y="5649009"/>
                  </a:cubicBezTo>
                  <a:cubicBezTo>
                    <a:pt x="4407866" y="5754880"/>
                    <a:pt x="4332428" y="5860322"/>
                    <a:pt x="4256990" y="5966192"/>
                  </a:cubicBezTo>
                  <a:cubicBezTo>
                    <a:pt x="4258705" y="5969621"/>
                    <a:pt x="4260419" y="5973050"/>
                    <a:pt x="4262134" y="5976907"/>
                  </a:cubicBezTo>
                  <a:cubicBezTo>
                    <a:pt x="4227844" y="6020627"/>
                    <a:pt x="4148548" y="6140213"/>
                    <a:pt x="4101828" y="6086635"/>
                  </a:cubicBezTo>
                  <a:cubicBezTo>
                    <a:pt x="3946666" y="6247799"/>
                    <a:pt x="3717780" y="6374243"/>
                    <a:pt x="3509040" y="6443252"/>
                  </a:cubicBezTo>
                  <a:cubicBezTo>
                    <a:pt x="3515469" y="6517832"/>
                    <a:pt x="3368022" y="6541407"/>
                    <a:pt x="3360735" y="6470255"/>
                  </a:cubicBezTo>
                  <a:cubicBezTo>
                    <a:pt x="3139136" y="6523833"/>
                    <a:pt x="2887533" y="6491257"/>
                    <a:pt x="2684793" y="6408962"/>
                  </a:cubicBezTo>
                  <a:cubicBezTo>
                    <a:pt x="2681364" y="6414105"/>
                    <a:pt x="2677507" y="6419677"/>
                    <a:pt x="2674078" y="6424820"/>
                  </a:cubicBezTo>
                  <a:cubicBezTo>
                    <a:pt x="2649218" y="6424820"/>
                    <a:pt x="2624357" y="6424820"/>
                    <a:pt x="2599497" y="6424820"/>
                  </a:cubicBezTo>
                  <a:cubicBezTo>
                    <a:pt x="2579780" y="6404247"/>
                    <a:pt x="2560492" y="6384101"/>
                    <a:pt x="2540775" y="6363527"/>
                  </a:cubicBezTo>
                  <a:cubicBezTo>
                    <a:pt x="2540775" y="6355383"/>
                    <a:pt x="2540775" y="6347668"/>
                    <a:pt x="2540775" y="6339524"/>
                  </a:cubicBezTo>
                  <a:cubicBezTo>
                    <a:pt x="2329892" y="6243083"/>
                    <a:pt x="2138725" y="6069062"/>
                    <a:pt x="2018710" y="5899755"/>
                  </a:cubicBezTo>
                  <a:cubicBezTo>
                    <a:pt x="2012281" y="5903184"/>
                    <a:pt x="2006280" y="5907042"/>
                    <a:pt x="1999851" y="5910470"/>
                  </a:cubicBezTo>
                  <a:cubicBezTo>
                    <a:pt x="1935128" y="5885611"/>
                    <a:pt x="1899124" y="5826460"/>
                    <a:pt x="1938557" y="5782741"/>
                  </a:cubicBezTo>
                  <a:cubicBezTo>
                    <a:pt x="1904267" y="5733020"/>
                    <a:pt x="1880264" y="5677727"/>
                    <a:pt x="1855833" y="5622863"/>
                  </a:cubicBezTo>
                  <a:cubicBezTo>
                    <a:pt x="1831830" y="5701730"/>
                    <a:pt x="1807827" y="5781026"/>
                    <a:pt x="1783824" y="5859893"/>
                  </a:cubicBezTo>
                  <a:cubicBezTo>
                    <a:pt x="1788967" y="5860750"/>
                    <a:pt x="1794539" y="5861607"/>
                    <a:pt x="1799683" y="5862893"/>
                  </a:cubicBezTo>
                  <a:cubicBezTo>
                    <a:pt x="1788110" y="5916900"/>
                    <a:pt x="1776537" y="5971336"/>
                    <a:pt x="1764964" y="6025342"/>
                  </a:cubicBezTo>
                  <a:cubicBezTo>
                    <a:pt x="1749962" y="6025342"/>
                    <a:pt x="1734960" y="6025342"/>
                    <a:pt x="1719530" y="6025342"/>
                  </a:cubicBezTo>
                  <a:cubicBezTo>
                    <a:pt x="1711815" y="6051917"/>
                    <a:pt x="1703671" y="6078492"/>
                    <a:pt x="1695955" y="6104638"/>
                  </a:cubicBezTo>
                  <a:cubicBezTo>
                    <a:pt x="1740532" y="6127355"/>
                    <a:pt x="1686954" y="6571839"/>
                    <a:pt x="1525791" y="6347239"/>
                  </a:cubicBezTo>
                  <a:cubicBezTo>
                    <a:pt x="1520648" y="6339095"/>
                    <a:pt x="1515076" y="6328808"/>
                    <a:pt x="1517647" y="6318950"/>
                  </a:cubicBezTo>
                  <a:cubicBezTo>
                    <a:pt x="1548080" y="6273516"/>
                    <a:pt x="1598229" y="6096922"/>
                    <a:pt x="1644949" y="6086207"/>
                  </a:cubicBezTo>
                  <a:cubicBezTo>
                    <a:pt x="1652236" y="6060489"/>
                    <a:pt x="1659094" y="6034772"/>
                    <a:pt x="1666380" y="6009054"/>
                  </a:cubicBezTo>
                  <a:cubicBezTo>
                    <a:pt x="1625661" y="5988051"/>
                    <a:pt x="1665095" y="6015484"/>
                    <a:pt x="1562653" y="5918614"/>
                  </a:cubicBezTo>
                  <a:cubicBezTo>
                    <a:pt x="1564368" y="5915185"/>
                    <a:pt x="1566082" y="5911328"/>
                    <a:pt x="1567797" y="5907899"/>
                  </a:cubicBezTo>
                  <a:cubicBezTo>
                    <a:pt x="1593514" y="5915185"/>
                    <a:pt x="1619232" y="5922044"/>
                    <a:pt x="1644949" y="5929330"/>
                  </a:cubicBezTo>
                  <a:cubicBezTo>
                    <a:pt x="1668523" y="5907899"/>
                    <a:pt x="1658237" y="5931473"/>
                    <a:pt x="1687383" y="5833318"/>
                  </a:cubicBezTo>
                  <a:cubicBezTo>
                    <a:pt x="1693384" y="5832461"/>
                    <a:pt x="1699813" y="5831603"/>
                    <a:pt x="1706242" y="5830746"/>
                  </a:cubicBezTo>
                  <a:cubicBezTo>
                    <a:pt x="1728531" y="5754451"/>
                    <a:pt x="1750391" y="5678156"/>
                    <a:pt x="1773108" y="5601432"/>
                  </a:cubicBezTo>
                  <a:cubicBezTo>
                    <a:pt x="1684383" y="5643008"/>
                    <a:pt x="1653950" y="5652867"/>
                    <a:pt x="1471785" y="5772025"/>
                  </a:cubicBezTo>
                  <a:cubicBezTo>
                    <a:pt x="1470927" y="5778883"/>
                    <a:pt x="1470070" y="5786169"/>
                    <a:pt x="1469213" y="5793456"/>
                  </a:cubicBezTo>
                  <a:cubicBezTo>
                    <a:pt x="1330338" y="5788312"/>
                    <a:pt x="1365914" y="5819174"/>
                    <a:pt x="1287905" y="5809744"/>
                  </a:cubicBezTo>
                  <a:cubicBezTo>
                    <a:pt x="1268188" y="5822174"/>
                    <a:pt x="1248042" y="5834604"/>
                    <a:pt x="1224039" y="5836747"/>
                  </a:cubicBezTo>
                  <a:cubicBezTo>
                    <a:pt x="1224039" y="5831175"/>
                    <a:pt x="1224039" y="5825603"/>
                    <a:pt x="1224039" y="5820031"/>
                  </a:cubicBezTo>
                  <a:cubicBezTo>
                    <a:pt x="1218896" y="5822602"/>
                    <a:pt x="1213324" y="5825174"/>
                    <a:pt x="1208180" y="5828175"/>
                  </a:cubicBezTo>
                  <a:cubicBezTo>
                    <a:pt x="1203894" y="5826460"/>
                    <a:pt x="1199179" y="5824745"/>
                    <a:pt x="1194893" y="5823031"/>
                  </a:cubicBezTo>
                  <a:cubicBezTo>
                    <a:pt x="1194036" y="5815744"/>
                    <a:pt x="1193178" y="5808887"/>
                    <a:pt x="1192321" y="5801600"/>
                  </a:cubicBezTo>
                  <a:cubicBezTo>
                    <a:pt x="1116026" y="5765166"/>
                    <a:pt x="1039731" y="5728733"/>
                    <a:pt x="963007" y="5692300"/>
                  </a:cubicBezTo>
                  <a:cubicBezTo>
                    <a:pt x="639395" y="6247799"/>
                    <a:pt x="665970" y="6187362"/>
                    <a:pt x="614106" y="6326237"/>
                  </a:cubicBezTo>
                  <a:cubicBezTo>
                    <a:pt x="650968" y="6419677"/>
                    <a:pt x="607677" y="6359670"/>
                    <a:pt x="615820" y="6410247"/>
                  </a:cubicBezTo>
                  <a:cubicBezTo>
                    <a:pt x="609391" y="6417106"/>
                    <a:pt x="606391" y="6413248"/>
                    <a:pt x="615820" y="6431250"/>
                  </a:cubicBezTo>
                  <a:cubicBezTo>
                    <a:pt x="604247" y="6437251"/>
                    <a:pt x="616678" y="6530691"/>
                    <a:pt x="552812" y="6504974"/>
                  </a:cubicBezTo>
                  <a:cubicBezTo>
                    <a:pt x="495377" y="6485256"/>
                    <a:pt x="464516" y="6482256"/>
                    <a:pt x="463658" y="6454396"/>
                  </a:cubicBezTo>
                  <a:cubicBezTo>
                    <a:pt x="464087" y="6441537"/>
                    <a:pt x="470945" y="6429964"/>
                    <a:pt x="475660" y="6417963"/>
                  </a:cubicBezTo>
                  <a:cubicBezTo>
                    <a:pt x="491519" y="6413676"/>
                    <a:pt x="491948" y="6417534"/>
                    <a:pt x="495377" y="6391817"/>
                  </a:cubicBezTo>
                  <a:cubicBezTo>
                    <a:pt x="498377" y="6389673"/>
                    <a:pt x="502663" y="6388387"/>
                    <a:pt x="504806" y="6384959"/>
                  </a:cubicBezTo>
                  <a:cubicBezTo>
                    <a:pt x="505664" y="6379815"/>
                    <a:pt x="504378" y="6375100"/>
                    <a:pt x="503521" y="6370385"/>
                  </a:cubicBezTo>
                  <a:cubicBezTo>
                    <a:pt x="512950" y="6361384"/>
                    <a:pt x="515093" y="6365671"/>
                    <a:pt x="508235" y="6344668"/>
                  </a:cubicBezTo>
                  <a:cubicBezTo>
                    <a:pt x="530953" y="6300948"/>
                    <a:pt x="533953" y="6283374"/>
                    <a:pt x="574672" y="6288947"/>
                  </a:cubicBezTo>
                  <a:cubicBezTo>
                    <a:pt x="636394" y="6140642"/>
                    <a:pt x="572101" y="6265372"/>
                    <a:pt x="920573" y="5655439"/>
                  </a:cubicBezTo>
                  <a:cubicBezTo>
                    <a:pt x="912429" y="5635293"/>
                    <a:pt x="912429" y="5618148"/>
                    <a:pt x="936432" y="5599289"/>
                  </a:cubicBezTo>
                  <a:cubicBezTo>
                    <a:pt x="941147" y="5601003"/>
                    <a:pt x="945433" y="5603147"/>
                    <a:pt x="950148" y="5604861"/>
                  </a:cubicBezTo>
                  <a:cubicBezTo>
                    <a:pt x="983152" y="5546139"/>
                    <a:pt x="1015728" y="5487846"/>
                    <a:pt x="1048732" y="5429125"/>
                  </a:cubicBezTo>
                  <a:cubicBezTo>
                    <a:pt x="1003297" y="5356687"/>
                    <a:pt x="963007" y="5367831"/>
                    <a:pt x="921001" y="5287679"/>
                  </a:cubicBezTo>
                  <a:cubicBezTo>
                    <a:pt x="611534" y="5522565"/>
                    <a:pt x="625679" y="5509278"/>
                    <a:pt x="618821" y="5523422"/>
                  </a:cubicBezTo>
                  <a:cubicBezTo>
                    <a:pt x="613677" y="5533709"/>
                    <a:pt x="611106" y="5546568"/>
                    <a:pt x="617535" y="5556426"/>
                  </a:cubicBezTo>
                  <a:cubicBezTo>
                    <a:pt x="621821" y="5563713"/>
                    <a:pt x="623964" y="5573571"/>
                    <a:pt x="617106" y="5580429"/>
                  </a:cubicBezTo>
                  <a:cubicBezTo>
                    <a:pt x="604247" y="5595003"/>
                    <a:pt x="602533" y="5615577"/>
                    <a:pt x="605533" y="5634436"/>
                  </a:cubicBezTo>
                  <a:cubicBezTo>
                    <a:pt x="609820" y="5651152"/>
                    <a:pt x="540382" y="5660582"/>
                    <a:pt x="523666" y="5648152"/>
                  </a:cubicBezTo>
                  <a:cubicBezTo>
                    <a:pt x="501806" y="5632722"/>
                    <a:pt x="491090" y="5607433"/>
                    <a:pt x="477374" y="5585144"/>
                  </a:cubicBezTo>
                  <a:cubicBezTo>
                    <a:pt x="454657" y="5551712"/>
                    <a:pt x="1040159" y="5037790"/>
                    <a:pt x="1236041" y="5044648"/>
                  </a:cubicBezTo>
                  <a:cubicBezTo>
                    <a:pt x="1234326" y="4790045"/>
                    <a:pt x="1232612" y="4535013"/>
                    <a:pt x="1230469" y="4280410"/>
                  </a:cubicBezTo>
                  <a:cubicBezTo>
                    <a:pt x="1146030" y="4263693"/>
                    <a:pt x="993010" y="4226831"/>
                    <a:pt x="961292" y="4146678"/>
                  </a:cubicBezTo>
                  <a:cubicBezTo>
                    <a:pt x="912429" y="5006500"/>
                    <a:pt x="964721" y="4842337"/>
                    <a:pt x="797986" y="5041219"/>
                  </a:cubicBezTo>
                  <a:cubicBezTo>
                    <a:pt x="785985" y="5055364"/>
                    <a:pt x="774840" y="5069937"/>
                    <a:pt x="761553" y="5082367"/>
                  </a:cubicBezTo>
                  <a:cubicBezTo>
                    <a:pt x="692116" y="5150519"/>
                    <a:pt x="696402" y="5216956"/>
                    <a:pt x="705832" y="5311682"/>
                  </a:cubicBezTo>
                  <a:cubicBezTo>
                    <a:pt x="678400" y="5337828"/>
                    <a:pt x="654397" y="5326683"/>
                    <a:pt x="626107" y="5301823"/>
                  </a:cubicBezTo>
                  <a:cubicBezTo>
                    <a:pt x="646681" y="5278677"/>
                    <a:pt x="649682" y="5245673"/>
                    <a:pt x="652682" y="5216098"/>
                  </a:cubicBezTo>
                  <a:cubicBezTo>
                    <a:pt x="656968" y="5213526"/>
                    <a:pt x="661683" y="5210526"/>
                    <a:pt x="665970" y="5207954"/>
                  </a:cubicBezTo>
                  <a:cubicBezTo>
                    <a:pt x="668541" y="5191667"/>
                    <a:pt x="670256" y="5174950"/>
                    <a:pt x="672827" y="5158662"/>
                  </a:cubicBezTo>
                  <a:cubicBezTo>
                    <a:pt x="679257" y="5131659"/>
                    <a:pt x="695116" y="5107656"/>
                    <a:pt x="713118" y="5087510"/>
                  </a:cubicBezTo>
                  <a:cubicBezTo>
                    <a:pt x="731549" y="5066079"/>
                    <a:pt x="749980" y="5044648"/>
                    <a:pt x="768411" y="5023217"/>
                  </a:cubicBezTo>
                  <a:cubicBezTo>
                    <a:pt x="1031158" y="4728323"/>
                    <a:pt x="841706" y="4366135"/>
                    <a:pt x="934717" y="4070383"/>
                  </a:cubicBezTo>
                  <a:cubicBezTo>
                    <a:pt x="860565" y="4035665"/>
                    <a:pt x="879853" y="4029664"/>
                    <a:pt x="889283" y="3948654"/>
                  </a:cubicBezTo>
                  <a:cubicBezTo>
                    <a:pt x="869995" y="3925508"/>
                    <a:pt x="880711" y="3907077"/>
                    <a:pt x="899999" y="3880931"/>
                  </a:cubicBezTo>
                  <a:cubicBezTo>
                    <a:pt x="899999" y="3868501"/>
                    <a:pt x="899999" y="3856071"/>
                    <a:pt x="899999" y="3843212"/>
                  </a:cubicBezTo>
                  <a:cubicBezTo>
                    <a:pt x="870424" y="3837640"/>
                    <a:pt x="868709" y="3842355"/>
                    <a:pt x="861851" y="3862072"/>
                  </a:cubicBezTo>
                  <a:cubicBezTo>
                    <a:pt x="846849" y="3859500"/>
                    <a:pt x="832276" y="3856928"/>
                    <a:pt x="817274" y="3853928"/>
                  </a:cubicBezTo>
                  <a:cubicBezTo>
                    <a:pt x="812988" y="3821352"/>
                    <a:pt x="820275" y="3787920"/>
                    <a:pt x="833562" y="3757916"/>
                  </a:cubicBezTo>
                  <a:cubicBezTo>
                    <a:pt x="848564" y="3759630"/>
                    <a:pt x="863994" y="3761345"/>
                    <a:pt x="878996" y="3763488"/>
                  </a:cubicBezTo>
                  <a:cubicBezTo>
                    <a:pt x="878996" y="3772489"/>
                    <a:pt x="878996" y="3781919"/>
                    <a:pt x="878996" y="3790920"/>
                  </a:cubicBezTo>
                  <a:cubicBezTo>
                    <a:pt x="969865" y="3808922"/>
                    <a:pt x="945004" y="3786205"/>
                    <a:pt x="966864" y="3065686"/>
                  </a:cubicBezTo>
                  <a:cubicBezTo>
                    <a:pt x="952720" y="3064829"/>
                    <a:pt x="938146" y="3063972"/>
                    <a:pt x="924002" y="3063114"/>
                  </a:cubicBezTo>
                  <a:cubicBezTo>
                    <a:pt x="910714" y="3033111"/>
                    <a:pt x="906428" y="2996678"/>
                    <a:pt x="923573" y="2967103"/>
                  </a:cubicBezTo>
                  <a:cubicBezTo>
                    <a:pt x="938146" y="2967103"/>
                    <a:pt x="952291" y="2967103"/>
                    <a:pt x="966436" y="2967103"/>
                  </a:cubicBezTo>
                  <a:cubicBezTo>
                    <a:pt x="968150" y="2917382"/>
                    <a:pt x="969865" y="2867662"/>
                    <a:pt x="971579" y="2817941"/>
                  </a:cubicBezTo>
                  <a:cubicBezTo>
                    <a:pt x="975008" y="2815369"/>
                    <a:pt x="978866" y="2812369"/>
                    <a:pt x="982295" y="2809797"/>
                  </a:cubicBezTo>
                  <a:cubicBezTo>
                    <a:pt x="986152" y="2733073"/>
                    <a:pt x="991725" y="2745075"/>
                    <a:pt x="968579" y="2729216"/>
                  </a:cubicBezTo>
                  <a:cubicBezTo>
                    <a:pt x="964721" y="2708642"/>
                    <a:pt x="968579" y="2686353"/>
                    <a:pt x="984009" y="2671351"/>
                  </a:cubicBezTo>
                  <a:cubicBezTo>
                    <a:pt x="988724" y="2649920"/>
                    <a:pt x="985295" y="2650349"/>
                    <a:pt x="1009298" y="2655063"/>
                  </a:cubicBezTo>
                  <a:cubicBezTo>
                    <a:pt x="1013584" y="2651634"/>
                    <a:pt x="1017871" y="2648206"/>
                    <a:pt x="1022157" y="2644777"/>
                  </a:cubicBezTo>
                  <a:cubicBezTo>
                    <a:pt x="1027729" y="2616059"/>
                    <a:pt x="989153" y="2549622"/>
                    <a:pt x="1248471" y="2532905"/>
                  </a:cubicBezTo>
                  <a:cubicBezTo>
                    <a:pt x="1255329" y="1758809"/>
                    <a:pt x="1281904" y="1952976"/>
                    <a:pt x="1173890" y="1688943"/>
                  </a:cubicBezTo>
                  <a:cubicBezTo>
                    <a:pt x="1124598" y="1688085"/>
                    <a:pt x="1091594" y="1581358"/>
                    <a:pt x="1112168" y="1544067"/>
                  </a:cubicBezTo>
                  <a:cubicBezTo>
                    <a:pt x="969865" y="1208454"/>
                    <a:pt x="993868" y="1178879"/>
                    <a:pt x="859279" y="1208025"/>
                  </a:cubicBezTo>
                  <a:cubicBezTo>
                    <a:pt x="840848" y="1207168"/>
                    <a:pt x="823703" y="1191309"/>
                    <a:pt x="826275" y="1171592"/>
                  </a:cubicBezTo>
                  <a:cubicBezTo>
                    <a:pt x="856708" y="1153162"/>
                    <a:pt x="878996" y="1130444"/>
                    <a:pt x="900856" y="1140731"/>
                  </a:cubicBezTo>
                  <a:cubicBezTo>
                    <a:pt x="905571" y="1137302"/>
                    <a:pt x="910714" y="1134302"/>
                    <a:pt x="915429" y="1130873"/>
                  </a:cubicBezTo>
                  <a:cubicBezTo>
                    <a:pt x="911572" y="1059721"/>
                    <a:pt x="847278" y="1119729"/>
                    <a:pt x="423796" y="846695"/>
                  </a:cubicBezTo>
                  <a:cubicBezTo>
                    <a:pt x="-789641" y="59310"/>
                    <a:pt x="899570" y="208472"/>
                    <a:pt x="1877692" y="916560"/>
                  </a:cubicBezTo>
                  <a:cubicBezTo>
                    <a:pt x="2512486" y="1367903"/>
                    <a:pt x="2032426" y="1532923"/>
                    <a:pt x="1047874" y="1157448"/>
                  </a:cubicBezTo>
                  <a:cubicBezTo>
                    <a:pt x="1052161" y="1171592"/>
                    <a:pt x="1056876" y="1185737"/>
                    <a:pt x="1061162" y="1199882"/>
                  </a:cubicBezTo>
                  <a:cubicBezTo>
                    <a:pt x="1053875" y="1205025"/>
                    <a:pt x="1047017" y="1210597"/>
                    <a:pt x="1039731" y="1215741"/>
                  </a:cubicBezTo>
                  <a:cubicBezTo>
                    <a:pt x="1084308" y="1314324"/>
                    <a:pt x="1128456" y="1412908"/>
                    <a:pt x="1173033" y="1511063"/>
                  </a:cubicBezTo>
                  <a:cubicBezTo>
                    <a:pt x="1269045" y="1484489"/>
                    <a:pt x="1364200" y="1467772"/>
                    <a:pt x="1365057" y="1567213"/>
                  </a:cubicBezTo>
                  <a:cubicBezTo>
                    <a:pt x="1372772" y="1566356"/>
                    <a:pt x="1380916" y="1565499"/>
                    <a:pt x="1388631" y="1564642"/>
                  </a:cubicBezTo>
                  <a:cubicBezTo>
                    <a:pt x="1397632" y="1538067"/>
                    <a:pt x="1406205" y="1511492"/>
                    <a:pt x="1415206" y="1484917"/>
                  </a:cubicBezTo>
                  <a:cubicBezTo>
                    <a:pt x="1424207" y="1486632"/>
                    <a:pt x="1432780" y="1488346"/>
                    <a:pt x="1441781" y="1490061"/>
                  </a:cubicBezTo>
                  <a:cubicBezTo>
                    <a:pt x="1458069" y="1635365"/>
                    <a:pt x="1458926" y="1598074"/>
                    <a:pt x="1439209" y="1697944"/>
                  </a:cubicBezTo>
                  <a:cubicBezTo>
                    <a:pt x="1432780" y="1695372"/>
                    <a:pt x="1426779" y="1692800"/>
                    <a:pt x="1420350" y="1689800"/>
                  </a:cubicBezTo>
                  <a:cubicBezTo>
                    <a:pt x="1410491" y="1667512"/>
                    <a:pt x="1401061" y="1645223"/>
                    <a:pt x="1391203" y="1623363"/>
                  </a:cubicBezTo>
                  <a:cubicBezTo>
                    <a:pt x="1382202" y="1624220"/>
                    <a:pt x="1373630" y="1625078"/>
                    <a:pt x="1364628" y="1625935"/>
                  </a:cubicBezTo>
                  <a:cubicBezTo>
                    <a:pt x="1364200" y="1647795"/>
                    <a:pt x="1360771" y="1675655"/>
                    <a:pt x="1337625" y="1685514"/>
                  </a:cubicBezTo>
                  <a:cubicBezTo>
                    <a:pt x="1336339" y="1724090"/>
                    <a:pt x="1335910" y="1763095"/>
                    <a:pt x="1335053" y="1801671"/>
                  </a:cubicBezTo>
                  <a:cubicBezTo>
                    <a:pt x="1329052" y="1805100"/>
                    <a:pt x="1322623" y="1808958"/>
                    <a:pt x="1316622" y="1812387"/>
                  </a:cubicBezTo>
                  <a:cubicBezTo>
                    <a:pt x="1317051" y="1905827"/>
                    <a:pt x="1461069" y="2166860"/>
                    <a:pt x="1496645" y="2250442"/>
                  </a:cubicBezTo>
                  <a:cubicBezTo>
                    <a:pt x="1498788" y="2265443"/>
                    <a:pt x="1490215" y="2309163"/>
                    <a:pt x="1420350" y="2286875"/>
                  </a:cubicBezTo>
                  <a:cubicBezTo>
                    <a:pt x="1347055" y="2106424"/>
                    <a:pt x="1441781" y="2282588"/>
                    <a:pt x="1319194" y="2045130"/>
                  </a:cubicBezTo>
                  <a:cubicBezTo>
                    <a:pt x="1317051" y="2205436"/>
                    <a:pt x="1315765" y="2365742"/>
                    <a:pt x="1313622" y="2526047"/>
                  </a:cubicBezTo>
                  <a:cubicBezTo>
                    <a:pt x="1359485" y="2515332"/>
                    <a:pt x="1436209" y="2517046"/>
                    <a:pt x="1483786" y="2518332"/>
                  </a:cubicBezTo>
                  <a:cubicBezTo>
                    <a:pt x="1463212" y="2472469"/>
                    <a:pt x="1559224" y="2252585"/>
                    <a:pt x="1582370" y="2235440"/>
                  </a:cubicBezTo>
                  <a:cubicBezTo>
                    <a:pt x="1627804" y="2241440"/>
                    <a:pt x="1673238" y="2246155"/>
                    <a:pt x="1718673" y="2251727"/>
                  </a:cubicBezTo>
                  <a:cubicBezTo>
                    <a:pt x="1745247" y="2214008"/>
                    <a:pt x="1737103" y="2211008"/>
                    <a:pt x="1763678" y="2193006"/>
                  </a:cubicBezTo>
                  <a:cubicBezTo>
                    <a:pt x="1805255" y="2201150"/>
                    <a:pt x="1827543" y="2187862"/>
                    <a:pt x="1809541" y="2270587"/>
                  </a:cubicBezTo>
                  <a:cubicBezTo>
                    <a:pt x="1876835" y="2280874"/>
                    <a:pt x="1893980" y="2287303"/>
                    <a:pt x="1897409" y="2273159"/>
                  </a:cubicBezTo>
                  <a:cubicBezTo>
                    <a:pt x="1891837" y="2256871"/>
                    <a:pt x="1873835" y="2250870"/>
                    <a:pt x="1916269" y="2235011"/>
                  </a:cubicBezTo>
                  <a:cubicBezTo>
                    <a:pt x="1931271" y="2192149"/>
                    <a:pt x="1920555" y="2187862"/>
                    <a:pt x="1899124" y="2187434"/>
                  </a:cubicBezTo>
                  <a:cubicBezTo>
                    <a:pt x="1866120" y="2146286"/>
                    <a:pt x="2051714" y="2103423"/>
                    <a:pt x="1999422" y="2169860"/>
                  </a:cubicBezTo>
                  <a:cubicBezTo>
                    <a:pt x="1988278" y="2180147"/>
                    <a:pt x="1955702" y="2192577"/>
                    <a:pt x="1960846" y="2249156"/>
                  </a:cubicBezTo>
                  <a:cubicBezTo>
                    <a:pt x="1985277" y="2250442"/>
                    <a:pt x="2009280" y="2250870"/>
                    <a:pt x="2033712" y="2252156"/>
                  </a:cubicBezTo>
                  <a:cubicBezTo>
                    <a:pt x="2044856" y="2230296"/>
                    <a:pt x="2041856" y="2184862"/>
                    <a:pt x="2073574" y="2200292"/>
                  </a:cubicBezTo>
                  <a:cubicBezTo>
                    <a:pt x="2101435" y="2100851"/>
                    <a:pt x="2091148" y="2155715"/>
                    <a:pt x="2131439" y="1972692"/>
                  </a:cubicBezTo>
                  <a:cubicBezTo>
                    <a:pt x="2118580" y="1941403"/>
                    <a:pt x="2125009" y="1934116"/>
                    <a:pt x="2144297" y="1921257"/>
                  </a:cubicBezTo>
                  <a:cubicBezTo>
                    <a:pt x="2149869" y="1887396"/>
                    <a:pt x="2152870" y="1894254"/>
                    <a:pt x="2166157" y="1894254"/>
                  </a:cubicBezTo>
                  <a:cubicBezTo>
                    <a:pt x="2196590" y="1865965"/>
                    <a:pt x="2236880" y="1852249"/>
                    <a:pt x="2274599" y="1836818"/>
                  </a:cubicBezTo>
                  <a:cubicBezTo>
                    <a:pt x="2275028" y="1808529"/>
                    <a:pt x="2273742" y="1801242"/>
                    <a:pt x="2304603" y="1812387"/>
                  </a:cubicBezTo>
                  <a:cubicBezTo>
                    <a:pt x="2472195" y="1674798"/>
                    <a:pt x="2827954" y="1721947"/>
                    <a:pt x="3040124" y="1766524"/>
                  </a:cubicBezTo>
                  <a:cubicBezTo>
                    <a:pt x="3094130" y="1777239"/>
                    <a:pt x="3147708" y="1790098"/>
                    <a:pt x="3200858" y="1803814"/>
                  </a:cubicBezTo>
                  <a:cubicBezTo>
                    <a:pt x="3295156" y="1827817"/>
                    <a:pt x="3387738" y="1859107"/>
                    <a:pt x="3475178" y="1901969"/>
                  </a:cubicBezTo>
                  <a:cubicBezTo>
                    <a:pt x="3526185" y="1927687"/>
                    <a:pt x="3575905" y="1957262"/>
                    <a:pt x="3618339" y="1996267"/>
                  </a:cubicBezTo>
                  <a:cubicBezTo>
                    <a:pt x="3700635" y="2074277"/>
                    <a:pt x="3680490" y="2110281"/>
                    <a:pt x="3674060" y="2172432"/>
                  </a:cubicBezTo>
                  <a:cubicBezTo>
                    <a:pt x="3720352" y="2227725"/>
                    <a:pt x="3674060" y="2250442"/>
                    <a:pt x="3660773" y="2332309"/>
                  </a:cubicBezTo>
                  <a:cubicBezTo>
                    <a:pt x="3654343" y="2331452"/>
                    <a:pt x="3648343" y="2330595"/>
                    <a:pt x="3642342" y="2329737"/>
                  </a:cubicBezTo>
                  <a:cubicBezTo>
                    <a:pt x="3636770" y="2355455"/>
                    <a:pt x="3631626" y="2381172"/>
                    <a:pt x="3626483" y="2406890"/>
                  </a:cubicBezTo>
                  <a:cubicBezTo>
                    <a:pt x="3629912" y="2411176"/>
                    <a:pt x="3633769" y="2415891"/>
                    <a:pt x="3637198" y="2420177"/>
                  </a:cubicBezTo>
                  <a:cubicBezTo>
                    <a:pt x="3629912" y="2456610"/>
                    <a:pt x="3623054" y="2493043"/>
                    <a:pt x="3615767" y="2529476"/>
                  </a:cubicBezTo>
                  <a:cubicBezTo>
                    <a:pt x="3633341" y="2535048"/>
                    <a:pt x="3651343" y="2538906"/>
                    <a:pt x="3668488" y="2545764"/>
                  </a:cubicBezTo>
                  <a:cubicBezTo>
                    <a:pt x="3693348" y="2570196"/>
                    <a:pt x="3663345" y="2621202"/>
                    <a:pt x="3639770" y="2649491"/>
                  </a:cubicBezTo>
                  <a:cubicBezTo>
                    <a:pt x="3625625" y="2646062"/>
                    <a:pt x="3611481" y="2642205"/>
                    <a:pt x="3596908" y="2638776"/>
                  </a:cubicBezTo>
                  <a:cubicBezTo>
                    <a:pt x="3580191" y="2736502"/>
                    <a:pt x="3563046" y="2833800"/>
                    <a:pt x="3546330" y="2931527"/>
                  </a:cubicBezTo>
                  <a:cubicBezTo>
                    <a:pt x="3551473" y="2939671"/>
                    <a:pt x="3556617" y="2948672"/>
                    <a:pt x="3555331" y="2958530"/>
                  </a:cubicBezTo>
                  <a:cubicBezTo>
                    <a:pt x="3554474" y="2968388"/>
                    <a:pt x="3547616" y="2976104"/>
                    <a:pt x="3541186" y="2982962"/>
                  </a:cubicBezTo>
                  <a:cubicBezTo>
                    <a:pt x="3546330" y="2997106"/>
                    <a:pt x="3550616" y="3012965"/>
                    <a:pt x="3546330" y="3028396"/>
                  </a:cubicBezTo>
                  <a:cubicBezTo>
                    <a:pt x="3543758" y="3037826"/>
                    <a:pt x="3537329" y="3045541"/>
                    <a:pt x="3530471" y="3052828"/>
                  </a:cubicBezTo>
                  <a:cubicBezTo>
                    <a:pt x="3528328" y="3073402"/>
                    <a:pt x="3524041" y="3094833"/>
                    <a:pt x="3512897" y="3112406"/>
                  </a:cubicBezTo>
                  <a:cubicBezTo>
                    <a:pt x="3506468" y="3121836"/>
                    <a:pt x="3508611" y="3134695"/>
                    <a:pt x="3501753" y="3143696"/>
                  </a:cubicBezTo>
                  <a:cubicBezTo>
                    <a:pt x="3497038" y="3149697"/>
                    <a:pt x="3489751" y="3144982"/>
                    <a:pt x="3484179" y="3143696"/>
                  </a:cubicBezTo>
                  <a:cubicBezTo>
                    <a:pt x="3322159" y="3224706"/>
                    <a:pt x="3100131" y="3216562"/>
                    <a:pt x="2920537" y="3193845"/>
                  </a:cubicBezTo>
                  <a:cubicBezTo>
                    <a:pt x="2793664" y="3176700"/>
                    <a:pt x="2667648" y="3150125"/>
                    <a:pt x="2544633" y="3113692"/>
                  </a:cubicBezTo>
                  <a:cubicBezTo>
                    <a:pt x="2534775" y="3358437"/>
                    <a:pt x="2525345" y="3603611"/>
                    <a:pt x="2515058" y="3848356"/>
                  </a:cubicBezTo>
                  <a:cubicBezTo>
                    <a:pt x="2537347" y="3817066"/>
                    <a:pt x="2625643" y="3775918"/>
                    <a:pt x="2653933" y="3774203"/>
                  </a:cubicBezTo>
                  <a:cubicBezTo>
                    <a:pt x="2755945" y="3657617"/>
                    <a:pt x="2903821" y="3564177"/>
                    <a:pt x="3042695" y="3500312"/>
                  </a:cubicBezTo>
                  <a:cubicBezTo>
                    <a:pt x="3040124" y="3489596"/>
                    <a:pt x="3037552" y="3478881"/>
                    <a:pt x="3034552" y="3468165"/>
                  </a:cubicBezTo>
                  <a:cubicBezTo>
                    <a:pt x="3084701" y="3431303"/>
                    <a:pt x="3115990" y="3434304"/>
                    <a:pt x="3139136" y="3443733"/>
                  </a:cubicBezTo>
                  <a:cubicBezTo>
                    <a:pt x="3142136" y="3442019"/>
                    <a:pt x="3145137" y="3440733"/>
                    <a:pt x="3148137" y="3439019"/>
                  </a:cubicBezTo>
                  <a:cubicBezTo>
                    <a:pt x="3154995" y="3412444"/>
                    <a:pt x="3172997" y="3406872"/>
                    <a:pt x="3207287" y="3395728"/>
                  </a:cubicBezTo>
                  <a:cubicBezTo>
                    <a:pt x="3240292" y="3351579"/>
                    <a:pt x="3309300" y="3370867"/>
                    <a:pt x="3315301" y="3406443"/>
                  </a:cubicBezTo>
                  <a:cubicBezTo>
                    <a:pt x="3523613" y="3355437"/>
                    <a:pt x="3767072" y="3377297"/>
                    <a:pt x="3966811" y="3448877"/>
                  </a:cubicBezTo>
                  <a:cubicBezTo>
                    <a:pt x="4007530" y="3397013"/>
                    <a:pt x="4112115" y="3451020"/>
                    <a:pt x="4095827" y="3508027"/>
                  </a:cubicBezTo>
                  <a:cubicBezTo>
                    <a:pt x="4286565" y="3591181"/>
                    <a:pt x="4467445" y="3751915"/>
                    <a:pt x="4590460" y="3914792"/>
                  </a:cubicBezTo>
                  <a:cubicBezTo>
                    <a:pt x="4625608" y="3904077"/>
                    <a:pt x="4677043" y="3950797"/>
                    <a:pt x="4679615" y="3955083"/>
                  </a:cubicBezTo>
                  <a:cubicBezTo>
                    <a:pt x="4686044" y="3966656"/>
                    <a:pt x="4684329" y="3980372"/>
                    <a:pt x="4683044" y="3992802"/>
                  </a:cubicBezTo>
                  <a:cubicBezTo>
                    <a:pt x="4681758" y="4003089"/>
                    <a:pt x="4689044" y="4012948"/>
                    <a:pt x="4684758" y="4022806"/>
                  </a:cubicBezTo>
                  <a:cubicBezTo>
                    <a:pt x="4681758" y="4030950"/>
                    <a:pt x="4673185" y="4034807"/>
                    <a:pt x="4665899" y="4039094"/>
                  </a:cubicBezTo>
                  <a:cubicBezTo>
                    <a:pt x="4765340" y="4220831"/>
                    <a:pt x="4847635" y="4459146"/>
                    <a:pt x="4838634" y="4661886"/>
                  </a:cubicBezTo>
                  <a:cubicBezTo>
                    <a:pt x="4846350" y="4661886"/>
                    <a:pt x="4854494" y="4661886"/>
                    <a:pt x="4862637" y="4661886"/>
                  </a:cubicBezTo>
                  <a:cubicBezTo>
                    <a:pt x="4911501" y="4772043"/>
                    <a:pt x="4861780" y="4819620"/>
                    <a:pt x="4825347" y="4817048"/>
                  </a:cubicBezTo>
                  <a:cubicBezTo>
                    <a:pt x="4830062" y="4938349"/>
                    <a:pt x="4753338" y="5124801"/>
                    <a:pt x="4702760" y="5234958"/>
                  </a:cubicBezTo>
                  <a:cubicBezTo>
                    <a:pt x="4928217" y="5113228"/>
                    <a:pt x="4840349" y="5156090"/>
                    <a:pt x="4962936" y="5102084"/>
                  </a:cubicBezTo>
                  <a:cubicBezTo>
                    <a:pt x="4958649" y="5091797"/>
                    <a:pt x="4956935" y="5079366"/>
                    <a:pt x="4963793" y="5069937"/>
                  </a:cubicBezTo>
                  <a:cubicBezTo>
                    <a:pt x="4983938" y="5056650"/>
                    <a:pt x="4994225" y="5083224"/>
                    <a:pt x="4998940" y="5093511"/>
                  </a:cubicBezTo>
                  <a:cubicBezTo>
                    <a:pt x="5105239" y="5062221"/>
                    <a:pt x="5032802" y="5073366"/>
                    <a:pt x="5128814" y="5053649"/>
                  </a:cubicBezTo>
                  <a:cubicBezTo>
                    <a:pt x="5133957" y="4922490"/>
                    <a:pt x="5139529" y="4791331"/>
                    <a:pt x="5144673" y="4660172"/>
                  </a:cubicBezTo>
                  <a:cubicBezTo>
                    <a:pt x="5106953" y="4624595"/>
                    <a:pt x="5144244" y="4568874"/>
                    <a:pt x="5104810" y="4498580"/>
                  </a:cubicBezTo>
                  <a:cubicBezTo>
                    <a:pt x="5051232" y="4563731"/>
                    <a:pt x="5001083" y="4476720"/>
                    <a:pt x="4991225" y="4444573"/>
                  </a:cubicBezTo>
                  <a:cubicBezTo>
                    <a:pt x="5028944" y="4442858"/>
                    <a:pt x="5010084" y="4467719"/>
                    <a:pt x="5090666" y="4457003"/>
                  </a:cubicBezTo>
                  <a:cubicBezTo>
                    <a:pt x="5095381" y="4423999"/>
                    <a:pt x="5128385" y="4426571"/>
                    <a:pt x="5163532" y="4430000"/>
                  </a:cubicBezTo>
                  <a:cubicBezTo>
                    <a:pt x="5166961" y="4281695"/>
                    <a:pt x="5170390" y="4133391"/>
                    <a:pt x="5174248" y="3985087"/>
                  </a:cubicBezTo>
                  <a:cubicBezTo>
                    <a:pt x="5154531" y="3984230"/>
                    <a:pt x="5135243" y="3983372"/>
                    <a:pt x="5115526" y="3982515"/>
                  </a:cubicBezTo>
                  <a:cubicBezTo>
                    <a:pt x="5067949" y="4211830"/>
                    <a:pt x="5038802" y="4174111"/>
                    <a:pt x="5032802" y="4045095"/>
                  </a:cubicBezTo>
                  <a:cubicBezTo>
                    <a:pt x="5004941" y="4030521"/>
                    <a:pt x="5020800" y="4020234"/>
                    <a:pt x="5015657" y="4001803"/>
                  </a:cubicBezTo>
                  <a:cubicBezTo>
                    <a:pt x="5007513" y="3988516"/>
                    <a:pt x="4990368" y="3987659"/>
                    <a:pt x="4976652" y="3984658"/>
                  </a:cubicBezTo>
                  <a:cubicBezTo>
                    <a:pt x="4977080" y="3967085"/>
                    <a:pt x="4979652" y="3949511"/>
                    <a:pt x="4978795" y="3931937"/>
                  </a:cubicBezTo>
                  <a:cubicBezTo>
                    <a:pt x="4967650" y="3897647"/>
                    <a:pt x="4943219" y="3887789"/>
                    <a:pt x="4969365" y="3858643"/>
                  </a:cubicBezTo>
                  <a:cubicBezTo>
                    <a:pt x="4952220" y="3773775"/>
                    <a:pt x="4902928" y="3795635"/>
                    <a:pt x="4827919" y="3598896"/>
                  </a:cubicBezTo>
                  <a:cubicBezTo>
                    <a:pt x="4491448" y="3539746"/>
                    <a:pt x="4494877" y="3548747"/>
                    <a:pt x="4521452" y="3441590"/>
                  </a:cubicBezTo>
                  <a:cubicBezTo>
                    <a:pt x="4449443" y="3425303"/>
                    <a:pt x="4445585" y="3418873"/>
                    <a:pt x="4451586" y="3454878"/>
                  </a:cubicBezTo>
                  <a:cubicBezTo>
                    <a:pt x="4465731" y="3460878"/>
                    <a:pt x="4480304" y="3467308"/>
                    <a:pt x="4494449" y="3473737"/>
                  </a:cubicBezTo>
                  <a:cubicBezTo>
                    <a:pt x="4448157" y="3479738"/>
                    <a:pt x="4438727" y="3491311"/>
                    <a:pt x="4324284" y="3428732"/>
                  </a:cubicBezTo>
                  <a:cubicBezTo>
                    <a:pt x="4315712" y="3440733"/>
                    <a:pt x="4301139" y="3441590"/>
                    <a:pt x="4288280" y="3444591"/>
                  </a:cubicBezTo>
                  <a:cubicBezTo>
                    <a:pt x="4263848" y="3470737"/>
                    <a:pt x="4235559" y="3448448"/>
                    <a:pt x="4159692" y="3410301"/>
                  </a:cubicBezTo>
                  <a:cubicBezTo>
                    <a:pt x="4161835" y="3409443"/>
                    <a:pt x="4166550" y="3407729"/>
                    <a:pt x="4169122" y="3406443"/>
                  </a:cubicBezTo>
                  <a:cubicBezTo>
                    <a:pt x="4164836" y="3399585"/>
                    <a:pt x="4157978" y="3394870"/>
                    <a:pt x="4151120" y="3390584"/>
                  </a:cubicBezTo>
                  <a:cubicBezTo>
                    <a:pt x="4136975" y="3258568"/>
                    <a:pt x="4115115" y="3229421"/>
                    <a:pt x="4227844" y="3175414"/>
                  </a:cubicBezTo>
                  <a:cubicBezTo>
                    <a:pt x="4142118" y="3163841"/>
                    <a:pt x="4055536" y="3150554"/>
                    <a:pt x="3975384" y="3116693"/>
                  </a:cubicBezTo>
                  <a:cubicBezTo>
                    <a:pt x="3915376" y="3089689"/>
                    <a:pt x="3850225" y="3042541"/>
                    <a:pt x="3873799" y="2980390"/>
                  </a:cubicBezTo>
                  <a:cubicBezTo>
                    <a:pt x="3852368" y="2935384"/>
                    <a:pt x="3856654" y="2961530"/>
                    <a:pt x="3855368" y="2916953"/>
                  </a:cubicBezTo>
                  <a:cubicBezTo>
                    <a:pt x="3848939" y="2910524"/>
                    <a:pt x="3842938" y="2904523"/>
                    <a:pt x="3836509" y="2898094"/>
                  </a:cubicBezTo>
                  <a:cubicBezTo>
                    <a:pt x="3836509" y="2882235"/>
                    <a:pt x="3836509" y="2865947"/>
                    <a:pt x="3836509" y="2850088"/>
                  </a:cubicBezTo>
                  <a:cubicBezTo>
                    <a:pt x="3840795" y="2849231"/>
                    <a:pt x="3845510" y="2848373"/>
                    <a:pt x="3849796" y="2847516"/>
                  </a:cubicBezTo>
                  <a:cubicBezTo>
                    <a:pt x="3849796" y="2847516"/>
                    <a:pt x="3841652" y="2774650"/>
                    <a:pt x="3844653" y="2421463"/>
                  </a:cubicBezTo>
                  <a:cubicBezTo>
                    <a:pt x="3827508" y="2419748"/>
                    <a:pt x="3810791" y="2418034"/>
                    <a:pt x="3793646" y="2416320"/>
                  </a:cubicBezTo>
                  <a:cubicBezTo>
                    <a:pt x="3774358" y="2382030"/>
                    <a:pt x="3783360" y="2339596"/>
                    <a:pt x="3801790" y="2307020"/>
                  </a:cubicBezTo>
                  <a:cubicBezTo>
                    <a:pt x="3815935" y="2307877"/>
                    <a:pt x="3830508" y="2308734"/>
                    <a:pt x="3844653" y="2310020"/>
                  </a:cubicBezTo>
                  <a:cubicBezTo>
                    <a:pt x="3845510" y="2271016"/>
                    <a:pt x="3846367" y="2232011"/>
                    <a:pt x="3847225" y="2192577"/>
                  </a:cubicBezTo>
                  <a:cubicBezTo>
                    <a:pt x="3851511" y="2192577"/>
                    <a:pt x="3856226" y="2192577"/>
                    <a:pt x="3860512" y="2192577"/>
                  </a:cubicBezTo>
                  <a:cubicBezTo>
                    <a:pt x="3860512" y="2169431"/>
                    <a:pt x="3860512" y="2146286"/>
                    <a:pt x="3860512" y="2123569"/>
                  </a:cubicBezTo>
                  <a:cubicBezTo>
                    <a:pt x="3852368" y="2120139"/>
                    <a:pt x="3844653" y="2116282"/>
                    <a:pt x="3836509" y="2112853"/>
                  </a:cubicBezTo>
                  <a:cubicBezTo>
                    <a:pt x="3837366" y="2096137"/>
                    <a:pt x="3838223" y="2078992"/>
                    <a:pt x="3839081" y="2062275"/>
                  </a:cubicBezTo>
                  <a:cubicBezTo>
                    <a:pt x="3845081" y="2061418"/>
                    <a:pt x="3851511" y="2060561"/>
                    <a:pt x="3857512" y="2059703"/>
                  </a:cubicBezTo>
                  <a:cubicBezTo>
                    <a:pt x="3858369" y="2048130"/>
                    <a:pt x="3859226" y="2036558"/>
                    <a:pt x="3860083" y="2024985"/>
                  </a:cubicBezTo>
                  <a:cubicBezTo>
                    <a:pt x="3866084" y="2025842"/>
                    <a:pt x="3872085" y="2026699"/>
                    <a:pt x="3878514" y="2027557"/>
                  </a:cubicBezTo>
                  <a:cubicBezTo>
                    <a:pt x="3982241" y="1768238"/>
                    <a:pt x="5199537" y="1760094"/>
                    <a:pt x="5226968" y="2178861"/>
                  </a:cubicBezTo>
                  <a:cubicBezTo>
                    <a:pt x="5242399" y="2198149"/>
                    <a:pt x="5245400" y="2206722"/>
                    <a:pt x="5224397" y="2228153"/>
                  </a:cubicBezTo>
                  <a:cubicBezTo>
                    <a:pt x="5223111" y="2269730"/>
                    <a:pt x="5222682" y="2311306"/>
                    <a:pt x="5221825" y="2352883"/>
                  </a:cubicBezTo>
                  <a:cubicBezTo>
                    <a:pt x="5229112" y="2360169"/>
                    <a:pt x="5235970" y="2367028"/>
                    <a:pt x="5243256" y="2374314"/>
                  </a:cubicBezTo>
                  <a:cubicBezTo>
                    <a:pt x="5283976" y="2367885"/>
                    <a:pt x="5257830" y="2368313"/>
                    <a:pt x="5336268" y="2371742"/>
                  </a:cubicBezTo>
                  <a:cubicBezTo>
                    <a:pt x="5337125" y="2360169"/>
                    <a:pt x="5337982" y="2348597"/>
                    <a:pt x="5338840" y="2337024"/>
                  </a:cubicBezTo>
                  <a:cubicBezTo>
                    <a:pt x="5306693" y="2316878"/>
                    <a:pt x="5290834" y="2313021"/>
                    <a:pt x="5295548" y="2297162"/>
                  </a:cubicBezTo>
                  <a:cubicBezTo>
                    <a:pt x="5303692" y="2289018"/>
                    <a:pt x="5316123" y="2297590"/>
                    <a:pt x="5343555" y="2304877"/>
                  </a:cubicBezTo>
                  <a:cubicBezTo>
                    <a:pt x="5360700" y="2298019"/>
                    <a:pt x="5379130" y="2293304"/>
                    <a:pt x="5388132" y="2311306"/>
                  </a:cubicBezTo>
                  <a:cubicBezTo>
                    <a:pt x="5388989" y="2316450"/>
                    <a:pt x="5387274" y="2321593"/>
                    <a:pt x="5386846" y="2326737"/>
                  </a:cubicBezTo>
                  <a:cubicBezTo>
                    <a:pt x="5451140" y="2371742"/>
                    <a:pt x="5442567" y="2384173"/>
                    <a:pt x="5383846" y="2364027"/>
                  </a:cubicBezTo>
                  <a:cubicBezTo>
                    <a:pt x="5382131" y="2371742"/>
                    <a:pt x="5380416" y="2379458"/>
                    <a:pt x="5378702" y="2387602"/>
                  </a:cubicBezTo>
                  <a:cubicBezTo>
                    <a:pt x="5387274" y="2400460"/>
                    <a:pt x="5389846" y="2415891"/>
                    <a:pt x="5389417" y="2430893"/>
                  </a:cubicBezTo>
                  <a:lnTo>
                    <a:pt x="5471285" y="2430893"/>
                  </a:lnTo>
                  <a:cubicBezTo>
                    <a:pt x="5477286" y="2370885"/>
                    <a:pt x="5498288" y="2364027"/>
                    <a:pt x="5559582" y="2380315"/>
                  </a:cubicBezTo>
                  <a:cubicBezTo>
                    <a:pt x="5560439" y="2394459"/>
                    <a:pt x="5561296" y="2408604"/>
                    <a:pt x="5562154" y="2422749"/>
                  </a:cubicBezTo>
                  <a:cubicBezTo>
                    <a:pt x="5622590" y="2425321"/>
                    <a:pt x="5701457" y="2427035"/>
                    <a:pt x="5713029" y="2429178"/>
                  </a:cubicBezTo>
                  <a:cubicBezTo>
                    <a:pt x="5739604" y="2445894"/>
                    <a:pt x="5759321" y="2556908"/>
                    <a:pt x="5764893" y="2587770"/>
                  </a:cubicBezTo>
                  <a:cubicBezTo>
                    <a:pt x="5842474" y="2646491"/>
                    <a:pt x="5751177" y="2730502"/>
                    <a:pt x="5743462" y="2806368"/>
                  </a:cubicBezTo>
                  <a:cubicBezTo>
                    <a:pt x="5777323" y="2814083"/>
                    <a:pt x="5810756" y="2825656"/>
                    <a:pt x="5843331" y="2838086"/>
                  </a:cubicBezTo>
                  <a:cubicBezTo>
                    <a:pt x="5845046" y="2831228"/>
                    <a:pt x="5849332" y="2826085"/>
                    <a:pt x="5854904" y="2822227"/>
                  </a:cubicBezTo>
                  <a:cubicBezTo>
                    <a:pt x="5861333" y="2824370"/>
                    <a:pt x="5867763" y="2826085"/>
                    <a:pt x="5874192" y="2828228"/>
                  </a:cubicBezTo>
                  <a:cubicBezTo>
                    <a:pt x="5873335" y="2767792"/>
                    <a:pt x="5872478" y="2707785"/>
                    <a:pt x="5871621" y="2647348"/>
                  </a:cubicBezTo>
                  <a:cubicBezTo>
                    <a:pt x="5851047" y="2659350"/>
                    <a:pt x="5824900" y="2657635"/>
                    <a:pt x="5804755" y="2644777"/>
                  </a:cubicBezTo>
                  <a:cubicBezTo>
                    <a:pt x="5798754" y="2439465"/>
                    <a:pt x="5792325" y="2234154"/>
                    <a:pt x="5786324" y="2028842"/>
                  </a:cubicBezTo>
                  <a:cubicBezTo>
                    <a:pt x="5726317" y="2004411"/>
                    <a:pt x="5696742" y="1985123"/>
                    <a:pt x="5735747" y="1951690"/>
                  </a:cubicBezTo>
                  <a:cubicBezTo>
                    <a:pt x="5728889" y="1897683"/>
                    <a:pt x="5728460" y="1830389"/>
                    <a:pt x="5778609" y="1809815"/>
                  </a:cubicBezTo>
                  <a:cubicBezTo>
                    <a:pt x="5768751" y="1502062"/>
                    <a:pt x="5759321" y="1193881"/>
                    <a:pt x="5749462" y="886128"/>
                  </a:cubicBezTo>
                  <a:cubicBezTo>
                    <a:pt x="5744748" y="885271"/>
                    <a:pt x="5740461" y="884414"/>
                    <a:pt x="5736175" y="883556"/>
                  </a:cubicBezTo>
                  <a:cubicBezTo>
                    <a:pt x="5734461" y="838122"/>
                    <a:pt x="5732746" y="793116"/>
                    <a:pt x="5730603" y="747682"/>
                  </a:cubicBezTo>
                  <a:cubicBezTo>
                    <a:pt x="5724173" y="746825"/>
                    <a:pt x="5718173" y="745968"/>
                    <a:pt x="5711744" y="745110"/>
                  </a:cubicBezTo>
                  <a:cubicBezTo>
                    <a:pt x="5680025" y="675673"/>
                    <a:pt x="5671881" y="594234"/>
                    <a:pt x="5695456" y="521368"/>
                  </a:cubicBezTo>
                  <a:cubicBezTo>
                    <a:pt x="5505146" y="535084"/>
                    <a:pt x="4965079" y="572803"/>
                    <a:pt x="4792772" y="486221"/>
                  </a:cubicBezTo>
                  <a:cubicBezTo>
                    <a:pt x="4778627" y="478506"/>
                    <a:pt x="4762768" y="468647"/>
                    <a:pt x="4758053" y="452360"/>
                  </a:cubicBezTo>
                  <a:cubicBezTo>
                    <a:pt x="4756338" y="431786"/>
                    <a:pt x="4770912" y="414641"/>
                    <a:pt x="4785485" y="402210"/>
                  </a:cubicBezTo>
                  <a:cubicBezTo>
                    <a:pt x="4920502" y="291625"/>
                    <a:pt x="5434852" y="210186"/>
                    <a:pt x="5607159" y="185755"/>
                  </a:cubicBezTo>
                  <a:cubicBezTo>
                    <a:pt x="5578441" y="46880"/>
                    <a:pt x="5628162" y="65311"/>
                    <a:pt x="5658166" y="57596"/>
                  </a:cubicBezTo>
                  <a:cubicBezTo>
                    <a:pt x="5659023" y="35307"/>
                    <a:pt x="5656880" y="18162"/>
                    <a:pt x="5653879" y="1446"/>
                  </a:cubicBezTo>
                  <a:moveTo>
                    <a:pt x="2190160" y="1964549"/>
                  </a:moveTo>
                  <a:cubicBezTo>
                    <a:pt x="2184588" y="1972264"/>
                    <a:pt x="2174301" y="1971835"/>
                    <a:pt x="2166157" y="1973121"/>
                  </a:cubicBezTo>
                  <a:cubicBezTo>
                    <a:pt x="2158013" y="1982551"/>
                    <a:pt x="2154156" y="1994981"/>
                    <a:pt x="2158013" y="2006982"/>
                  </a:cubicBezTo>
                  <a:cubicBezTo>
                    <a:pt x="2186303" y="2009554"/>
                    <a:pt x="2201733" y="2011697"/>
                    <a:pt x="2193589" y="2039129"/>
                  </a:cubicBezTo>
                  <a:cubicBezTo>
                    <a:pt x="2202162" y="2046416"/>
                    <a:pt x="2210734" y="2052845"/>
                    <a:pt x="2219307" y="2060132"/>
                  </a:cubicBezTo>
                  <a:cubicBezTo>
                    <a:pt x="2227451" y="2030985"/>
                    <a:pt x="2233451" y="2001410"/>
                    <a:pt x="2241166" y="1972264"/>
                  </a:cubicBezTo>
                  <a:cubicBezTo>
                    <a:pt x="2230451" y="1961977"/>
                    <a:pt x="2217164" y="1953833"/>
                    <a:pt x="2211592" y="1939260"/>
                  </a:cubicBezTo>
                  <a:cubicBezTo>
                    <a:pt x="2199590" y="1943117"/>
                    <a:pt x="2196161" y="1955547"/>
                    <a:pt x="2190160" y="1964549"/>
                  </a:cubicBezTo>
                  <a:moveTo>
                    <a:pt x="5971062" y="2076848"/>
                  </a:moveTo>
                  <a:cubicBezTo>
                    <a:pt x="5969347" y="2090136"/>
                    <a:pt x="5967633" y="2103423"/>
                    <a:pt x="5965918" y="2116711"/>
                  </a:cubicBezTo>
                  <a:cubicBezTo>
                    <a:pt x="5959489" y="2120997"/>
                    <a:pt x="5953488" y="2125712"/>
                    <a:pt x="5947059" y="2129998"/>
                  </a:cubicBezTo>
                  <a:cubicBezTo>
                    <a:pt x="5952631" y="2796081"/>
                    <a:pt x="5951345" y="2751076"/>
                    <a:pt x="5953488" y="2778508"/>
                  </a:cubicBezTo>
                  <a:cubicBezTo>
                    <a:pt x="5955631" y="2753219"/>
                    <a:pt x="5964633" y="2723643"/>
                    <a:pt x="5989921" y="2726215"/>
                  </a:cubicBezTo>
                  <a:cubicBezTo>
                    <a:pt x="5998065" y="2729644"/>
                    <a:pt x="6003637" y="2736931"/>
                    <a:pt x="6010495" y="2742075"/>
                  </a:cubicBezTo>
                  <a:cubicBezTo>
                    <a:pt x="6010495" y="2742075"/>
                    <a:pt x="5997636" y="2915668"/>
                    <a:pt x="5997636" y="2915668"/>
                  </a:cubicBezTo>
                  <a:cubicBezTo>
                    <a:pt x="6001923" y="2920811"/>
                    <a:pt x="6006637" y="2926383"/>
                    <a:pt x="6010924" y="2931527"/>
                  </a:cubicBezTo>
                  <a:cubicBezTo>
                    <a:pt x="6010067" y="2958959"/>
                    <a:pt x="6009209" y="2986391"/>
                    <a:pt x="6008352" y="3014251"/>
                  </a:cubicBezTo>
                  <a:cubicBezTo>
                    <a:pt x="6001066" y="3015966"/>
                    <a:pt x="5994207" y="3017680"/>
                    <a:pt x="5987349" y="3019395"/>
                  </a:cubicBezTo>
                  <a:cubicBezTo>
                    <a:pt x="5995493" y="3054971"/>
                    <a:pt x="5988635" y="3055399"/>
                    <a:pt x="5976634" y="3060543"/>
                  </a:cubicBezTo>
                  <a:cubicBezTo>
                    <a:pt x="5977491" y="3069973"/>
                    <a:pt x="5978348" y="3079402"/>
                    <a:pt x="5979205" y="3088832"/>
                  </a:cubicBezTo>
                  <a:cubicBezTo>
                    <a:pt x="6025926" y="3087975"/>
                    <a:pt x="6086791" y="3091404"/>
                    <a:pt x="6125795" y="3117978"/>
                  </a:cubicBezTo>
                  <a:cubicBezTo>
                    <a:pt x="6127510" y="3159984"/>
                    <a:pt x="6129224" y="3201560"/>
                    <a:pt x="6130939" y="3243566"/>
                  </a:cubicBezTo>
                  <a:cubicBezTo>
                    <a:pt x="6221379" y="3237136"/>
                    <a:pt x="6132225" y="3276141"/>
                    <a:pt x="6080361" y="3307431"/>
                  </a:cubicBezTo>
                  <a:cubicBezTo>
                    <a:pt x="6078647" y="3314289"/>
                    <a:pt x="6076932" y="3321575"/>
                    <a:pt x="6075217" y="3328433"/>
                  </a:cubicBezTo>
                  <a:cubicBezTo>
                    <a:pt x="6036641" y="3331434"/>
                    <a:pt x="5998494" y="3340006"/>
                    <a:pt x="5960775" y="3347293"/>
                  </a:cubicBezTo>
                  <a:cubicBezTo>
                    <a:pt x="5959917" y="3403014"/>
                    <a:pt x="5959060" y="3459164"/>
                    <a:pt x="5958203" y="3514885"/>
                  </a:cubicBezTo>
                  <a:cubicBezTo>
                    <a:pt x="6017782" y="3523886"/>
                    <a:pt x="6009209" y="3629328"/>
                    <a:pt x="5990350" y="3643473"/>
                  </a:cubicBezTo>
                  <a:cubicBezTo>
                    <a:pt x="5987778" y="3683335"/>
                    <a:pt x="5988207" y="3725769"/>
                    <a:pt x="5968919" y="3762202"/>
                  </a:cubicBezTo>
                  <a:cubicBezTo>
                    <a:pt x="5967204" y="3829067"/>
                    <a:pt x="5966776" y="3895504"/>
                    <a:pt x="5965061" y="3962370"/>
                  </a:cubicBezTo>
                  <a:cubicBezTo>
                    <a:pt x="5959917" y="4260693"/>
                    <a:pt x="5954774" y="4559016"/>
                    <a:pt x="5950059" y="4857339"/>
                  </a:cubicBezTo>
                  <a:cubicBezTo>
                    <a:pt x="6208949" y="4466862"/>
                    <a:pt x="6263813" y="4436429"/>
                    <a:pt x="6263813" y="4436429"/>
                  </a:cubicBezTo>
                  <a:cubicBezTo>
                    <a:pt x="6265099" y="4387137"/>
                    <a:pt x="6245810" y="4304841"/>
                    <a:pt x="6309247" y="4399139"/>
                  </a:cubicBezTo>
                  <a:cubicBezTo>
                    <a:pt x="6323391" y="4376850"/>
                    <a:pt x="6351681" y="4373421"/>
                    <a:pt x="6376113" y="4374707"/>
                  </a:cubicBezTo>
                  <a:cubicBezTo>
                    <a:pt x="6389828" y="4369564"/>
                    <a:pt x="6403973" y="4364849"/>
                    <a:pt x="6418975" y="4362277"/>
                  </a:cubicBezTo>
                  <a:cubicBezTo>
                    <a:pt x="6423690" y="4126962"/>
                    <a:pt x="6427548" y="3891647"/>
                    <a:pt x="6432262" y="3656332"/>
                  </a:cubicBezTo>
                  <a:cubicBezTo>
                    <a:pt x="6432691" y="3646902"/>
                    <a:pt x="6427119" y="3638758"/>
                    <a:pt x="6426261" y="3629757"/>
                  </a:cubicBezTo>
                  <a:cubicBezTo>
                    <a:pt x="6422832" y="3598896"/>
                    <a:pt x="6424975" y="3567606"/>
                    <a:pt x="6426690" y="3536317"/>
                  </a:cubicBezTo>
                  <a:cubicBezTo>
                    <a:pt x="6415117" y="3532459"/>
                    <a:pt x="6403544" y="3529030"/>
                    <a:pt x="6391971" y="3525601"/>
                  </a:cubicBezTo>
                  <a:cubicBezTo>
                    <a:pt x="6387257" y="3382869"/>
                    <a:pt x="6378256" y="3378583"/>
                    <a:pt x="6455837" y="3368296"/>
                  </a:cubicBezTo>
                  <a:cubicBezTo>
                    <a:pt x="6465695" y="3015537"/>
                    <a:pt x="6475553" y="2663207"/>
                    <a:pt x="6484983" y="2310449"/>
                  </a:cubicBezTo>
                  <a:cubicBezTo>
                    <a:pt x="6480697" y="2308734"/>
                    <a:pt x="6475982" y="2307020"/>
                    <a:pt x="6471696" y="2305306"/>
                  </a:cubicBezTo>
                  <a:cubicBezTo>
                    <a:pt x="6465266" y="2316450"/>
                    <a:pt x="6464409" y="2330595"/>
                    <a:pt x="6415546" y="2310449"/>
                  </a:cubicBezTo>
                  <a:cubicBezTo>
                    <a:pt x="6415546" y="2303591"/>
                    <a:pt x="6415546" y="2296305"/>
                    <a:pt x="6415546" y="2289446"/>
                  </a:cubicBezTo>
                  <a:cubicBezTo>
                    <a:pt x="6440835" y="2276159"/>
                    <a:pt x="6436120" y="2274016"/>
                    <a:pt x="6447264" y="2230725"/>
                  </a:cubicBezTo>
                  <a:cubicBezTo>
                    <a:pt x="6439120" y="2228153"/>
                    <a:pt x="6431405" y="2225153"/>
                    <a:pt x="6423261" y="2222581"/>
                  </a:cubicBezTo>
                  <a:cubicBezTo>
                    <a:pt x="6424118" y="2216580"/>
                    <a:pt x="6424975" y="2210151"/>
                    <a:pt x="6425833" y="2204150"/>
                  </a:cubicBezTo>
                  <a:cubicBezTo>
                    <a:pt x="6416832" y="2191720"/>
                    <a:pt x="6407830" y="2179290"/>
                    <a:pt x="6399258" y="2166860"/>
                  </a:cubicBezTo>
                  <a:cubicBezTo>
                    <a:pt x="6400973" y="2153572"/>
                    <a:pt x="6402687" y="2140285"/>
                    <a:pt x="6404402" y="2126998"/>
                  </a:cubicBezTo>
                  <a:cubicBezTo>
                    <a:pt x="6259955" y="2120568"/>
                    <a:pt x="6114222" y="2104709"/>
                    <a:pt x="5971062" y="2076848"/>
                  </a:cubicBezTo>
                  <a:moveTo>
                    <a:pt x="3887515" y="2313878"/>
                  </a:moveTo>
                  <a:cubicBezTo>
                    <a:pt x="3898231" y="2313878"/>
                    <a:pt x="3908947" y="2313878"/>
                    <a:pt x="3919662" y="2313878"/>
                  </a:cubicBezTo>
                  <a:cubicBezTo>
                    <a:pt x="3917948" y="2289875"/>
                    <a:pt x="3916233" y="2265872"/>
                    <a:pt x="3914519" y="2241869"/>
                  </a:cubicBezTo>
                  <a:cubicBezTo>
                    <a:pt x="3905518" y="2235011"/>
                    <a:pt x="3896945" y="2227725"/>
                    <a:pt x="3888373" y="2220866"/>
                  </a:cubicBezTo>
                  <a:cubicBezTo>
                    <a:pt x="3887087" y="2252156"/>
                    <a:pt x="3887944" y="2283017"/>
                    <a:pt x="3887515" y="2313878"/>
                  </a:cubicBezTo>
                  <a:moveTo>
                    <a:pt x="5150245" y="2343453"/>
                  </a:moveTo>
                  <a:cubicBezTo>
                    <a:pt x="5166532" y="2342596"/>
                    <a:pt x="5182392" y="2342167"/>
                    <a:pt x="5198679" y="2340453"/>
                  </a:cubicBezTo>
                  <a:cubicBezTo>
                    <a:pt x="5171676" y="2308306"/>
                    <a:pt x="5161818" y="2314735"/>
                    <a:pt x="5150245" y="2343453"/>
                  </a:cubicBezTo>
                  <a:moveTo>
                    <a:pt x="5078664" y="2335309"/>
                  </a:moveTo>
                  <a:cubicBezTo>
                    <a:pt x="5078664" y="2360169"/>
                    <a:pt x="5078664" y="2385030"/>
                    <a:pt x="5078664" y="2409890"/>
                  </a:cubicBezTo>
                  <a:cubicBezTo>
                    <a:pt x="5087665" y="2406461"/>
                    <a:pt x="5096238" y="2402603"/>
                    <a:pt x="5105239" y="2399175"/>
                  </a:cubicBezTo>
                  <a:cubicBezTo>
                    <a:pt x="5105239" y="2391888"/>
                    <a:pt x="5105239" y="2385030"/>
                    <a:pt x="5105239" y="2377743"/>
                  </a:cubicBezTo>
                  <a:cubicBezTo>
                    <a:pt x="5101810" y="2376029"/>
                    <a:pt x="5097952" y="2373886"/>
                    <a:pt x="5094524" y="2372171"/>
                  </a:cubicBezTo>
                  <a:cubicBezTo>
                    <a:pt x="5095381" y="2357169"/>
                    <a:pt x="5096238" y="2342167"/>
                    <a:pt x="5097095" y="2326737"/>
                  </a:cubicBezTo>
                  <a:cubicBezTo>
                    <a:pt x="5091095" y="2330166"/>
                    <a:pt x="5084665" y="2332738"/>
                    <a:pt x="5078664" y="2335309"/>
                  </a:cubicBezTo>
                  <a:moveTo>
                    <a:pt x="1686954" y="2370028"/>
                  </a:moveTo>
                  <a:cubicBezTo>
                    <a:pt x="1686954" y="2376029"/>
                    <a:pt x="1686954" y="2382458"/>
                    <a:pt x="1686954" y="2388459"/>
                  </a:cubicBezTo>
                  <a:cubicBezTo>
                    <a:pt x="1724245" y="2422320"/>
                    <a:pt x="1734532" y="2466468"/>
                    <a:pt x="1702813" y="2514046"/>
                  </a:cubicBezTo>
                  <a:cubicBezTo>
                    <a:pt x="1815970" y="2510617"/>
                    <a:pt x="1929127" y="2516189"/>
                    <a:pt x="2041427" y="2532477"/>
                  </a:cubicBezTo>
                  <a:cubicBezTo>
                    <a:pt x="2039713" y="2523904"/>
                    <a:pt x="2037998" y="2515332"/>
                    <a:pt x="2036284" y="2506331"/>
                  </a:cubicBezTo>
                  <a:cubicBezTo>
                    <a:pt x="2002422" y="2497758"/>
                    <a:pt x="2002851" y="2468183"/>
                    <a:pt x="2009709" y="2433893"/>
                  </a:cubicBezTo>
                  <a:cubicBezTo>
                    <a:pt x="1970704" y="2428321"/>
                    <a:pt x="1931271" y="2423177"/>
                    <a:pt x="1892266" y="2417605"/>
                  </a:cubicBezTo>
                  <a:cubicBezTo>
                    <a:pt x="1880693" y="2405604"/>
                    <a:pt x="1872120" y="2389316"/>
                    <a:pt x="1876407" y="2372600"/>
                  </a:cubicBezTo>
                  <a:cubicBezTo>
                    <a:pt x="1854547" y="2370885"/>
                    <a:pt x="1832687" y="2369171"/>
                    <a:pt x="1810827" y="2367456"/>
                  </a:cubicBezTo>
                  <a:cubicBezTo>
                    <a:pt x="1810827" y="2396603"/>
                    <a:pt x="1775680" y="2387602"/>
                    <a:pt x="1722102" y="2383315"/>
                  </a:cubicBezTo>
                  <a:cubicBezTo>
                    <a:pt x="1722102" y="2377314"/>
                    <a:pt x="1722102" y="2370885"/>
                    <a:pt x="1722102" y="2364885"/>
                  </a:cubicBezTo>
                  <a:cubicBezTo>
                    <a:pt x="1710100" y="2368313"/>
                    <a:pt x="1698527" y="2369599"/>
                    <a:pt x="1686954" y="2370028"/>
                  </a:cubicBezTo>
                  <a:moveTo>
                    <a:pt x="3887515" y="2420606"/>
                  </a:moveTo>
                  <a:cubicBezTo>
                    <a:pt x="3876800" y="2846659"/>
                    <a:pt x="3875085" y="2786651"/>
                    <a:pt x="3884943" y="2838944"/>
                  </a:cubicBezTo>
                  <a:cubicBezTo>
                    <a:pt x="3894802" y="2829943"/>
                    <a:pt x="3904660" y="2821370"/>
                    <a:pt x="3914090" y="2812369"/>
                  </a:cubicBezTo>
                  <a:cubicBezTo>
                    <a:pt x="3915805" y="2685496"/>
                    <a:pt x="3917519" y="2558194"/>
                    <a:pt x="3919233" y="2431321"/>
                  </a:cubicBezTo>
                  <a:cubicBezTo>
                    <a:pt x="3908947" y="2427892"/>
                    <a:pt x="3898231" y="2424035"/>
                    <a:pt x="3887515" y="2420606"/>
                  </a:cubicBezTo>
                  <a:moveTo>
                    <a:pt x="5395847" y="2521761"/>
                  </a:moveTo>
                  <a:cubicBezTo>
                    <a:pt x="5403562" y="2591627"/>
                    <a:pt x="5394132" y="2577911"/>
                    <a:pt x="5243685" y="2577911"/>
                  </a:cubicBezTo>
                  <a:cubicBezTo>
                    <a:pt x="5233398" y="2599771"/>
                    <a:pt x="5223540" y="2625060"/>
                    <a:pt x="5201251" y="2637061"/>
                  </a:cubicBezTo>
                  <a:cubicBezTo>
                    <a:pt x="5201251" y="2654635"/>
                    <a:pt x="5201251" y="2672208"/>
                    <a:pt x="5201251" y="2689782"/>
                  </a:cubicBezTo>
                  <a:cubicBezTo>
                    <a:pt x="5196965" y="2691497"/>
                    <a:pt x="5192250" y="2693211"/>
                    <a:pt x="5187964" y="2694926"/>
                  </a:cubicBezTo>
                  <a:cubicBezTo>
                    <a:pt x="5187535" y="2698783"/>
                    <a:pt x="5187107" y="2702641"/>
                    <a:pt x="5186678" y="2706498"/>
                  </a:cubicBezTo>
                  <a:cubicBezTo>
                    <a:pt x="5183249" y="2681210"/>
                    <a:pt x="5169533" y="2630632"/>
                    <a:pt x="5137386" y="2617344"/>
                  </a:cubicBezTo>
                  <a:cubicBezTo>
                    <a:pt x="5136957" y="2658493"/>
                    <a:pt x="5137386" y="2699212"/>
                    <a:pt x="5137386" y="2740360"/>
                  </a:cubicBezTo>
                  <a:cubicBezTo>
                    <a:pt x="5236827" y="2744218"/>
                    <a:pt x="5336697" y="2749361"/>
                    <a:pt x="5436138" y="2757076"/>
                  </a:cubicBezTo>
                  <a:cubicBezTo>
                    <a:pt x="5489716" y="2760934"/>
                    <a:pt x="5543294" y="2764363"/>
                    <a:pt x="5596015" y="2775078"/>
                  </a:cubicBezTo>
                  <a:cubicBezTo>
                    <a:pt x="5596015" y="2770792"/>
                    <a:pt x="5596015" y="2766077"/>
                    <a:pt x="5596015" y="2761791"/>
                  </a:cubicBezTo>
                  <a:cubicBezTo>
                    <a:pt x="5569868" y="2738217"/>
                    <a:pt x="5550580" y="2704355"/>
                    <a:pt x="5552295" y="2668351"/>
                  </a:cubicBezTo>
                  <a:cubicBezTo>
                    <a:pt x="5553153" y="2638347"/>
                    <a:pt x="5568583" y="2610915"/>
                    <a:pt x="5587871" y="2588627"/>
                  </a:cubicBezTo>
                  <a:cubicBezTo>
                    <a:pt x="5587871" y="2577054"/>
                    <a:pt x="5587871" y="2565052"/>
                    <a:pt x="5587871" y="2553480"/>
                  </a:cubicBezTo>
                  <a:cubicBezTo>
                    <a:pt x="5581442" y="2550050"/>
                    <a:pt x="5574584" y="2545336"/>
                    <a:pt x="5566868" y="2547050"/>
                  </a:cubicBezTo>
                  <a:cubicBezTo>
                    <a:pt x="5564297" y="2549193"/>
                    <a:pt x="5562154" y="2551336"/>
                    <a:pt x="5560010" y="2553480"/>
                  </a:cubicBezTo>
                  <a:cubicBezTo>
                    <a:pt x="5530864" y="2552622"/>
                    <a:pt x="5501718" y="2551765"/>
                    <a:pt x="5472571" y="2550908"/>
                  </a:cubicBezTo>
                  <a:cubicBezTo>
                    <a:pt x="5467428" y="2542764"/>
                    <a:pt x="5463570" y="2532905"/>
                    <a:pt x="5469571" y="2524333"/>
                  </a:cubicBezTo>
                  <a:cubicBezTo>
                    <a:pt x="5444710" y="2523476"/>
                    <a:pt x="5420279" y="2523047"/>
                    <a:pt x="5395847" y="2521761"/>
                  </a:cubicBezTo>
                  <a:moveTo>
                    <a:pt x="5081665" y="2560766"/>
                  </a:moveTo>
                  <a:cubicBezTo>
                    <a:pt x="5078236" y="2619916"/>
                    <a:pt x="5076093" y="2678638"/>
                    <a:pt x="5073521" y="2737788"/>
                  </a:cubicBezTo>
                  <a:cubicBezTo>
                    <a:pt x="5083379" y="2739503"/>
                    <a:pt x="5093238" y="2741217"/>
                    <a:pt x="5102667" y="2743360"/>
                  </a:cubicBezTo>
                  <a:cubicBezTo>
                    <a:pt x="5095809" y="2567624"/>
                    <a:pt x="5101382" y="2602343"/>
                    <a:pt x="5081665" y="2560766"/>
                  </a:cubicBezTo>
                  <a:moveTo>
                    <a:pt x="1002012" y="2737788"/>
                  </a:moveTo>
                  <a:cubicBezTo>
                    <a:pt x="1000297" y="2760934"/>
                    <a:pt x="998154" y="2784080"/>
                    <a:pt x="996868" y="2806797"/>
                  </a:cubicBezTo>
                  <a:cubicBezTo>
                    <a:pt x="1007584" y="2822656"/>
                    <a:pt x="1004155" y="2796081"/>
                    <a:pt x="1007584" y="2964102"/>
                  </a:cubicBezTo>
                  <a:cubicBezTo>
                    <a:pt x="1016585" y="2964960"/>
                    <a:pt x="1030729" y="2967531"/>
                    <a:pt x="1034158" y="2955958"/>
                  </a:cubicBezTo>
                  <a:cubicBezTo>
                    <a:pt x="1032444" y="2941814"/>
                    <a:pt x="1014013" y="2896380"/>
                    <a:pt x="1036730" y="2875377"/>
                  </a:cubicBezTo>
                  <a:cubicBezTo>
                    <a:pt x="1038873" y="2836372"/>
                    <a:pt x="1040159" y="2797796"/>
                    <a:pt x="1042302" y="2758791"/>
                  </a:cubicBezTo>
                  <a:cubicBezTo>
                    <a:pt x="1029015" y="2751933"/>
                    <a:pt x="1015728" y="2745075"/>
                    <a:pt x="1002012" y="2737788"/>
                  </a:cubicBezTo>
                  <a:moveTo>
                    <a:pt x="5078664" y="2775078"/>
                  </a:moveTo>
                  <a:cubicBezTo>
                    <a:pt x="5078664" y="2788366"/>
                    <a:pt x="5078664" y="2801653"/>
                    <a:pt x="5078664" y="2814941"/>
                  </a:cubicBezTo>
                  <a:cubicBezTo>
                    <a:pt x="5087665" y="2820084"/>
                    <a:pt x="5096238" y="2825656"/>
                    <a:pt x="5105239" y="2830800"/>
                  </a:cubicBezTo>
                  <a:cubicBezTo>
                    <a:pt x="5104382" y="2811940"/>
                    <a:pt x="5103525" y="2793510"/>
                    <a:pt x="5102667" y="2774650"/>
                  </a:cubicBezTo>
                  <a:cubicBezTo>
                    <a:pt x="5094524" y="2775078"/>
                    <a:pt x="5086380" y="2775078"/>
                    <a:pt x="5078664" y="2775078"/>
                  </a:cubicBezTo>
                  <a:moveTo>
                    <a:pt x="999440" y="3062686"/>
                  </a:moveTo>
                  <a:cubicBezTo>
                    <a:pt x="993010" y="3323718"/>
                    <a:pt x="987010" y="3585180"/>
                    <a:pt x="980580" y="3846212"/>
                  </a:cubicBezTo>
                  <a:cubicBezTo>
                    <a:pt x="1019585" y="3868501"/>
                    <a:pt x="1005441" y="3895504"/>
                    <a:pt x="1031587" y="3059686"/>
                  </a:cubicBezTo>
                  <a:cubicBezTo>
                    <a:pt x="1020871" y="3060971"/>
                    <a:pt x="1010155" y="3061829"/>
                    <a:pt x="999440" y="3062686"/>
                  </a:cubicBezTo>
                  <a:moveTo>
                    <a:pt x="4170408" y="3310431"/>
                  </a:moveTo>
                  <a:cubicBezTo>
                    <a:pt x="4160978" y="3329719"/>
                    <a:pt x="4160978" y="3392298"/>
                    <a:pt x="4193982" y="3369581"/>
                  </a:cubicBezTo>
                  <a:cubicBezTo>
                    <a:pt x="4192696" y="3358866"/>
                    <a:pt x="4192268" y="3348150"/>
                    <a:pt x="4190982" y="3337434"/>
                  </a:cubicBezTo>
                  <a:cubicBezTo>
                    <a:pt x="4162264" y="3320289"/>
                    <a:pt x="4173837" y="3319004"/>
                    <a:pt x="4183267" y="3309574"/>
                  </a:cubicBezTo>
                  <a:cubicBezTo>
                    <a:pt x="4178980" y="3307431"/>
                    <a:pt x="4173408" y="3305288"/>
                    <a:pt x="4170408" y="3310431"/>
                  </a:cubicBezTo>
                  <a:moveTo>
                    <a:pt x="4225700" y="3358437"/>
                  </a:moveTo>
                  <a:cubicBezTo>
                    <a:pt x="4217128" y="3380297"/>
                    <a:pt x="4218414" y="3389298"/>
                    <a:pt x="4244560" y="3396585"/>
                  </a:cubicBezTo>
                  <a:cubicBezTo>
                    <a:pt x="4244560" y="3387584"/>
                    <a:pt x="4244560" y="3378583"/>
                    <a:pt x="4244560" y="3369581"/>
                  </a:cubicBezTo>
                  <a:cubicBezTo>
                    <a:pt x="4238131" y="3365724"/>
                    <a:pt x="4232130" y="3361866"/>
                    <a:pt x="4225700" y="3358437"/>
                  </a:cubicBezTo>
                  <a:moveTo>
                    <a:pt x="4313997" y="3366581"/>
                  </a:moveTo>
                  <a:cubicBezTo>
                    <a:pt x="4316569" y="3380726"/>
                    <a:pt x="4319141" y="3394870"/>
                    <a:pt x="4322141" y="3409015"/>
                  </a:cubicBezTo>
                  <a:cubicBezTo>
                    <a:pt x="4378291" y="3404729"/>
                    <a:pt x="4351716" y="3403014"/>
                    <a:pt x="4420725" y="3438590"/>
                  </a:cubicBezTo>
                  <a:cubicBezTo>
                    <a:pt x="4430155" y="3369581"/>
                    <a:pt x="4456729" y="3371724"/>
                    <a:pt x="4313997" y="3366581"/>
                  </a:cubicBezTo>
                  <a:moveTo>
                    <a:pt x="4276707" y="3382440"/>
                  </a:moveTo>
                  <a:cubicBezTo>
                    <a:pt x="4277564" y="3390584"/>
                    <a:pt x="4278422" y="3398728"/>
                    <a:pt x="4279279" y="3406872"/>
                  </a:cubicBezTo>
                  <a:cubicBezTo>
                    <a:pt x="4305853" y="3422731"/>
                    <a:pt x="4306282" y="3395728"/>
                    <a:pt x="4298138" y="3377297"/>
                  </a:cubicBezTo>
                  <a:cubicBezTo>
                    <a:pt x="4290852" y="3379011"/>
                    <a:pt x="4283565" y="3380726"/>
                    <a:pt x="4276707" y="3382440"/>
                  </a:cubicBezTo>
                  <a:moveTo>
                    <a:pt x="5818471" y="3400014"/>
                  </a:moveTo>
                  <a:cubicBezTo>
                    <a:pt x="5788039" y="3412873"/>
                    <a:pt x="5755892" y="3420588"/>
                    <a:pt x="5723745" y="3427875"/>
                  </a:cubicBezTo>
                  <a:cubicBezTo>
                    <a:pt x="5722888" y="3436876"/>
                    <a:pt x="5722030" y="3445448"/>
                    <a:pt x="5721173" y="3454449"/>
                  </a:cubicBezTo>
                  <a:cubicBezTo>
                    <a:pt x="5731032" y="3453592"/>
                    <a:pt x="5740890" y="3452735"/>
                    <a:pt x="5750749" y="3451877"/>
                  </a:cubicBezTo>
                  <a:cubicBezTo>
                    <a:pt x="5765750" y="3437733"/>
                    <a:pt x="5744748" y="3444591"/>
                    <a:pt x="5860048" y="3422731"/>
                  </a:cubicBezTo>
                  <a:cubicBezTo>
                    <a:pt x="5860048" y="3407729"/>
                    <a:pt x="5860048" y="3392298"/>
                    <a:pt x="5860048" y="3377297"/>
                  </a:cubicBezTo>
                  <a:cubicBezTo>
                    <a:pt x="5844618" y="3383297"/>
                    <a:pt x="5833044" y="3394442"/>
                    <a:pt x="5818471" y="3400014"/>
                  </a:cubicBezTo>
                  <a:moveTo>
                    <a:pt x="4596033" y="3448877"/>
                  </a:moveTo>
                  <a:cubicBezTo>
                    <a:pt x="4578031" y="3469451"/>
                    <a:pt x="4584888" y="3499026"/>
                    <a:pt x="4588317" y="3523458"/>
                  </a:cubicBezTo>
                  <a:cubicBezTo>
                    <a:pt x="4619178" y="3528173"/>
                    <a:pt x="4650039" y="3532030"/>
                    <a:pt x="4680901" y="3537174"/>
                  </a:cubicBezTo>
                  <a:cubicBezTo>
                    <a:pt x="4686044" y="3542746"/>
                    <a:pt x="4692473" y="3546603"/>
                    <a:pt x="4700617" y="3546175"/>
                  </a:cubicBezTo>
                  <a:cubicBezTo>
                    <a:pt x="4972794" y="3537174"/>
                    <a:pt x="4558742" y="3499455"/>
                    <a:pt x="4935075" y="3542317"/>
                  </a:cubicBezTo>
                  <a:cubicBezTo>
                    <a:pt x="4931217" y="3521743"/>
                    <a:pt x="4927788" y="3501598"/>
                    <a:pt x="4924359" y="3481024"/>
                  </a:cubicBezTo>
                  <a:cubicBezTo>
                    <a:pt x="4881068" y="3479738"/>
                    <a:pt x="4890927" y="3493025"/>
                    <a:pt x="4596033" y="3448877"/>
                  </a:cubicBezTo>
                  <a:moveTo>
                    <a:pt x="5379559" y="3478881"/>
                  </a:moveTo>
                  <a:cubicBezTo>
                    <a:pt x="5263402" y="3486596"/>
                    <a:pt x="5146816" y="3486596"/>
                    <a:pt x="5030230" y="3484024"/>
                  </a:cubicBezTo>
                  <a:cubicBezTo>
                    <a:pt x="5088094" y="3592466"/>
                    <a:pt x="5278403" y="3524315"/>
                    <a:pt x="5624733" y="3455306"/>
                  </a:cubicBezTo>
                  <a:cubicBezTo>
                    <a:pt x="5543294" y="3466022"/>
                    <a:pt x="5461427" y="3474166"/>
                    <a:pt x="5379559" y="3478881"/>
                  </a:cubicBezTo>
                  <a:moveTo>
                    <a:pt x="5755463" y="3481024"/>
                  </a:moveTo>
                  <a:cubicBezTo>
                    <a:pt x="5764464" y="3510599"/>
                    <a:pt x="5782038" y="3559891"/>
                    <a:pt x="5805612" y="3540174"/>
                  </a:cubicBezTo>
                  <a:cubicBezTo>
                    <a:pt x="5800469" y="3510170"/>
                    <a:pt x="5828330" y="3506313"/>
                    <a:pt x="5859190" y="3504598"/>
                  </a:cubicBezTo>
                  <a:cubicBezTo>
                    <a:pt x="5858333" y="3490454"/>
                    <a:pt x="5857476" y="3476309"/>
                    <a:pt x="5856619" y="3462165"/>
                  </a:cubicBezTo>
                  <a:cubicBezTo>
                    <a:pt x="5822757" y="3468594"/>
                    <a:pt x="5788896" y="3475023"/>
                    <a:pt x="5755463" y="3481024"/>
                  </a:cubicBezTo>
                  <a:moveTo>
                    <a:pt x="4953506" y="3483596"/>
                  </a:moveTo>
                  <a:cubicBezTo>
                    <a:pt x="4957792" y="3505027"/>
                    <a:pt x="4962507" y="3526029"/>
                    <a:pt x="4966793" y="3547461"/>
                  </a:cubicBezTo>
                  <a:cubicBezTo>
                    <a:pt x="4981795" y="3549175"/>
                    <a:pt x="4996797" y="3550890"/>
                    <a:pt x="5012227" y="3552604"/>
                  </a:cubicBezTo>
                  <a:cubicBezTo>
                    <a:pt x="4999797" y="3529458"/>
                    <a:pt x="4987367" y="3506313"/>
                    <a:pt x="4974937" y="3483167"/>
                  </a:cubicBezTo>
                  <a:cubicBezTo>
                    <a:pt x="4967650" y="3483596"/>
                    <a:pt x="4960364" y="3483596"/>
                    <a:pt x="4953506" y="3483596"/>
                  </a:cubicBezTo>
                  <a:moveTo>
                    <a:pt x="5635448" y="3513600"/>
                  </a:moveTo>
                  <a:cubicBezTo>
                    <a:pt x="5589157" y="3521315"/>
                    <a:pt x="5543294" y="3531173"/>
                    <a:pt x="5497002" y="3539746"/>
                  </a:cubicBezTo>
                  <a:cubicBezTo>
                    <a:pt x="5476857" y="3565892"/>
                    <a:pt x="5294691" y="3806350"/>
                    <a:pt x="5273689" y="3835497"/>
                  </a:cubicBezTo>
                  <a:cubicBezTo>
                    <a:pt x="5272403" y="3853928"/>
                    <a:pt x="5267688" y="4024949"/>
                    <a:pt x="5254401" y="4434286"/>
                  </a:cubicBezTo>
                  <a:cubicBezTo>
                    <a:pt x="5318694" y="4435572"/>
                    <a:pt x="5300692" y="4514868"/>
                    <a:pt x="5299835" y="4541442"/>
                  </a:cubicBezTo>
                  <a:cubicBezTo>
                    <a:pt x="5294691" y="4544871"/>
                    <a:pt x="5289119" y="4548729"/>
                    <a:pt x="5283976" y="4552158"/>
                  </a:cubicBezTo>
                  <a:cubicBezTo>
                    <a:pt x="5280547" y="4582161"/>
                    <a:pt x="5276689" y="4612594"/>
                    <a:pt x="5273260" y="4642598"/>
                  </a:cubicBezTo>
                  <a:cubicBezTo>
                    <a:pt x="5268117" y="4646884"/>
                    <a:pt x="5262545" y="4651599"/>
                    <a:pt x="5257401" y="4655885"/>
                  </a:cubicBezTo>
                  <a:cubicBezTo>
                    <a:pt x="5255687" y="4785758"/>
                    <a:pt x="5253972" y="4915203"/>
                    <a:pt x="5252257" y="5045076"/>
                  </a:cubicBezTo>
                  <a:cubicBezTo>
                    <a:pt x="5257401" y="5051077"/>
                    <a:pt x="5262545" y="5057078"/>
                    <a:pt x="5268117" y="5063508"/>
                  </a:cubicBezTo>
                  <a:cubicBezTo>
                    <a:pt x="5376987" y="5071652"/>
                    <a:pt x="5655165" y="5252960"/>
                    <a:pt x="5668024" y="5273962"/>
                  </a:cubicBezTo>
                  <a:cubicBezTo>
                    <a:pt x="5719887" y="5198524"/>
                    <a:pt x="5773037" y="5123515"/>
                    <a:pt x="5824472" y="5047649"/>
                  </a:cubicBezTo>
                  <a:cubicBezTo>
                    <a:pt x="5825758" y="5011216"/>
                    <a:pt x="5840760" y="3779347"/>
                    <a:pt x="5840760" y="3760487"/>
                  </a:cubicBezTo>
                  <a:cubicBezTo>
                    <a:pt x="5840760" y="3760487"/>
                    <a:pt x="5803469" y="3584751"/>
                    <a:pt x="5803469" y="3584751"/>
                  </a:cubicBezTo>
                  <a:cubicBezTo>
                    <a:pt x="5797040" y="3584751"/>
                    <a:pt x="5790610" y="3584323"/>
                    <a:pt x="5784610" y="3585608"/>
                  </a:cubicBezTo>
                  <a:cubicBezTo>
                    <a:pt x="5769608" y="3592895"/>
                    <a:pt x="5763179" y="3640044"/>
                    <a:pt x="5760607" y="3656760"/>
                  </a:cubicBezTo>
                  <a:cubicBezTo>
                    <a:pt x="5751606" y="3656760"/>
                    <a:pt x="5742605" y="3656760"/>
                    <a:pt x="5734032" y="3656760"/>
                  </a:cubicBezTo>
                  <a:cubicBezTo>
                    <a:pt x="5717744" y="3610040"/>
                    <a:pt x="5715601" y="3559462"/>
                    <a:pt x="5715601" y="3510599"/>
                  </a:cubicBezTo>
                  <a:cubicBezTo>
                    <a:pt x="5690741" y="3524315"/>
                    <a:pt x="5661594" y="3519172"/>
                    <a:pt x="5635448" y="3513600"/>
                  </a:cubicBezTo>
                  <a:moveTo>
                    <a:pt x="5294691" y="3585180"/>
                  </a:moveTo>
                  <a:cubicBezTo>
                    <a:pt x="5303264" y="3632757"/>
                    <a:pt x="5298549" y="3621184"/>
                    <a:pt x="5281404" y="3715910"/>
                  </a:cubicBezTo>
                  <a:cubicBezTo>
                    <a:pt x="5285690" y="3718482"/>
                    <a:pt x="5290405" y="3721054"/>
                    <a:pt x="5294691" y="3724054"/>
                  </a:cubicBezTo>
                  <a:cubicBezTo>
                    <a:pt x="5339269" y="3667476"/>
                    <a:pt x="5383417" y="3610469"/>
                    <a:pt x="5427994" y="3553890"/>
                  </a:cubicBezTo>
                  <a:cubicBezTo>
                    <a:pt x="5382988" y="3563748"/>
                    <a:pt x="5338840" y="3574464"/>
                    <a:pt x="5294691" y="3585180"/>
                  </a:cubicBezTo>
                  <a:moveTo>
                    <a:pt x="4876353" y="3598467"/>
                  </a:moveTo>
                  <a:cubicBezTo>
                    <a:pt x="4890069" y="3629757"/>
                    <a:pt x="4921788" y="3720625"/>
                    <a:pt x="4950934" y="3722340"/>
                  </a:cubicBezTo>
                  <a:cubicBezTo>
                    <a:pt x="4935075" y="3686764"/>
                    <a:pt x="4938933" y="3646473"/>
                    <a:pt x="4945362" y="3609183"/>
                  </a:cubicBezTo>
                  <a:cubicBezTo>
                    <a:pt x="4922216" y="3605325"/>
                    <a:pt x="4899070" y="3601896"/>
                    <a:pt x="4876353" y="3598467"/>
                  </a:cubicBezTo>
                  <a:moveTo>
                    <a:pt x="4961221" y="3608754"/>
                  </a:moveTo>
                  <a:cubicBezTo>
                    <a:pt x="4940219" y="3683763"/>
                    <a:pt x="4971080" y="3743771"/>
                    <a:pt x="4983081" y="3754915"/>
                  </a:cubicBezTo>
                  <a:cubicBezTo>
                    <a:pt x="5020800" y="3770775"/>
                    <a:pt x="5025944" y="3813637"/>
                    <a:pt x="5030659" y="3854785"/>
                  </a:cubicBezTo>
                  <a:cubicBezTo>
                    <a:pt x="5036230" y="3823067"/>
                    <a:pt x="5042660" y="3790491"/>
                    <a:pt x="5037516" y="3758773"/>
                  </a:cubicBezTo>
                  <a:cubicBezTo>
                    <a:pt x="5027229" y="3736913"/>
                    <a:pt x="5029372" y="3736485"/>
                    <a:pt x="5038373" y="3628471"/>
                  </a:cubicBezTo>
                  <a:cubicBezTo>
                    <a:pt x="5026801" y="3628899"/>
                    <a:pt x="5014371" y="3628899"/>
                    <a:pt x="5005370" y="3620756"/>
                  </a:cubicBezTo>
                  <a:cubicBezTo>
                    <a:pt x="4966793" y="3617755"/>
                    <a:pt x="4986938" y="3613469"/>
                    <a:pt x="4961221" y="3608754"/>
                  </a:cubicBezTo>
                  <a:moveTo>
                    <a:pt x="5166532" y="3736913"/>
                  </a:moveTo>
                  <a:cubicBezTo>
                    <a:pt x="5175533" y="3782347"/>
                    <a:pt x="5159246" y="3785776"/>
                    <a:pt x="5142530" y="3774203"/>
                  </a:cubicBezTo>
                  <a:cubicBezTo>
                    <a:pt x="5139100" y="3762631"/>
                    <a:pt x="5135672" y="3751058"/>
                    <a:pt x="5132242" y="3739485"/>
                  </a:cubicBezTo>
                  <a:cubicBezTo>
                    <a:pt x="5126671" y="3739485"/>
                    <a:pt x="5121527" y="3739485"/>
                    <a:pt x="5116384" y="3739485"/>
                  </a:cubicBezTo>
                  <a:cubicBezTo>
                    <a:pt x="5099239" y="3766917"/>
                    <a:pt x="5103525" y="3725769"/>
                    <a:pt x="5100096" y="3901934"/>
                  </a:cubicBezTo>
                  <a:cubicBezTo>
                    <a:pt x="5117669" y="3903219"/>
                    <a:pt x="5135672" y="3903648"/>
                    <a:pt x="5153245" y="3904934"/>
                  </a:cubicBezTo>
                  <a:cubicBezTo>
                    <a:pt x="5164818" y="3890790"/>
                    <a:pt x="5176391" y="3876645"/>
                    <a:pt x="5187964" y="3862500"/>
                  </a:cubicBezTo>
                  <a:cubicBezTo>
                    <a:pt x="5188821" y="3823495"/>
                    <a:pt x="5189678" y="3784490"/>
                    <a:pt x="5190535" y="3745057"/>
                  </a:cubicBezTo>
                  <a:cubicBezTo>
                    <a:pt x="5182392" y="3742057"/>
                    <a:pt x="5174248" y="3739485"/>
                    <a:pt x="5166532" y="3736913"/>
                  </a:cubicBezTo>
                  <a:moveTo>
                    <a:pt x="1351341" y="4298840"/>
                  </a:moveTo>
                  <a:cubicBezTo>
                    <a:pt x="1352198" y="4541442"/>
                    <a:pt x="1353055" y="4783615"/>
                    <a:pt x="1353913" y="5026217"/>
                  </a:cubicBezTo>
                  <a:cubicBezTo>
                    <a:pt x="1402347" y="5029646"/>
                    <a:pt x="1498788" y="5036933"/>
                    <a:pt x="1536078" y="5068651"/>
                  </a:cubicBezTo>
                  <a:cubicBezTo>
                    <a:pt x="1515933" y="5077223"/>
                    <a:pt x="1504789" y="5069080"/>
                    <a:pt x="1486786" y="5079796"/>
                  </a:cubicBezTo>
                  <a:cubicBezTo>
                    <a:pt x="1496645" y="5093511"/>
                    <a:pt x="1535650" y="5099941"/>
                    <a:pt x="1574655" y="5106370"/>
                  </a:cubicBezTo>
                  <a:cubicBezTo>
                    <a:pt x="1596086" y="4846195"/>
                    <a:pt x="1617088" y="4586019"/>
                    <a:pt x="1638520" y="4325844"/>
                  </a:cubicBezTo>
                  <a:cubicBezTo>
                    <a:pt x="1614517" y="4326701"/>
                    <a:pt x="1590942" y="4324129"/>
                    <a:pt x="1566939" y="4322415"/>
                  </a:cubicBezTo>
                  <a:cubicBezTo>
                    <a:pt x="1495359" y="4315557"/>
                    <a:pt x="1423350" y="4307413"/>
                    <a:pt x="1351341" y="4298840"/>
                  </a:cubicBezTo>
                  <a:moveTo>
                    <a:pt x="1756392" y="4333988"/>
                  </a:moveTo>
                  <a:cubicBezTo>
                    <a:pt x="1730674" y="4333130"/>
                    <a:pt x="1704957" y="4327987"/>
                    <a:pt x="1678810" y="4328416"/>
                  </a:cubicBezTo>
                  <a:cubicBezTo>
                    <a:pt x="1653093" y="4590305"/>
                    <a:pt x="1627375" y="4852624"/>
                    <a:pt x="1601658" y="5114514"/>
                  </a:cubicBezTo>
                  <a:cubicBezTo>
                    <a:pt x="1631662" y="5124801"/>
                    <a:pt x="1689955" y="5144518"/>
                    <a:pt x="1713529" y="5164234"/>
                  </a:cubicBezTo>
                  <a:cubicBezTo>
                    <a:pt x="1706242" y="5144089"/>
                    <a:pt x="1699385" y="5123944"/>
                    <a:pt x="1692527" y="5103798"/>
                  </a:cubicBezTo>
                  <a:cubicBezTo>
                    <a:pt x="1701528" y="5079796"/>
                    <a:pt x="1710529" y="5055792"/>
                    <a:pt x="1719101" y="5031789"/>
                  </a:cubicBezTo>
                  <a:cubicBezTo>
                    <a:pt x="1725959" y="5031789"/>
                    <a:pt x="1733246" y="5031789"/>
                    <a:pt x="1740532" y="5031789"/>
                  </a:cubicBezTo>
                  <a:cubicBezTo>
                    <a:pt x="1752534" y="4910060"/>
                    <a:pt x="1776108" y="4789188"/>
                    <a:pt x="1811684" y="4672173"/>
                  </a:cubicBezTo>
                  <a:cubicBezTo>
                    <a:pt x="1844260" y="4567160"/>
                    <a:pt x="1887122" y="4463861"/>
                    <a:pt x="1950987" y="4373850"/>
                  </a:cubicBezTo>
                  <a:cubicBezTo>
                    <a:pt x="1944558" y="4367849"/>
                    <a:pt x="1938557" y="4361420"/>
                    <a:pt x="1932128" y="4355419"/>
                  </a:cubicBezTo>
                  <a:cubicBezTo>
                    <a:pt x="1932985" y="4345561"/>
                    <a:pt x="1933842" y="4335702"/>
                    <a:pt x="1934700" y="4326273"/>
                  </a:cubicBezTo>
                  <a:cubicBezTo>
                    <a:pt x="1875978" y="4337845"/>
                    <a:pt x="1815970" y="4336560"/>
                    <a:pt x="1756392" y="4333988"/>
                  </a:cubicBezTo>
                  <a:moveTo>
                    <a:pt x="6331107" y="4482721"/>
                  </a:moveTo>
                  <a:cubicBezTo>
                    <a:pt x="6331107" y="4496866"/>
                    <a:pt x="6331107" y="4511438"/>
                    <a:pt x="6331107" y="4525583"/>
                  </a:cubicBezTo>
                  <a:cubicBezTo>
                    <a:pt x="6323820" y="4528155"/>
                    <a:pt x="6316962" y="4530726"/>
                    <a:pt x="6309676" y="4533727"/>
                  </a:cubicBezTo>
                  <a:cubicBezTo>
                    <a:pt x="6305389" y="4528155"/>
                    <a:pt x="6300674" y="4523012"/>
                    <a:pt x="6296388" y="4517868"/>
                  </a:cubicBezTo>
                  <a:cubicBezTo>
                    <a:pt x="6212378" y="4590734"/>
                    <a:pt x="6251811" y="4547443"/>
                    <a:pt x="5965918" y="4976068"/>
                  </a:cubicBezTo>
                  <a:cubicBezTo>
                    <a:pt x="5970204" y="4976496"/>
                    <a:pt x="6359396" y="5006072"/>
                    <a:pt x="6397544" y="4987212"/>
                  </a:cubicBezTo>
                  <a:cubicBezTo>
                    <a:pt x="6404402" y="4819191"/>
                    <a:pt x="6411688" y="4651171"/>
                    <a:pt x="6418975" y="4483149"/>
                  </a:cubicBezTo>
                  <a:cubicBezTo>
                    <a:pt x="6393258" y="4484435"/>
                    <a:pt x="6365397" y="4483149"/>
                    <a:pt x="6343966" y="4467290"/>
                  </a:cubicBezTo>
                  <a:cubicBezTo>
                    <a:pt x="6339679" y="4472434"/>
                    <a:pt x="6335393" y="4477577"/>
                    <a:pt x="6331107" y="4482721"/>
                  </a:cubicBezTo>
                  <a:moveTo>
                    <a:pt x="6504271" y="4549586"/>
                  </a:moveTo>
                  <a:cubicBezTo>
                    <a:pt x="6500414" y="4694890"/>
                    <a:pt x="6497413" y="4840623"/>
                    <a:pt x="6493555" y="4985927"/>
                  </a:cubicBezTo>
                  <a:cubicBezTo>
                    <a:pt x="6493555" y="4985927"/>
                    <a:pt x="6534704" y="4982926"/>
                    <a:pt x="6640145" y="4943493"/>
                  </a:cubicBezTo>
                  <a:cubicBezTo>
                    <a:pt x="6565565" y="4604879"/>
                    <a:pt x="6582710" y="4612165"/>
                    <a:pt x="6504271" y="4549586"/>
                  </a:cubicBezTo>
                  <a:moveTo>
                    <a:pt x="6650004" y="4794760"/>
                  </a:moveTo>
                  <a:cubicBezTo>
                    <a:pt x="6660291" y="4841051"/>
                    <a:pt x="6671864" y="4886914"/>
                    <a:pt x="6681722" y="4933205"/>
                  </a:cubicBezTo>
                  <a:cubicBezTo>
                    <a:pt x="6685151" y="4919918"/>
                    <a:pt x="6691580" y="4907488"/>
                    <a:pt x="6698867" y="4895487"/>
                  </a:cubicBezTo>
                  <a:cubicBezTo>
                    <a:pt x="6680436" y="4850052"/>
                    <a:pt x="6661577" y="4804618"/>
                    <a:pt x="6643574" y="4759184"/>
                  </a:cubicBezTo>
                  <a:cubicBezTo>
                    <a:pt x="6643574" y="4771614"/>
                    <a:pt x="6647432" y="4783187"/>
                    <a:pt x="6650004" y="4794760"/>
                  </a:cubicBezTo>
                  <a:moveTo>
                    <a:pt x="6618714" y="5015502"/>
                  </a:moveTo>
                  <a:cubicBezTo>
                    <a:pt x="6619571" y="5048506"/>
                    <a:pt x="6620429" y="5081081"/>
                    <a:pt x="6621286" y="5114086"/>
                  </a:cubicBezTo>
                  <a:cubicBezTo>
                    <a:pt x="6643146" y="5117943"/>
                    <a:pt x="6665434" y="5123515"/>
                    <a:pt x="6682579" y="5138088"/>
                  </a:cubicBezTo>
                  <a:cubicBezTo>
                    <a:pt x="6671435" y="5092225"/>
                    <a:pt x="6661148" y="5045934"/>
                    <a:pt x="6650433" y="5000071"/>
                  </a:cubicBezTo>
                  <a:cubicBezTo>
                    <a:pt x="6640145" y="5004786"/>
                    <a:pt x="6629430" y="5010358"/>
                    <a:pt x="6618714" y="5015502"/>
                  </a:cubicBezTo>
                  <a:moveTo>
                    <a:pt x="6051215" y="5042076"/>
                  </a:moveTo>
                  <a:cubicBezTo>
                    <a:pt x="6017782" y="5049792"/>
                    <a:pt x="5983063" y="5044219"/>
                    <a:pt x="5950059" y="5036933"/>
                  </a:cubicBezTo>
                  <a:cubicBezTo>
                    <a:pt x="5949202" y="5108513"/>
                    <a:pt x="5948345" y="5180522"/>
                    <a:pt x="5947488" y="5252103"/>
                  </a:cubicBezTo>
                  <a:cubicBezTo>
                    <a:pt x="5959917" y="5254246"/>
                    <a:pt x="5966776" y="5265818"/>
                    <a:pt x="5971919" y="5276534"/>
                  </a:cubicBezTo>
                  <a:cubicBezTo>
                    <a:pt x="6018639" y="5269676"/>
                    <a:pt x="6193518" y="5333970"/>
                    <a:pt x="6243239" y="5359259"/>
                  </a:cubicBezTo>
                  <a:cubicBezTo>
                    <a:pt x="6251382" y="5258960"/>
                    <a:pt x="6259098" y="5158662"/>
                    <a:pt x="6267242" y="5058364"/>
                  </a:cubicBezTo>
                  <a:cubicBezTo>
                    <a:pt x="6005352" y="5026217"/>
                    <a:pt x="6088505" y="5035218"/>
                    <a:pt x="6051215" y="5042076"/>
                  </a:cubicBezTo>
                  <a:moveTo>
                    <a:pt x="1121598" y="5148376"/>
                  </a:moveTo>
                  <a:cubicBezTo>
                    <a:pt x="1062448" y="5177522"/>
                    <a:pt x="1011441" y="5219956"/>
                    <a:pt x="964721" y="5265818"/>
                  </a:cubicBezTo>
                  <a:cubicBezTo>
                    <a:pt x="972865" y="5276534"/>
                    <a:pt x="978009" y="5288964"/>
                    <a:pt x="987867" y="5298394"/>
                  </a:cubicBezTo>
                  <a:cubicBezTo>
                    <a:pt x="1041445" y="5321111"/>
                    <a:pt x="1059447" y="5347686"/>
                    <a:pt x="1074878" y="5384548"/>
                  </a:cubicBezTo>
                  <a:cubicBezTo>
                    <a:pt x="1107453" y="5330970"/>
                    <a:pt x="1140029" y="5277392"/>
                    <a:pt x="1172604" y="5223385"/>
                  </a:cubicBezTo>
                  <a:cubicBezTo>
                    <a:pt x="1166175" y="5193810"/>
                    <a:pt x="1175176" y="5162948"/>
                    <a:pt x="1191464" y="5137660"/>
                  </a:cubicBezTo>
                  <a:cubicBezTo>
                    <a:pt x="1190607" y="5133374"/>
                    <a:pt x="1189749" y="5128658"/>
                    <a:pt x="1188892" y="5124372"/>
                  </a:cubicBezTo>
                  <a:cubicBezTo>
                    <a:pt x="1166175" y="5131659"/>
                    <a:pt x="1143029" y="5137660"/>
                    <a:pt x="1121598" y="5148376"/>
                  </a:cubicBezTo>
                  <a:moveTo>
                    <a:pt x="6491841" y="5134231"/>
                  </a:moveTo>
                  <a:cubicBezTo>
                    <a:pt x="6481126" y="5139803"/>
                    <a:pt x="6480697" y="5153947"/>
                    <a:pt x="6475125" y="5163806"/>
                  </a:cubicBezTo>
                  <a:cubicBezTo>
                    <a:pt x="6498271" y="5177522"/>
                    <a:pt x="6481983" y="5216526"/>
                    <a:pt x="6472553" y="5244387"/>
                  </a:cubicBezTo>
                  <a:cubicBezTo>
                    <a:pt x="6479840" y="5255960"/>
                    <a:pt x="6487555" y="5266676"/>
                    <a:pt x="6462266" y="5300537"/>
                  </a:cubicBezTo>
                  <a:cubicBezTo>
                    <a:pt x="6470410" y="5310395"/>
                    <a:pt x="6480268" y="5317682"/>
                    <a:pt x="6462266" y="5361830"/>
                  </a:cubicBezTo>
                  <a:cubicBezTo>
                    <a:pt x="6470839" y="5374261"/>
                    <a:pt x="6465695" y="5390120"/>
                    <a:pt x="6459265" y="5402121"/>
                  </a:cubicBezTo>
                  <a:cubicBezTo>
                    <a:pt x="6499556" y="5402550"/>
                    <a:pt x="6523559" y="5395692"/>
                    <a:pt x="6512844" y="5441984"/>
                  </a:cubicBezTo>
                  <a:cubicBezTo>
                    <a:pt x="6512844" y="5441984"/>
                    <a:pt x="6479840" y="5453556"/>
                    <a:pt x="6406116" y="5455271"/>
                  </a:cubicBezTo>
                  <a:cubicBezTo>
                    <a:pt x="6462695" y="5490846"/>
                    <a:pt x="6519702" y="5526423"/>
                    <a:pt x="6576280" y="5561570"/>
                  </a:cubicBezTo>
                  <a:cubicBezTo>
                    <a:pt x="6576280" y="5432982"/>
                    <a:pt x="6576280" y="5303966"/>
                    <a:pt x="6576280" y="5175379"/>
                  </a:cubicBezTo>
                  <a:cubicBezTo>
                    <a:pt x="6553134" y="5158662"/>
                    <a:pt x="6529989" y="5141517"/>
                    <a:pt x="6506843" y="5124801"/>
                  </a:cubicBezTo>
                  <a:cubicBezTo>
                    <a:pt x="6501699" y="5127801"/>
                    <a:pt x="6496985" y="5130801"/>
                    <a:pt x="6491841" y="5134231"/>
                  </a:cubicBezTo>
                  <a:moveTo>
                    <a:pt x="6315248" y="5141089"/>
                  </a:moveTo>
                  <a:cubicBezTo>
                    <a:pt x="6309676" y="5213098"/>
                    <a:pt x="6304532" y="5285106"/>
                    <a:pt x="6299389" y="5357116"/>
                  </a:cubicBezTo>
                  <a:cubicBezTo>
                    <a:pt x="6327678" y="5355401"/>
                    <a:pt x="6355967" y="5353686"/>
                    <a:pt x="6384256" y="5351543"/>
                  </a:cubicBezTo>
                  <a:cubicBezTo>
                    <a:pt x="6374398" y="5327969"/>
                    <a:pt x="6382970" y="5301823"/>
                    <a:pt x="6397544" y="5282535"/>
                  </a:cubicBezTo>
                  <a:cubicBezTo>
                    <a:pt x="6382970" y="5262390"/>
                    <a:pt x="6389828" y="5236244"/>
                    <a:pt x="6400115" y="5216098"/>
                  </a:cubicBezTo>
                  <a:cubicBezTo>
                    <a:pt x="6395829" y="5202382"/>
                    <a:pt x="6396686" y="5187809"/>
                    <a:pt x="6400115" y="5174093"/>
                  </a:cubicBezTo>
                  <a:cubicBezTo>
                    <a:pt x="6431405" y="5172378"/>
                    <a:pt x="6404830" y="5142803"/>
                    <a:pt x="6394972" y="5134231"/>
                  </a:cubicBezTo>
                  <a:cubicBezTo>
                    <a:pt x="6367969" y="5126087"/>
                    <a:pt x="6341394" y="5137231"/>
                    <a:pt x="6315248" y="5141089"/>
                  </a:cubicBezTo>
                  <a:moveTo>
                    <a:pt x="5274546" y="5158234"/>
                  </a:moveTo>
                  <a:cubicBezTo>
                    <a:pt x="5270689" y="5164234"/>
                    <a:pt x="5251829" y="5197238"/>
                    <a:pt x="5244113" y="5207097"/>
                  </a:cubicBezTo>
                  <a:cubicBezTo>
                    <a:pt x="5291691" y="5249531"/>
                    <a:pt x="5280547" y="5226385"/>
                    <a:pt x="5297263" y="5393549"/>
                  </a:cubicBezTo>
                  <a:cubicBezTo>
                    <a:pt x="5445139" y="5281678"/>
                    <a:pt x="5467428" y="5228100"/>
                    <a:pt x="5467428" y="5228100"/>
                  </a:cubicBezTo>
                  <a:cubicBezTo>
                    <a:pt x="5383846" y="5144946"/>
                    <a:pt x="5286119" y="5147946"/>
                    <a:pt x="5274546" y="5158234"/>
                  </a:cubicBezTo>
                  <a:moveTo>
                    <a:pt x="1383916" y="5156948"/>
                  </a:moveTo>
                  <a:cubicBezTo>
                    <a:pt x="1377058" y="5176665"/>
                    <a:pt x="1379630" y="5170235"/>
                    <a:pt x="1353913" y="5186094"/>
                  </a:cubicBezTo>
                  <a:cubicBezTo>
                    <a:pt x="1358628" y="5354116"/>
                    <a:pt x="1362914" y="5521708"/>
                    <a:pt x="1367200" y="5689729"/>
                  </a:cubicBezTo>
                  <a:cubicBezTo>
                    <a:pt x="1395489" y="5691872"/>
                    <a:pt x="1424207" y="5693158"/>
                    <a:pt x="1452496" y="5695301"/>
                  </a:cubicBezTo>
                  <a:cubicBezTo>
                    <a:pt x="1471785" y="5680728"/>
                    <a:pt x="1488072" y="5619863"/>
                    <a:pt x="1487215" y="5588573"/>
                  </a:cubicBezTo>
                  <a:cubicBezTo>
                    <a:pt x="1490644" y="5585144"/>
                    <a:pt x="1494073" y="5581287"/>
                    <a:pt x="1497502" y="5577858"/>
                  </a:cubicBezTo>
                  <a:cubicBezTo>
                    <a:pt x="1512075" y="5418838"/>
                    <a:pt x="1535650" y="5335684"/>
                    <a:pt x="1572083" y="5180951"/>
                  </a:cubicBezTo>
                  <a:cubicBezTo>
                    <a:pt x="1492359" y="5184809"/>
                    <a:pt x="1510790" y="5156948"/>
                    <a:pt x="1383916" y="5156948"/>
                  </a:cubicBezTo>
                  <a:moveTo>
                    <a:pt x="5030659" y="5159520"/>
                  </a:moveTo>
                  <a:cubicBezTo>
                    <a:pt x="5022515" y="5176236"/>
                    <a:pt x="5021657" y="5195095"/>
                    <a:pt x="5025515" y="5213098"/>
                  </a:cubicBezTo>
                  <a:cubicBezTo>
                    <a:pt x="4996797" y="5262818"/>
                    <a:pt x="4980938" y="5186094"/>
                    <a:pt x="4977080" y="5174093"/>
                  </a:cubicBezTo>
                  <a:cubicBezTo>
                    <a:pt x="4947077" y="5172807"/>
                    <a:pt x="4848064" y="5235815"/>
                    <a:pt x="4820204" y="5252960"/>
                  </a:cubicBezTo>
                  <a:cubicBezTo>
                    <a:pt x="4886212" y="5281249"/>
                    <a:pt x="4916215" y="5284249"/>
                    <a:pt x="5061519" y="5388406"/>
                  </a:cubicBezTo>
                  <a:cubicBezTo>
                    <a:pt x="5073092" y="5381976"/>
                    <a:pt x="5079093" y="5375118"/>
                    <a:pt x="5126671" y="5394406"/>
                  </a:cubicBezTo>
                  <a:cubicBezTo>
                    <a:pt x="5128385" y="5327969"/>
                    <a:pt x="5130099" y="5261104"/>
                    <a:pt x="5132242" y="5194667"/>
                  </a:cubicBezTo>
                  <a:cubicBezTo>
                    <a:pt x="5100524" y="5195524"/>
                    <a:pt x="5089380" y="5217813"/>
                    <a:pt x="5054661" y="5157377"/>
                  </a:cubicBezTo>
                  <a:cubicBezTo>
                    <a:pt x="5046517" y="5157805"/>
                    <a:pt x="5038802" y="5158662"/>
                    <a:pt x="5030659" y="5159520"/>
                  </a:cubicBezTo>
                  <a:moveTo>
                    <a:pt x="6618714" y="5183523"/>
                  </a:moveTo>
                  <a:cubicBezTo>
                    <a:pt x="6617000" y="5316825"/>
                    <a:pt x="6615285" y="5450127"/>
                    <a:pt x="6613142" y="5583430"/>
                  </a:cubicBezTo>
                  <a:cubicBezTo>
                    <a:pt x="6677007" y="5621577"/>
                    <a:pt x="6740872" y="5659725"/>
                    <a:pt x="6804738" y="5697873"/>
                  </a:cubicBezTo>
                  <a:cubicBezTo>
                    <a:pt x="6771305" y="5538853"/>
                    <a:pt x="6737015" y="5379833"/>
                    <a:pt x="6703582" y="5220813"/>
                  </a:cubicBezTo>
                  <a:cubicBezTo>
                    <a:pt x="6669721" y="5192952"/>
                    <a:pt x="6641431" y="5175379"/>
                    <a:pt x="6618714" y="5183523"/>
                  </a:cubicBezTo>
                  <a:moveTo>
                    <a:pt x="1204323" y="5244816"/>
                  </a:moveTo>
                  <a:cubicBezTo>
                    <a:pt x="1206037" y="5284678"/>
                    <a:pt x="1207752" y="5265390"/>
                    <a:pt x="1108739" y="5439411"/>
                  </a:cubicBezTo>
                  <a:cubicBezTo>
                    <a:pt x="1152030" y="5513135"/>
                    <a:pt x="1195750" y="5586859"/>
                    <a:pt x="1239041" y="5660153"/>
                  </a:cubicBezTo>
                  <a:cubicBezTo>
                    <a:pt x="1238184" y="5506706"/>
                    <a:pt x="1237327" y="5352829"/>
                    <a:pt x="1236470" y="5198953"/>
                  </a:cubicBezTo>
                  <a:cubicBezTo>
                    <a:pt x="1219753" y="5208383"/>
                    <a:pt x="1203894" y="5224242"/>
                    <a:pt x="1204323" y="5244816"/>
                  </a:cubicBezTo>
                  <a:moveTo>
                    <a:pt x="1596515" y="5199381"/>
                  </a:moveTo>
                  <a:cubicBezTo>
                    <a:pt x="1485929" y="5713731"/>
                    <a:pt x="1549366" y="5488275"/>
                    <a:pt x="1535221" y="5652438"/>
                  </a:cubicBezTo>
                  <a:cubicBezTo>
                    <a:pt x="1622232" y="5604432"/>
                    <a:pt x="1709243" y="5556426"/>
                    <a:pt x="1796254" y="5508421"/>
                  </a:cubicBezTo>
                  <a:cubicBezTo>
                    <a:pt x="1804398" y="5424839"/>
                    <a:pt x="1806541" y="5532423"/>
                    <a:pt x="1758963" y="5279106"/>
                  </a:cubicBezTo>
                  <a:cubicBezTo>
                    <a:pt x="1644949" y="5215241"/>
                    <a:pt x="1623089" y="5201525"/>
                    <a:pt x="1596515" y="5199381"/>
                  </a:cubicBezTo>
                  <a:moveTo>
                    <a:pt x="5493574" y="5287250"/>
                  </a:moveTo>
                  <a:cubicBezTo>
                    <a:pt x="5426708" y="5373404"/>
                    <a:pt x="5477286" y="5314253"/>
                    <a:pt x="5326410" y="5450556"/>
                  </a:cubicBezTo>
                  <a:cubicBezTo>
                    <a:pt x="5339269" y="5444555"/>
                    <a:pt x="5586156" y="5305681"/>
                    <a:pt x="5590443" y="5303538"/>
                  </a:cubicBezTo>
                  <a:cubicBezTo>
                    <a:pt x="5569011" y="5289393"/>
                    <a:pt x="5548009" y="5275248"/>
                    <a:pt x="5526577" y="5261104"/>
                  </a:cubicBezTo>
                  <a:cubicBezTo>
                    <a:pt x="5515005" y="5269248"/>
                    <a:pt x="5501718" y="5275677"/>
                    <a:pt x="5493574" y="5287250"/>
                  </a:cubicBezTo>
                  <a:moveTo>
                    <a:pt x="4636323" y="5359687"/>
                  </a:moveTo>
                  <a:cubicBezTo>
                    <a:pt x="4638895" y="5363117"/>
                    <a:pt x="4641467" y="5366545"/>
                    <a:pt x="4644038" y="5369974"/>
                  </a:cubicBezTo>
                  <a:cubicBezTo>
                    <a:pt x="4667613" y="5366545"/>
                    <a:pt x="4810774" y="5555998"/>
                    <a:pt x="4641895" y="5471558"/>
                  </a:cubicBezTo>
                  <a:cubicBezTo>
                    <a:pt x="4646611" y="5515707"/>
                    <a:pt x="4646611" y="5543139"/>
                    <a:pt x="4634180" y="5560284"/>
                  </a:cubicBezTo>
                  <a:cubicBezTo>
                    <a:pt x="4641895" y="5600146"/>
                    <a:pt x="4650039" y="5639580"/>
                    <a:pt x="4657755" y="5679441"/>
                  </a:cubicBezTo>
                  <a:cubicBezTo>
                    <a:pt x="4653468" y="5685442"/>
                    <a:pt x="4648754" y="5691872"/>
                    <a:pt x="4644467" y="5697873"/>
                  </a:cubicBezTo>
                  <a:cubicBezTo>
                    <a:pt x="4648754" y="5739449"/>
                    <a:pt x="4653468" y="5781454"/>
                    <a:pt x="4657755" y="5823031"/>
                  </a:cubicBezTo>
                  <a:cubicBezTo>
                    <a:pt x="4675757" y="5817031"/>
                    <a:pt x="4694616" y="5813173"/>
                    <a:pt x="4712190" y="5805886"/>
                  </a:cubicBezTo>
                  <a:cubicBezTo>
                    <a:pt x="4791486" y="5739449"/>
                    <a:pt x="4794486" y="5742450"/>
                    <a:pt x="5163961" y="5535424"/>
                  </a:cubicBezTo>
                  <a:cubicBezTo>
                    <a:pt x="5163961" y="5528137"/>
                    <a:pt x="5163961" y="5521279"/>
                    <a:pt x="5163961" y="5513992"/>
                  </a:cubicBezTo>
                  <a:cubicBezTo>
                    <a:pt x="5163961" y="5513992"/>
                    <a:pt x="5036659" y="5472844"/>
                    <a:pt x="5036659" y="5472844"/>
                  </a:cubicBezTo>
                  <a:cubicBezTo>
                    <a:pt x="5028944" y="5464700"/>
                    <a:pt x="5030659" y="5452270"/>
                    <a:pt x="5030230" y="5441984"/>
                  </a:cubicBezTo>
                  <a:cubicBezTo>
                    <a:pt x="4933789" y="5371261"/>
                    <a:pt x="4769197" y="5282535"/>
                    <a:pt x="4769197" y="5282535"/>
                  </a:cubicBezTo>
                  <a:cubicBezTo>
                    <a:pt x="4725049" y="5307824"/>
                    <a:pt x="4680901" y="5333541"/>
                    <a:pt x="4636323" y="5359687"/>
                  </a:cubicBezTo>
                  <a:moveTo>
                    <a:pt x="6013924" y="5368260"/>
                  </a:moveTo>
                  <a:cubicBezTo>
                    <a:pt x="5998494" y="5369974"/>
                    <a:pt x="5983492" y="5371261"/>
                    <a:pt x="5968490" y="5372975"/>
                  </a:cubicBezTo>
                  <a:cubicBezTo>
                    <a:pt x="5967633" y="5381119"/>
                    <a:pt x="5966776" y="5388834"/>
                    <a:pt x="5965918" y="5396978"/>
                  </a:cubicBezTo>
                  <a:cubicBezTo>
                    <a:pt x="6005352" y="5402978"/>
                    <a:pt x="6078218" y="5411122"/>
                    <a:pt x="6115937" y="5397407"/>
                  </a:cubicBezTo>
                  <a:cubicBezTo>
                    <a:pt x="6106079" y="5393120"/>
                    <a:pt x="6025069" y="5366545"/>
                    <a:pt x="6013924" y="5368260"/>
                  </a:cubicBezTo>
                  <a:moveTo>
                    <a:pt x="5381703" y="5505420"/>
                  </a:moveTo>
                  <a:cubicBezTo>
                    <a:pt x="5365415" y="5515707"/>
                    <a:pt x="5348698" y="5524708"/>
                    <a:pt x="5334125" y="5537567"/>
                  </a:cubicBezTo>
                  <a:cubicBezTo>
                    <a:pt x="5359414" y="5554712"/>
                    <a:pt x="5423707" y="5594146"/>
                    <a:pt x="5446425" y="5617291"/>
                  </a:cubicBezTo>
                  <a:cubicBezTo>
                    <a:pt x="5454997" y="5607861"/>
                    <a:pt x="5463998" y="5594146"/>
                    <a:pt x="5478572" y="5595003"/>
                  </a:cubicBezTo>
                  <a:cubicBezTo>
                    <a:pt x="5527435" y="5480560"/>
                    <a:pt x="5587443" y="5390977"/>
                    <a:pt x="5587443" y="5390977"/>
                  </a:cubicBezTo>
                  <a:cubicBezTo>
                    <a:pt x="5518433" y="5428267"/>
                    <a:pt x="5448996" y="5465558"/>
                    <a:pt x="5381703" y="5505420"/>
                  </a:cubicBezTo>
                  <a:moveTo>
                    <a:pt x="5658166" y="5429982"/>
                  </a:moveTo>
                  <a:cubicBezTo>
                    <a:pt x="5631591" y="5461700"/>
                    <a:pt x="5574584" y="5582572"/>
                    <a:pt x="5553153" y="5627578"/>
                  </a:cubicBezTo>
                  <a:cubicBezTo>
                    <a:pt x="5572441" y="5640437"/>
                    <a:pt x="5561296" y="5699159"/>
                    <a:pt x="5555296" y="5732591"/>
                  </a:cubicBezTo>
                  <a:cubicBezTo>
                    <a:pt x="5613589" y="5793027"/>
                    <a:pt x="5672310" y="5852606"/>
                    <a:pt x="5730174" y="5913471"/>
                  </a:cubicBezTo>
                  <a:cubicBezTo>
                    <a:pt x="5730603" y="5896755"/>
                    <a:pt x="5740461" y="5882610"/>
                    <a:pt x="5752034" y="5871037"/>
                  </a:cubicBezTo>
                  <a:cubicBezTo>
                    <a:pt x="5758035" y="5872752"/>
                    <a:pt x="5764464" y="5874466"/>
                    <a:pt x="5770894" y="5876609"/>
                  </a:cubicBezTo>
                  <a:cubicBezTo>
                    <a:pt x="5817614" y="5648581"/>
                    <a:pt x="5806041" y="5744593"/>
                    <a:pt x="5818900" y="5434268"/>
                  </a:cubicBezTo>
                  <a:cubicBezTo>
                    <a:pt x="5815471" y="5432554"/>
                    <a:pt x="5811613" y="5430839"/>
                    <a:pt x="5808184" y="5429125"/>
                  </a:cubicBezTo>
                  <a:cubicBezTo>
                    <a:pt x="5758893" y="5475845"/>
                    <a:pt x="5713458" y="5456556"/>
                    <a:pt x="5682597" y="5397407"/>
                  </a:cubicBezTo>
                  <a:cubicBezTo>
                    <a:pt x="5674882" y="5407694"/>
                    <a:pt x="5667167" y="5419266"/>
                    <a:pt x="5658166" y="5429982"/>
                  </a:cubicBezTo>
                  <a:moveTo>
                    <a:pt x="4463587" y="5471130"/>
                  </a:moveTo>
                  <a:cubicBezTo>
                    <a:pt x="4458016" y="5501562"/>
                    <a:pt x="4455015" y="5533280"/>
                    <a:pt x="4442585" y="5561999"/>
                  </a:cubicBezTo>
                  <a:cubicBezTo>
                    <a:pt x="4475161" y="5556426"/>
                    <a:pt x="4507736" y="5551283"/>
                    <a:pt x="4540740" y="5545711"/>
                  </a:cubicBezTo>
                  <a:cubicBezTo>
                    <a:pt x="4540740" y="5531566"/>
                    <a:pt x="4540740" y="5517850"/>
                    <a:pt x="4540740" y="5503705"/>
                  </a:cubicBezTo>
                  <a:cubicBezTo>
                    <a:pt x="4530024" y="5503277"/>
                    <a:pt x="4521023" y="5496419"/>
                    <a:pt x="4516308" y="5486989"/>
                  </a:cubicBezTo>
                  <a:cubicBezTo>
                    <a:pt x="4505593" y="5487846"/>
                    <a:pt x="4495306" y="5488703"/>
                    <a:pt x="4485019" y="5489561"/>
                  </a:cubicBezTo>
                  <a:cubicBezTo>
                    <a:pt x="4484162" y="5471130"/>
                    <a:pt x="4487162" y="5452699"/>
                    <a:pt x="4482447" y="5434697"/>
                  </a:cubicBezTo>
                  <a:cubicBezTo>
                    <a:pt x="4468302" y="5441126"/>
                    <a:pt x="4464873" y="5457843"/>
                    <a:pt x="4463587" y="5471130"/>
                  </a:cubicBezTo>
                  <a:moveTo>
                    <a:pt x="6142940" y="5474559"/>
                  </a:moveTo>
                  <a:cubicBezTo>
                    <a:pt x="6173373" y="5491276"/>
                    <a:pt x="6204234" y="5507991"/>
                    <a:pt x="6235095" y="5524708"/>
                  </a:cubicBezTo>
                  <a:cubicBezTo>
                    <a:pt x="6236809" y="5503277"/>
                    <a:pt x="6238524" y="5481845"/>
                    <a:pt x="6240238" y="5460843"/>
                  </a:cubicBezTo>
                  <a:cubicBezTo>
                    <a:pt x="6207663" y="5465558"/>
                    <a:pt x="6175087" y="5468558"/>
                    <a:pt x="6142940" y="5474559"/>
                  </a:cubicBezTo>
                  <a:moveTo>
                    <a:pt x="5941915" y="5476702"/>
                  </a:moveTo>
                  <a:cubicBezTo>
                    <a:pt x="5941915" y="5481845"/>
                    <a:pt x="5941915" y="5487418"/>
                    <a:pt x="5941915" y="5492561"/>
                  </a:cubicBezTo>
                  <a:cubicBezTo>
                    <a:pt x="6035356" y="5560284"/>
                    <a:pt x="6128367" y="5627578"/>
                    <a:pt x="6221808" y="5694872"/>
                  </a:cubicBezTo>
                  <a:cubicBezTo>
                    <a:pt x="6226522" y="5646009"/>
                    <a:pt x="6230809" y="5597146"/>
                    <a:pt x="6235095" y="5548282"/>
                  </a:cubicBezTo>
                  <a:cubicBezTo>
                    <a:pt x="6195233" y="5523851"/>
                    <a:pt x="6155371" y="5498133"/>
                    <a:pt x="6115080" y="5474131"/>
                  </a:cubicBezTo>
                  <a:cubicBezTo>
                    <a:pt x="6057215" y="5474131"/>
                    <a:pt x="5999780" y="5475845"/>
                    <a:pt x="5941915" y="5476702"/>
                  </a:cubicBezTo>
                  <a:moveTo>
                    <a:pt x="6288244" y="5484846"/>
                  </a:moveTo>
                  <a:cubicBezTo>
                    <a:pt x="6286530" y="5506277"/>
                    <a:pt x="6284815" y="5527280"/>
                    <a:pt x="6282672" y="5548711"/>
                  </a:cubicBezTo>
                  <a:cubicBezTo>
                    <a:pt x="6337536" y="5580001"/>
                    <a:pt x="6392829" y="5610861"/>
                    <a:pt x="6447693" y="5642151"/>
                  </a:cubicBezTo>
                  <a:cubicBezTo>
                    <a:pt x="6462695" y="5631436"/>
                    <a:pt x="6478125" y="5620720"/>
                    <a:pt x="6493127" y="5610004"/>
                  </a:cubicBezTo>
                  <a:cubicBezTo>
                    <a:pt x="6424975" y="5567999"/>
                    <a:pt x="6356824" y="5526423"/>
                    <a:pt x="6288244" y="5484846"/>
                  </a:cubicBezTo>
                  <a:moveTo>
                    <a:pt x="1002012" y="5625863"/>
                  </a:moveTo>
                  <a:cubicBezTo>
                    <a:pt x="1003726" y="5631007"/>
                    <a:pt x="1005441" y="5636579"/>
                    <a:pt x="1007155" y="5641723"/>
                  </a:cubicBezTo>
                  <a:cubicBezTo>
                    <a:pt x="1071877" y="5669583"/>
                    <a:pt x="1137028" y="5697016"/>
                    <a:pt x="1201751" y="5724447"/>
                  </a:cubicBezTo>
                  <a:cubicBezTo>
                    <a:pt x="1198322" y="5677727"/>
                    <a:pt x="1229611" y="5740735"/>
                    <a:pt x="1081736" y="5487418"/>
                  </a:cubicBezTo>
                  <a:cubicBezTo>
                    <a:pt x="1055161" y="5533280"/>
                    <a:pt x="1028586" y="5579572"/>
                    <a:pt x="1002012" y="5625863"/>
                  </a:cubicBezTo>
                  <a:moveTo>
                    <a:pt x="5938915" y="5508849"/>
                  </a:moveTo>
                  <a:cubicBezTo>
                    <a:pt x="5934200" y="5655439"/>
                    <a:pt x="5930343" y="5802029"/>
                    <a:pt x="5925199" y="5949047"/>
                  </a:cubicBezTo>
                  <a:cubicBezTo>
                    <a:pt x="5995922" y="5999196"/>
                    <a:pt x="6051215" y="5932330"/>
                    <a:pt x="6253097" y="5793885"/>
                  </a:cubicBezTo>
                  <a:cubicBezTo>
                    <a:pt x="6183231" y="5739878"/>
                    <a:pt x="6162657" y="5735163"/>
                    <a:pt x="6202090" y="5708588"/>
                  </a:cubicBezTo>
                  <a:cubicBezTo>
                    <a:pt x="6114651" y="5641723"/>
                    <a:pt x="6026783" y="5575286"/>
                    <a:pt x="5938915" y="5508849"/>
                  </a:cubicBezTo>
                  <a:moveTo>
                    <a:pt x="6282672" y="5572714"/>
                  </a:moveTo>
                  <a:cubicBezTo>
                    <a:pt x="6279243" y="5622435"/>
                    <a:pt x="6275386" y="5672155"/>
                    <a:pt x="6271956" y="5721875"/>
                  </a:cubicBezTo>
                  <a:cubicBezTo>
                    <a:pt x="6298531" y="5721447"/>
                    <a:pt x="6325106" y="5722733"/>
                    <a:pt x="6351681" y="5721447"/>
                  </a:cubicBezTo>
                  <a:cubicBezTo>
                    <a:pt x="6432262" y="5680728"/>
                    <a:pt x="6417260" y="5677727"/>
                    <a:pt x="6434405" y="5655439"/>
                  </a:cubicBezTo>
                  <a:cubicBezTo>
                    <a:pt x="6383828" y="5627578"/>
                    <a:pt x="6333250" y="5600146"/>
                    <a:pt x="6282672" y="5572714"/>
                  </a:cubicBezTo>
                  <a:moveTo>
                    <a:pt x="4416867" y="5622435"/>
                  </a:moveTo>
                  <a:cubicBezTo>
                    <a:pt x="4381720" y="5701302"/>
                    <a:pt x="4299424" y="5830318"/>
                    <a:pt x="4238559" y="5930616"/>
                  </a:cubicBezTo>
                  <a:cubicBezTo>
                    <a:pt x="4268563" y="5900612"/>
                    <a:pt x="4431012" y="5658868"/>
                    <a:pt x="4455015" y="5623292"/>
                  </a:cubicBezTo>
                  <a:cubicBezTo>
                    <a:pt x="4448586" y="5618148"/>
                    <a:pt x="4442585" y="5612576"/>
                    <a:pt x="4436584" y="5607433"/>
                  </a:cubicBezTo>
                  <a:cubicBezTo>
                    <a:pt x="4429726" y="5612148"/>
                    <a:pt x="4421582" y="5615577"/>
                    <a:pt x="4416867" y="5622435"/>
                  </a:cubicBezTo>
                  <a:moveTo>
                    <a:pt x="5355556" y="5631007"/>
                  </a:moveTo>
                  <a:cubicBezTo>
                    <a:pt x="5358128" y="5640865"/>
                    <a:pt x="5360700" y="5650295"/>
                    <a:pt x="5363700" y="5660153"/>
                  </a:cubicBezTo>
                  <a:cubicBezTo>
                    <a:pt x="5392847" y="5665297"/>
                    <a:pt x="5397990" y="5686728"/>
                    <a:pt x="5395418" y="5716304"/>
                  </a:cubicBezTo>
                  <a:cubicBezTo>
                    <a:pt x="5380416" y="5731306"/>
                    <a:pt x="5385560" y="5730448"/>
                    <a:pt x="5394561" y="5735592"/>
                  </a:cubicBezTo>
                  <a:cubicBezTo>
                    <a:pt x="5383417" y="5750165"/>
                    <a:pt x="5390275" y="5746736"/>
                    <a:pt x="5394990" y="5751451"/>
                  </a:cubicBezTo>
                  <a:cubicBezTo>
                    <a:pt x="5408277" y="5739020"/>
                    <a:pt x="5436995" y="5719304"/>
                    <a:pt x="5424994" y="5706445"/>
                  </a:cubicBezTo>
                  <a:cubicBezTo>
                    <a:pt x="5425422" y="5698301"/>
                    <a:pt x="5427994" y="5690157"/>
                    <a:pt x="5426279" y="5682014"/>
                  </a:cubicBezTo>
                  <a:cubicBezTo>
                    <a:pt x="5411706" y="5655867"/>
                    <a:pt x="5385131" y="5636579"/>
                    <a:pt x="5355556" y="5631007"/>
                  </a:cubicBezTo>
                  <a:moveTo>
                    <a:pt x="6495699" y="5687157"/>
                  </a:moveTo>
                  <a:cubicBezTo>
                    <a:pt x="6488841" y="5695301"/>
                    <a:pt x="6480697" y="5702587"/>
                    <a:pt x="6474696" y="5711160"/>
                  </a:cubicBezTo>
                  <a:cubicBezTo>
                    <a:pt x="6471696" y="5721447"/>
                    <a:pt x="6470839" y="5732163"/>
                    <a:pt x="6468695" y="5742878"/>
                  </a:cubicBezTo>
                  <a:cubicBezTo>
                    <a:pt x="6500842" y="5738163"/>
                    <a:pt x="6532561" y="5733877"/>
                    <a:pt x="6564708" y="5729591"/>
                  </a:cubicBezTo>
                  <a:cubicBezTo>
                    <a:pt x="6566422" y="5726162"/>
                    <a:pt x="6568136" y="5722304"/>
                    <a:pt x="6569851" y="5718875"/>
                  </a:cubicBezTo>
                  <a:cubicBezTo>
                    <a:pt x="6545419" y="5708588"/>
                    <a:pt x="6520559" y="5697873"/>
                    <a:pt x="6495699" y="5687157"/>
                  </a:cubicBezTo>
                  <a:close/>
                </a:path>
              </a:pathLst>
            </a:custGeom>
            <a:grpFill/>
            <a:ln w="428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7" name="Graphic 81">
              <a:extLst>
                <a:ext uri="{FF2B5EF4-FFF2-40B4-BE49-F238E27FC236}">
                  <a16:creationId xmlns:a16="http://schemas.microsoft.com/office/drawing/2014/main" id="{3B3578AB-3302-207F-B0F5-AA4E1D08425D}"/>
                </a:ext>
              </a:extLst>
            </p:cNvPr>
            <p:cNvSpPr/>
            <p:nvPr/>
          </p:nvSpPr>
          <p:spPr>
            <a:xfrm rot="4022530">
              <a:off x="9012113" y="3725740"/>
              <a:ext cx="1701648" cy="1441403"/>
            </a:xfrm>
            <a:custGeom>
              <a:avLst/>
              <a:gdLst>
                <a:gd name="connsiteX0" fmla="*/ 928000 w 2981325"/>
                <a:gd name="connsiteY0" fmla="*/ 1778794 h 2524125"/>
                <a:gd name="connsiteX1" fmla="*/ 911807 w 2981325"/>
                <a:gd name="connsiteY1" fmla="*/ 1779746 h 2524125"/>
                <a:gd name="connsiteX2" fmla="*/ 906092 w 2981325"/>
                <a:gd name="connsiteY2" fmla="*/ 1794034 h 2524125"/>
                <a:gd name="connsiteX3" fmla="*/ 906092 w 2981325"/>
                <a:gd name="connsiteY3" fmla="*/ 2191226 h 2524125"/>
                <a:gd name="connsiteX4" fmla="*/ 1111832 w 2981325"/>
                <a:gd name="connsiteY4" fmla="*/ 1790224 h 2524125"/>
                <a:gd name="connsiteX5" fmla="*/ 1126120 w 2981325"/>
                <a:gd name="connsiteY5" fmla="*/ 1788319 h 2524125"/>
                <a:gd name="connsiteX6" fmla="*/ 906092 w 2981325"/>
                <a:gd name="connsiteY6" fmla="*/ 2217896 h 2524125"/>
                <a:gd name="connsiteX7" fmla="*/ 906092 w 2981325"/>
                <a:gd name="connsiteY7" fmla="*/ 2229326 h 2524125"/>
                <a:gd name="connsiteX8" fmla="*/ 942287 w 2981325"/>
                <a:gd name="connsiteY8" fmla="*/ 2257901 h 2524125"/>
                <a:gd name="connsiteX9" fmla="*/ 942287 w 2981325"/>
                <a:gd name="connsiteY9" fmla="*/ 2325529 h 2524125"/>
                <a:gd name="connsiteX10" fmla="*/ 840370 w 2981325"/>
                <a:gd name="connsiteY10" fmla="*/ 2346484 h 2524125"/>
                <a:gd name="connsiteX11" fmla="*/ 793697 w 2981325"/>
                <a:gd name="connsiteY11" fmla="*/ 2325529 h 2524125"/>
                <a:gd name="connsiteX12" fmla="*/ 737500 w 2981325"/>
                <a:gd name="connsiteY12" fmla="*/ 2331244 h 2524125"/>
                <a:gd name="connsiteX13" fmla="*/ 729880 w 2981325"/>
                <a:gd name="connsiteY13" fmla="*/ 2313146 h 2524125"/>
                <a:gd name="connsiteX14" fmla="*/ 733690 w 2981325"/>
                <a:gd name="connsiteY14" fmla="*/ 2305526 h 2524125"/>
                <a:gd name="connsiteX15" fmla="*/ 729880 w 2981325"/>
                <a:gd name="connsiteY15" fmla="*/ 2303621 h 2524125"/>
                <a:gd name="connsiteX16" fmla="*/ 667015 w 2981325"/>
                <a:gd name="connsiteY16" fmla="*/ 2299811 h 2524125"/>
                <a:gd name="connsiteX17" fmla="*/ 671777 w 2981325"/>
                <a:gd name="connsiteY17" fmla="*/ 2285524 h 2524125"/>
                <a:gd name="connsiteX18" fmla="*/ 641297 w 2981325"/>
                <a:gd name="connsiteY18" fmla="*/ 2285524 h 2524125"/>
                <a:gd name="connsiteX19" fmla="*/ 620342 w 2981325"/>
                <a:gd name="connsiteY19" fmla="*/ 2259806 h 2524125"/>
                <a:gd name="connsiteX20" fmla="*/ 634630 w 2981325"/>
                <a:gd name="connsiteY20" fmla="*/ 2253139 h 2524125"/>
                <a:gd name="connsiteX21" fmla="*/ 678445 w 2981325"/>
                <a:gd name="connsiteY21" fmla="*/ 2256949 h 2524125"/>
                <a:gd name="connsiteX22" fmla="*/ 695590 w 2981325"/>
                <a:gd name="connsiteY22" fmla="*/ 2254091 h 2524125"/>
                <a:gd name="connsiteX23" fmla="*/ 695590 w 2981325"/>
                <a:gd name="connsiteY23" fmla="*/ 2201704 h 2524125"/>
                <a:gd name="connsiteX24" fmla="*/ 744167 w 2981325"/>
                <a:gd name="connsiteY24" fmla="*/ 2180749 h 2524125"/>
                <a:gd name="connsiteX25" fmla="*/ 726070 w 2981325"/>
                <a:gd name="connsiteY25" fmla="*/ 1721644 h 2524125"/>
                <a:gd name="connsiteX26" fmla="*/ 556525 w 2981325"/>
                <a:gd name="connsiteY26" fmla="*/ 1656874 h 2524125"/>
                <a:gd name="connsiteX27" fmla="*/ 547952 w 2981325"/>
                <a:gd name="connsiteY27" fmla="*/ 1962626 h 2524125"/>
                <a:gd name="connsiteX28" fmla="*/ 552715 w 2981325"/>
                <a:gd name="connsiteY28" fmla="*/ 1973104 h 2524125"/>
                <a:gd name="connsiteX29" fmla="*/ 547952 w 2981325"/>
                <a:gd name="connsiteY29" fmla="*/ 2057876 h 2524125"/>
                <a:gd name="connsiteX30" fmla="*/ 536522 w 2981325"/>
                <a:gd name="connsiteY30" fmla="*/ 2062639 h 2524125"/>
                <a:gd name="connsiteX31" fmla="*/ 569860 w 2981325"/>
                <a:gd name="connsiteY31" fmla="*/ 2091214 h 2524125"/>
                <a:gd name="connsiteX32" fmla="*/ 572717 w 2981325"/>
                <a:gd name="connsiteY32" fmla="*/ 2129314 h 2524125"/>
                <a:gd name="connsiteX33" fmla="*/ 519377 w 2981325"/>
                <a:gd name="connsiteY33" fmla="*/ 2143601 h 2524125"/>
                <a:gd name="connsiteX34" fmla="*/ 500327 w 2981325"/>
                <a:gd name="connsiteY34" fmla="*/ 2116931 h 2524125"/>
                <a:gd name="connsiteX35" fmla="*/ 489850 w 2981325"/>
                <a:gd name="connsiteY35" fmla="*/ 2106454 h 2524125"/>
                <a:gd name="connsiteX36" fmla="*/ 456512 w 2981325"/>
                <a:gd name="connsiteY36" fmla="*/ 2087404 h 2524125"/>
                <a:gd name="connsiteX37" fmla="*/ 455560 w 2981325"/>
                <a:gd name="connsiteY37" fmla="*/ 2064544 h 2524125"/>
                <a:gd name="connsiteX38" fmla="*/ 430795 w 2981325"/>
                <a:gd name="connsiteY38" fmla="*/ 2036921 h 2524125"/>
                <a:gd name="connsiteX39" fmla="*/ 429842 w 2981325"/>
                <a:gd name="connsiteY39" fmla="*/ 1968341 h 2524125"/>
                <a:gd name="connsiteX40" fmla="*/ 436510 w 2981325"/>
                <a:gd name="connsiteY40" fmla="*/ 1956911 h 2524125"/>
                <a:gd name="connsiteX41" fmla="*/ 412697 w 2981325"/>
                <a:gd name="connsiteY41" fmla="*/ 1601629 h 2524125"/>
                <a:gd name="connsiteX42" fmla="*/ 18362 w 2981325"/>
                <a:gd name="connsiteY42" fmla="*/ 1453991 h 2524125"/>
                <a:gd name="connsiteX43" fmla="*/ 18362 w 2981325"/>
                <a:gd name="connsiteY43" fmla="*/ 1420654 h 2524125"/>
                <a:gd name="connsiteX44" fmla="*/ 8837 w 2981325"/>
                <a:gd name="connsiteY44" fmla="*/ 1404461 h 2524125"/>
                <a:gd name="connsiteX45" fmla="*/ 8837 w 2981325"/>
                <a:gd name="connsiteY45" fmla="*/ 1319689 h 2524125"/>
                <a:gd name="connsiteX46" fmla="*/ 37412 w 2981325"/>
                <a:gd name="connsiteY46" fmla="*/ 1289209 h 2524125"/>
                <a:gd name="connsiteX47" fmla="*/ 126947 w 2981325"/>
                <a:gd name="connsiteY47" fmla="*/ 1273969 h 2524125"/>
                <a:gd name="connsiteX48" fmla="*/ 193622 w 2981325"/>
                <a:gd name="connsiteY48" fmla="*/ 1096804 h 2524125"/>
                <a:gd name="connsiteX49" fmla="*/ 178382 w 2981325"/>
                <a:gd name="connsiteY49" fmla="*/ 1084421 h 2524125"/>
                <a:gd name="connsiteX50" fmla="*/ 178382 w 2981325"/>
                <a:gd name="connsiteY50" fmla="*/ 1004411 h 2524125"/>
                <a:gd name="connsiteX51" fmla="*/ 540332 w 2981325"/>
                <a:gd name="connsiteY51" fmla="*/ 970121 h 2524125"/>
                <a:gd name="connsiteX52" fmla="*/ 589862 w 2981325"/>
                <a:gd name="connsiteY52" fmla="*/ 817721 h 2524125"/>
                <a:gd name="connsiteX53" fmla="*/ 632725 w 2981325"/>
                <a:gd name="connsiteY53" fmla="*/ 787241 h 2524125"/>
                <a:gd name="connsiteX54" fmla="*/ 658442 w 2981325"/>
                <a:gd name="connsiteY54" fmla="*/ 792956 h 2524125"/>
                <a:gd name="connsiteX55" fmla="*/ 776552 w 2981325"/>
                <a:gd name="connsiteY55" fmla="*/ 797719 h 2524125"/>
                <a:gd name="connsiteX56" fmla="*/ 1493785 w 2981325"/>
                <a:gd name="connsiteY56" fmla="*/ 7144 h 2524125"/>
                <a:gd name="connsiteX57" fmla="*/ 2066237 w 2981325"/>
                <a:gd name="connsiteY57" fmla="*/ 7144 h 2524125"/>
                <a:gd name="connsiteX58" fmla="*/ 2062427 w 2981325"/>
                <a:gd name="connsiteY58" fmla="*/ 23336 h 2524125"/>
                <a:gd name="connsiteX59" fmla="*/ 1836685 w 2981325"/>
                <a:gd name="connsiteY59" fmla="*/ 244316 h 2524125"/>
                <a:gd name="connsiteX60" fmla="*/ 2108147 w 2981325"/>
                <a:gd name="connsiteY60" fmla="*/ 323374 h 2524125"/>
                <a:gd name="connsiteX61" fmla="*/ 2803472 w 2981325"/>
                <a:gd name="connsiteY61" fmla="*/ 351949 h 2524125"/>
                <a:gd name="connsiteX62" fmla="*/ 2875862 w 2981325"/>
                <a:gd name="connsiteY62" fmla="*/ 503396 h 2524125"/>
                <a:gd name="connsiteX63" fmla="*/ 2232925 w 2981325"/>
                <a:gd name="connsiteY63" fmla="*/ 814864 h 2524125"/>
                <a:gd name="connsiteX64" fmla="*/ 2232925 w 2981325"/>
                <a:gd name="connsiteY64" fmla="*/ 821531 h 2524125"/>
                <a:gd name="connsiteX65" fmla="*/ 2971112 w 2981325"/>
                <a:gd name="connsiteY65" fmla="*/ 882491 h 2524125"/>
                <a:gd name="connsiteX66" fmla="*/ 2971112 w 2981325"/>
                <a:gd name="connsiteY66" fmla="*/ 1273016 h 2524125"/>
                <a:gd name="connsiteX67" fmla="*/ 2844430 w 2981325"/>
                <a:gd name="connsiteY67" fmla="*/ 1303496 h 2524125"/>
                <a:gd name="connsiteX68" fmla="*/ 2787280 w 2981325"/>
                <a:gd name="connsiteY68" fmla="*/ 1345406 h 2524125"/>
                <a:gd name="connsiteX69" fmla="*/ 2762515 w 2981325"/>
                <a:gd name="connsiteY69" fmla="*/ 1721644 h 2524125"/>
                <a:gd name="connsiteX70" fmla="*/ 2771087 w 2981325"/>
                <a:gd name="connsiteY70" fmla="*/ 1740694 h 2524125"/>
                <a:gd name="connsiteX71" fmla="*/ 2766325 w 2981325"/>
                <a:gd name="connsiteY71" fmla="*/ 1813084 h 2524125"/>
                <a:gd name="connsiteX72" fmla="*/ 2745370 w 2981325"/>
                <a:gd name="connsiteY72" fmla="*/ 1819751 h 2524125"/>
                <a:gd name="connsiteX73" fmla="*/ 2753942 w 2981325"/>
                <a:gd name="connsiteY73" fmla="*/ 1851184 h 2524125"/>
                <a:gd name="connsiteX74" fmla="*/ 2732987 w 2981325"/>
                <a:gd name="connsiteY74" fmla="*/ 1866424 h 2524125"/>
                <a:gd name="connsiteX75" fmla="*/ 2719652 w 2981325"/>
                <a:gd name="connsiteY75" fmla="*/ 1876901 h 2524125"/>
                <a:gd name="connsiteX76" fmla="*/ 2686315 w 2981325"/>
                <a:gd name="connsiteY76" fmla="*/ 1905476 h 2524125"/>
                <a:gd name="connsiteX77" fmla="*/ 2647262 w 2981325"/>
                <a:gd name="connsiteY77" fmla="*/ 1881664 h 2524125"/>
                <a:gd name="connsiteX78" fmla="*/ 2648215 w 2981325"/>
                <a:gd name="connsiteY78" fmla="*/ 1852136 h 2524125"/>
                <a:gd name="connsiteX79" fmla="*/ 2681552 w 2981325"/>
                <a:gd name="connsiteY79" fmla="*/ 1819751 h 2524125"/>
                <a:gd name="connsiteX80" fmla="*/ 2657740 w 2981325"/>
                <a:gd name="connsiteY80" fmla="*/ 1808321 h 2524125"/>
                <a:gd name="connsiteX81" fmla="*/ 2655835 w 2981325"/>
                <a:gd name="connsiteY81" fmla="*/ 1737836 h 2524125"/>
                <a:gd name="connsiteX82" fmla="*/ 2665360 w 2981325"/>
                <a:gd name="connsiteY82" fmla="*/ 1716881 h 2524125"/>
                <a:gd name="connsiteX83" fmla="*/ 2637737 w 2981325"/>
                <a:gd name="connsiteY83" fmla="*/ 1353026 h 2524125"/>
                <a:gd name="connsiteX84" fmla="*/ 2597732 w 2981325"/>
                <a:gd name="connsiteY84" fmla="*/ 1299686 h 2524125"/>
                <a:gd name="connsiteX85" fmla="*/ 2113862 w 2981325"/>
                <a:gd name="connsiteY85" fmla="*/ 1382554 h 2524125"/>
                <a:gd name="connsiteX86" fmla="*/ 1928125 w 2981325"/>
                <a:gd name="connsiteY86" fmla="*/ 1472089 h 2524125"/>
                <a:gd name="connsiteX87" fmla="*/ 1928125 w 2981325"/>
                <a:gd name="connsiteY87" fmla="*/ 1535906 h 2524125"/>
                <a:gd name="connsiteX88" fmla="*/ 1882405 w 2981325"/>
                <a:gd name="connsiteY88" fmla="*/ 1553051 h 2524125"/>
                <a:gd name="connsiteX89" fmla="*/ 1850972 w 2981325"/>
                <a:gd name="connsiteY89" fmla="*/ 1602581 h 2524125"/>
                <a:gd name="connsiteX90" fmla="*/ 1850972 w 2981325"/>
                <a:gd name="connsiteY90" fmla="*/ 1650206 h 2524125"/>
                <a:gd name="connsiteX91" fmla="*/ 1631897 w 2981325"/>
                <a:gd name="connsiteY91" fmla="*/ 1680686 h 2524125"/>
                <a:gd name="connsiteX92" fmla="*/ 1619515 w 2981325"/>
                <a:gd name="connsiteY92" fmla="*/ 1712119 h 2524125"/>
                <a:gd name="connsiteX93" fmla="*/ 1468067 w 2981325"/>
                <a:gd name="connsiteY93" fmla="*/ 1763554 h 2524125"/>
                <a:gd name="connsiteX94" fmla="*/ 1402345 w 2981325"/>
                <a:gd name="connsiteY94" fmla="*/ 1839754 h 2524125"/>
                <a:gd name="connsiteX95" fmla="*/ 1373770 w 2981325"/>
                <a:gd name="connsiteY95" fmla="*/ 2312194 h 2524125"/>
                <a:gd name="connsiteX96" fmla="*/ 1382342 w 2981325"/>
                <a:gd name="connsiteY96" fmla="*/ 2323624 h 2524125"/>
                <a:gd name="connsiteX97" fmla="*/ 1382342 w 2981325"/>
                <a:gd name="connsiteY97" fmla="*/ 2423636 h 2524125"/>
                <a:gd name="connsiteX98" fmla="*/ 1358530 w 2981325"/>
                <a:gd name="connsiteY98" fmla="*/ 2450306 h 2524125"/>
                <a:gd name="connsiteX99" fmla="*/ 1377580 w 2981325"/>
                <a:gd name="connsiteY99" fmla="*/ 2485549 h 2524125"/>
                <a:gd name="connsiteX100" fmla="*/ 1342337 w 2981325"/>
                <a:gd name="connsiteY100" fmla="*/ 2519839 h 2524125"/>
                <a:gd name="connsiteX101" fmla="*/ 1289950 w 2981325"/>
                <a:gd name="connsiteY101" fmla="*/ 2501741 h 2524125"/>
                <a:gd name="connsiteX102" fmla="*/ 1282330 w 2981325"/>
                <a:gd name="connsiteY102" fmla="*/ 2480786 h 2524125"/>
                <a:gd name="connsiteX103" fmla="*/ 1254707 w 2981325"/>
                <a:gd name="connsiteY103" fmla="*/ 2467451 h 2524125"/>
                <a:gd name="connsiteX104" fmla="*/ 1254707 w 2981325"/>
                <a:gd name="connsiteY104" fmla="*/ 2445544 h 2524125"/>
                <a:gd name="connsiteX105" fmla="*/ 1262327 w 2981325"/>
                <a:gd name="connsiteY105" fmla="*/ 2433161 h 2524125"/>
                <a:gd name="connsiteX106" fmla="*/ 1234705 w 2981325"/>
                <a:gd name="connsiteY106" fmla="*/ 2422684 h 2524125"/>
                <a:gd name="connsiteX107" fmla="*/ 1234705 w 2981325"/>
                <a:gd name="connsiteY107" fmla="*/ 2325529 h 2524125"/>
                <a:gd name="connsiteX108" fmla="*/ 1244230 w 2981325"/>
                <a:gd name="connsiteY108" fmla="*/ 2312194 h 2524125"/>
                <a:gd name="connsiteX109" fmla="*/ 1210892 w 2981325"/>
                <a:gd name="connsiteY109" fmla="*/ 1837849 h 2524125"/>
                <a:gd name="connsiteX110" fmla="*/ 1173745 w 2981325"/>
                <a:gd name="connsiteY110" fmla="*/ 1786414 h 2524125"/>
                <a:gd name="connsiteX111" fmla="*/ 1097545 w 2981325"/>
                <a:gd name="connsiteY111" fmla="*/ 1792129 h 2524125"/>
                <a:gd name="connsiteX112" fmla="*/ 1021345 w 2981325"/>
                <a:gd name="connsiteY112" fmla="*/ 1767364 h 2524125"/>
                <a:gd name="connsiteX113" fmla="*/ 942287 w 2981325"/>
                <a:gd name="connsiteY113" fmla="*/ 1777841 h 2524125"/>
                <a:gd name="connsiteX114" fmla="*/ 813700 w 2981325"/>
                <a:gd name="connsiteY114" fmla="*/ 2176939 h 2524125"/>
                <a:gd name="connsiteX115" fmla="*/ 815605 w 2981325"/>
                <a:gd name="connsiteY115" fmla="*/ 2191226 h 2524125"/>
                <a:gd name="connsiteX116" fmla="*/ 835607 w 2981325"/>
                <a:gd name="connsiteY116" fmla="*/ 2196941 h 2524125"/>
                <a:gd name="connsiteX117" fmla="*/ 823225 w 2981325"/>
                <a:gd name="connsiteY117" fmla="*/ 1766411 h 2524125"/>
                <a:gd name="connsiteX118" fmla="*/ 816557 w 2981325"/>
                <a:gd name="connsiteY118" fmla="*/ 1763554 h 2524125"/>
                <a:gd name="connsiteX119" fmla="*/ 812747 w 2981325"/>
                <a:gd name="connsiteY119" fmla="*/ 2140744 h 2524125"/>
                <a:gd name="connsiteX120" fmla="*/ 928000 w 2981325"/>
                <a:gd name="connsiteY120" fmla="*/ 1778794 h 2524125"/>
                <a:gd name="connsiteX121" fmla="*/ 928000 w 2981325"/>
                <a:gd name="connsiteY121" fmla="*/ 1778794 h 2524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981325" h="2524125">
                  <a:moveTo>
                    <a:pt x="928000" y="1778794"/>
                  </a:moveTo>
                  <a:cubicBezTo>
                    <a:pt x="921332" y="1779746"/>
                    <a:pt x="915617" y="1779746"/>
                    <a:pt x="911807" y="1779746"/>
                  </a:cubicBezTo>
                  <a:lnTo>
                    <a:pt x="906092" y="1794034"/>
                  </a:lnTo>
                  <a:lnTo>
                    <a:pt x="906092" y="2191226"/>
                  </a:lnTo>
                  <a:lnTo>
                    <a:pt x="1111832" y="1790224"/>
                  </a:lnTo>
                  <a:cubicBezTo>
                    <a:pt x="1111832" y="1790224"/>
                    <a:pt x="1124215" y="1789271"/>
                    <a:pt x="1126120" y="1788319"/>
                  </a:cubicBezTo>
                  <a:lnTo>
                    <a:pt x="906092" y="2217896"/>
                  </a:lnTo>
                  <a:lnTo>
                    <a:pt x="906092" y="2229326"/>
                  </a:lnTo>
                  <a:cubicBezTo>
                    <a:pt x="906092" y="2229326"/>
                    <a:pt x="936572" y="2250281"/>
                    <a:pt x="942287" y="2257901"/>
                  </a:cubicBezTo>
                  <a:lnTo>
                    <a:pt x="942287" y="2325529"/>
                  </a:lnTo>
                  <a:cubicBezTo>
                    <a:pt x="942287" y="2347436"/>
                    <a:pt x="856562" y="2347436"/>
                    <a:pt x="840370" y="2346484"/>
                  </a:cubicBezTo>
                  <a:cubicBezTo>
                    <a:pt x="837512" y="2344579"/>
                    <a:pt x="817510" y="2336006"/>
                    <a:pt x="793697" y="2325529"/>
                  </a:cubicBezTo>
                  <a:cubicBezTo>
                    <a:pt x="766075" y="2339816"/>
                    <a:pt x="747025" y="2338864"/>
                    <a:pt x="737500" y="2331244"/>
                  </a:cubicBezTo>
                  <a:cubicBezTo>
                    <a:pt x="727022" y="2322671"/>
                    <a:pt x="729880" y="2316004"/>
                    <a:pt x="729880" y="2313146"/>
                  </a:cubicBezTo>
                  <a:cubicBezTo>
                    <a:pt x="729880" y="2310289"/>
                    <a:pt x="733690" y="2305526"/>
                    <a:pt x="733690" y="2305526"/>
                  </a:cubicBezTo>
                  <a:lnTo>
                    <a:pt x="729880" y="2303621"/>
                  </a:lnTo>
                  <a:cubicBezTo>
                    <a:pt x="673682" y="2314099"/>
                    <a:pt x="668920" y="2304574"/>
                    <a:pt x="667015" y="2299811"/>
                  </a:cubicBezTo>
                  <a:cubicBezTo>
                    <a:pt x="665110" y="2295049"/>
                    <a:pt x="669872" y="2289334"/>
                    <a:pt x="671777" y="2285524"/>
                  </a:cubicBezTo>
                  <a:cubicBezTo>
                    <a:pt x="665110" y="2287429"/>
                    <a:pt x="651775" y="2287429"/>
                    <a:pt x="641297" y="2285524"/>
                  </a:cubicBezTo>
                  <a:cubicBezTo>
                    <a:pt x="630820" y="2284571"/>
                    <a:pt x="620342" y="2264569"/>
                    <a:pt x="620342" y="2259806"/>
                  </a:cubicBezTo>
                  <a:cubicBezTo>
                    <a:pt x="621295" y="2255996"/>
                    <a:pt x="626057" y="2253139"/>
                    <a:pt x="634630" y="2253139"/>
                  </a:cubicBezTo>
                  <a:cubicBezTo>
                    <a:pt x="643202" y="2253139"/>
                    <a:pt x="667967" y="2256949"/>
                    <a:pt x="678445" y="2256949"/>
                  </a:cubicBezTo>
                  <a:cubicBezTo>
                    <a:pt x="686065" y="2257901"/>
                    <a:pt x="689875" y="2256949"/>
                    <a:pt x="695590" y="2254091"/>
                  </a:cubicBezTo>
                  <a:lnTo>
                    <a:pt x="695590" y="2201704"/>
                  </a:lnTo>
                  <a:cubicBezTo>
                    <a:pt x="707020" y="2195036"/>
                    <a:pt x="726070" y="2183606"/>
                    <a:pt x="744167" y="2180749"/>
                  </a:cubicBezTo>
                  <a:cubicBezTo>
                    <a:pt x="744167" y="2152174"/>
                    <a:pt x="726070" y="1721644"/>
                    <a:pt x="726070" y="1721644"/>
                  </a:cubicBezTo>
                  <a:lnTo>
                    <a:pt x="556525" y="1656874"/>
                  </a:lnTo>
                  <a:cubicBezTo>
                    <a:pt x="553667" y="1714024"/>
                    <a:pt x="547000" y="1935956"/>
                    <a:pt x="547952" y="1962626"/>
                  </a:cubicBezTo>
                  <a:cubicBezTo>
                    <a:pt x="550810" y="1963579"/>
                    <a:pt x="551762" y="1966436"/>
                    <a:pt x="552715" y="1973104"/>
                  </a:cubicBezTo>
                  <a:cubicBezTo>
                    <a:pt x="552715" y="1984534"/>
                    <a:pt x="549857" y="2050256"/>
                    <a:pt x="547952" y="2057876"/>
                  </a:cubicBezTo>
                  <a:cubicBezTo>
                    <a:pt x="547000" y="2058829"/>
                    <a:pt x="542237" y="2060734"/>
                    <a:pt x="536522" y="2062639"/>
                  </a:cubicBezTo>
                  <a:cubicBezTo>
                    <a:pt x="547952" y="2069306"/>
                    <a:pt x="565097" y="2084546"/>
                    <a:pt x="569860" y="2091214"/>
                  </a:cubicBezTo>
                  <a:cubicBezTo>
                    <a:pt x="575575" y="2099786"/>
                    <a:pt x="574622" y="2123599"/>
                    <a:pt x="572717" y="2129314"/>
                  </a:cubicBezTo>
                  <a:cubicBezTo>
                    <a:pt x="552715" y="2145506"/>
                    <a:pt x="526045" y="2143601"/>
                    <a:pt x="519377" y="2143601"/>
                  </a:cubicBezTo>
                  <a:cubicBezTo>
                    <a:pt x="499375" y="2141696"/>
                    <a:pt x="500327" y="2120741"/>
                    <a:pt x="500327" y="2116931"/>
                  </a:cubicBezTo>
                  <a:cubicBezTo>
                    <a:pt x="500327" y="2113121"/>
                    <a:pt x="492707" y="2106454"/>
                    <a:pt x="489850" y="2106454"/>
                  </a:cubicBezTo>
                  <a:cubicBezTo>
                    <a:pt x="462227" y="2110264"/>
                    <a:pt x="457465" y="2094071"/>
                    <a:pt x="456512" y="2087404"/>
                  </a:cubicBezTo>
                  <a:cubicBezTo>
                    <a:pt x="455560" y="2082641"/>
                    <a:pt x="455560" y="2073116"/>
                    <a:pt x="455560" y="2064544"/>
                  </a:cubicBezTo>
                  <a:cubicBezTo>
                    <a:pt x="442225" y="2055971"/>
                    <a:pt x="429842" y="2047399"/>
                    <a:pt x="430795" y="2036921"/>
                  </a:cubicBezTo>
                  <a:lnTo>
                    <a:pt x="429842" y="1968341"/>
                  </a:lnTo>
                  <a:lnTo>
                    <a:pt x="436510" y="1956911"/>
                  </a:lnTo>
                  <a:cubicBezTo>
                    <a:pt x="439367" y="1902619"/>
                    <a:pt x="418412" y="1661636"/>
                    <a:pt x="412697" y="1601629"/>
                  </a:cubicBezTo>
                  <a:lnTo>
                    <a:pt x="18362" y="1453991"/>
                  </a:lnTo>
                  <a:lnTo>
                    <a:pt x="18362" y="1420654"/>
                  </a:lnTo>
                  <a:cubicBezTo>
                    <a:pt x="18362" y="1420654"/>
                    <a:pt x="12647" y="1412081"/>
                    <a:pt x="8837" y="1404461"/>
                  </a:cubicBezTo>
                  <a:cubicBezTo>
                    <a:pt x="5027" y="1395889"/>
                    <a:pt x="8837" y="1336834"/>
                    <a:pt x="8837" y="1319689"/>
                  </a:cubicBezTo>
                  <a:cubicBezTo>
                    <a:pt x="8837" y="1303496"/>
                    <a:pt x="21220" y="1292066"/>
                    <a:pt x="37412" y="1289209"/>
                  </a:cubicBezTo>
                  <a:cubicBezTo>
                    <a:pt x="53605" y="1286351"/>
                    <a:pt x="107897" y="1279684"/>
                    <a:pt x="126947" y="1273969"/>
                  </a:cubicBezTo>
                  <a:cubicBezTo>
                    <a:pt x="145997" y="1268254"/>
                    <a:pt x="212672" y="1221581"/>
                    <a:pt x="193622" y="1096804"/>
                  </a:cubicBezTo>
                  <a:lnTo>
                    <a:pt x="178382" y="1084421"/>
                  </a:lnTo>
                  <a:lnTo>
                    <a:pt x="178382" y="1004411"/>
                  </a:lnTo>
                  <a:lnTo>
                    <a:pt x="540332" y="970121"/>
                  </a:lnTo>
                  <a:cubicBezTo>
                    <a:pt x="559382" y="942499"/>
                    <a:pt x="589862" y="868204"/>
                    <a:pt x="589862" y="817721"/>
                  </a:cubicBezTo>
                  <a:cubicBezTo>
                    <a:pt x="599387" y="809149"/>
                    <a:pt x="621295" y="791051"/>
                    <a:pt x="632725" y="787241"/>
                  </a:cubicBezTo>
                  <a:cubicBezTo>
                    <a:pt x="644155" y="783431"/>
                    <a:pt x="650822" y="789146"/>
                    <a:pt x="658442" y="792956"/>
                  </a:cubicBezTo>
                  <a:cubicBezTo>
                    <a:pt x="666062" y="796766"/>
                    <a:pt x="673682" y="806291"/>
                    <a:pt x="776552" y="797719"/>
                  </a:cubicBezTo>
                  <a:cubicBezTo>
                    <a:pt x="826082" y="751999"/>
                    <a:pt x="1493785" y="7144"/>
                    <a:pt x="1493785" y="7144"/>
                  </a:cubicBezTo>
                  <a:lnTo>
                    <a:pt x="2066237" y="7144"/>
                  </a:lnTo>
                  <a:cubicBezTo>
                    <a:pt x="2073857" y="7144"/>
                    <a:pt x="2070047" y="15716"/>
                    <a:pt x="2062427" y="23336"/>
                  </a:cubicBezTo>
                  <a:cubicBezTo>
                    <a:pt x="2015755" y="69056"/>
                    <a:pt x="1848115" y="231934"/>
                    <a:pt x="1836685" y="244316"/>
                  </a:cubicBezTo>
                  <a:cubicBezTo>
                    <a:pt x="1855735" y="258604"/>
                    <a:pt x="1949080" y="323374"/>
                    <a:pt x="2108147" y="323374"/>
                  </a:cubicBezTo>
                  <a:cubicBezTo>
                    <a:pt x="2267215" y="323374"/>
                    <a:pt x="2768230" y="351949"/>
                    <a:pt x="2803472" y="351949"/>
                  </a:cubicBezTo>
                  <a:cubicBezTo>
                    <a:pt x="2851097" y="351949"/>
                    <a:pt x="3009212" y="366236"/>
                    <a:pt x="2875862" y="503396"/>
                  </a:cubicBezTo>
                  <a:cubicBezTo>
                    <a:pt x="2862527" y="516731"/>
                    <a:pt x="2546297" y="827246"/>
                    <a:pt x="2232925" y="814864"/>
                  </a:cubicBezTo>
                  <a:lnTo>
                    <a:pt x="2232925" y="821531"/>
                  </a:lnTo>
                  <a:cubicBezTo>
                    <a:pt x="2232925" y="821531"/>
                    <a:pt x="2724415" y="797719"/>
                    <a:pt x="2971112" y="882491"/>
                  </a:cubicBezTo>
                  <a:cubicBezTo>
                    <a:pt x="2973017" y="897731"/>
                    <a:pt x="2985400" y="1216819"/>
                    <a:pt x="2971112" y="1273016"/>
                  </a:cubicBezTo>
                  <a:cubicBezTo>
                    <a:pt x="2965397" y="1279684"/>
                    <a:pt x="2950157" y="1296829"/>
                    <a:pt x="2844430" y="1303496"/>
                  </a:cubicBezTo>
                  <a:cubicBezTo>
                    <a:pt x="2840620" y="1305401"/>
                    <a:pt x="2794900" y="1335881"/>
                    <a:pt x="2787280" y="1345406"/>
                  </a:cubicBezTo>
                  <a:cubicBezTo>
                    <a:pt x="2782517" y="1370171"/>
                    <a:pt x="2764420" y="1516856"/>
                    <a:pt x="2762515" y="1721644"/>
                  </a:cubicBezTo>
                  <a:lnTo>
                    <a:pt x="2771087" y="1740694"/>
                  </a:lnTo>
                  <a:lnTo>
                    <a:pt x="2766325" y="1813084"/>
                  </a:lnTo>
                  <a:cubicBezTo>
                    <a:pt x="2766325" y="1813084"/>
                    <a:pt x="2757752" y="1816894"/>
                    <a:pt x="2745370" y="1819751"/>
                  </a:cubicBezTo>
                  <a:cubicBezTo>
                    <a:pt x="2758705" y="1830229"/>
                    <a:pt x="2754895" y="1845469"/>
                    <a:pt x="2753942" y="1851184"/>
                  </a:cubicBezTo>
                  <a:cubicBezTo>
                    <a:pt x="2752990" y="1857851"/>
                    <a:pt x="2738702" y="1865471"/>
                    <a:pt x="2732987" y="1866424"/>
                  </a:cubicBezTo>
                  <a:cubicBezTo>
                    <a:pt x="2728225" y="1867376"/>
                    <a:pt x="2720605" y="1868329"/>
                    <a:pt x="2719652" y="1876901"/>
                  </a:cubicBezTo>
                  <a:cubicBezTo>
                    <a:pt x="2717747" y="1898809"/>
                    <a:pt x="2696792" y="1904524"/>
                    <a:pt x="2686315" y="1905476"/>
                  </a:cubicBezTo>
                  <a:cubicBezTo>
                    <a:pt x="2668217" y="1905476"/>
                    <a:pt x="2649167" y="1886426"/>
                    <a:pt x="2647262" y="1881664"/>
                  </a:cubicBezTo>
                  <a:cubicBezTo>
                    <a:pt x="2645357" y="1877854"/>
                    <a:pt x="2643452" y="1859756"/>
                    <a:pt x="2648215" y="1852136"/>
                  </a:cubicBezTo>
                  <a:cubicBezTo>
                    <a:pt x="2652025" y="1845469"/>
                    <a:pt x="2672980" y="1828324"/>
                    <a:pt x="2681552" y="1819751"/>
                  </a:cubicBezTo>
                  <a:cubicBezTo>
                    <a:pt x="2672980" y="1816894"/>
                    <a:pt x="2665360" y="1814036"/>
                    <a:pt x="2657740" y="1808321"/>
                  </a:cubicBezTo>
                  <a:lnTo>
                    <a:pt x="2655835" y="1737836"/>
                  </a:lnTo>
                  <a:lnTo>
                    <a:pt x="2665360" y="1716881"/>
                  </a:lnTo>
                  <a:cubicBezTo>
                    <a:pt x="2664407" y="1698784"/>
                    <a:pt x="2653930" y="1426369"/>
                    <a:pt x="2637737" y="1353026"/>
                  </a:cubicBezTo>
                  <a:cubicBezTo>
                    <a:pt x="2633927" y="1339691"/>
                    <a:pt x="2611067" y="1308259"/>
                    <a:pt x="2597732" y="1299686"/>
                  </a:cubicBezTo>
                  <a:cubicBezTo>
                    <a:pt x="2560585" y="1303496"/>
                    <a:pt x="2151010" y="1376839"/>
                    <a:pt x="2113862" y="1382554"/>
                  </a:cubicBezTo>
                  <a:cubicBezTo>
                    <a:pt x="2076715" y="1388269"/>
                    <a:pt x="1928125" y="1428274"/>
                    <a:pt x="1928125" y="1472089"/>
                  </a:cubicBezTo>
                  <a:lnTo>
                    <a:pt x="1928125" y="1535906"/>
                  </a:lnTo>
                  <a:cubicBezTo>
                    <a:pt x="1928125" y="1535906"/>
                    <a:pt x="1896692" y="1551146"/>
                    <a:pt x="1882405" y="1553051"/>
                  </a:cubicBezTo>
                  <a:cubicBezTo>
                    <a:pt x="1875737" y="1556861"/>
                    <a:pt x="1850972" y="1602581"/>
                    <a:pt x="1850972" y="1602581"/>
                  </a:cubicBezTo>
                  <a:lnTo>
                    <a:pt x="1850972" y="1650206"/>
                  </a:lnTo>
                  <a:lnTo>
                    <a:pt x="1631897" y="1680686"/>
                  </a:lnTo>
                  <a:lnTo>
                    <a:pt x="1619515" y="1712119"/>
                  </a:lnTo>
                  <a:cubicBezTo>
                    <a:pt x="1619515" y="1712119"/>
                    <a:pt x="1524265" y="1738789"/>
                    <a:pt x="1468067" y="1763554"/>
                  </a:cubicBezTo>
                  <a:cubicBezTo>
                    <a:pt x="1449017" y="1781651"/>
                    <a:pt x="1411870" y="1817846"/>
                    <a:pt x="1402345" y="1839754"/>
                  </a:cubicBezTo>
                  <a:cubicBezTo>
                    <a:pt x="1402345" y="1839754"/>
                    <a:pt x="1379485" y="2029301"/>
                    <a:pt x="1373770" y="2312194"/>
                  </a:cubicBezTo>
                  <a:lnTo>
                    <a:pt x="1382342" y="2323624"/>
                  </a:lnTo>
                  <a:lnTo>
                    <a:pt x="1382342" y="2423636"/>
                  </a:lnTo>
                  <a:cubicBezTo>
                    <a:pt x="1382342" y="2428399"/>
                    <a:pt x="1370912" y="2441734"/>
                    <a:pt x="1358530" y="2450306"/>
                  </a:cubicBezTo>
                  <a:cubicBezTo>
                    <a:pt x="1374722" y="2462689"/>
                    <a:pt x="1378532" y="2473166"/>
                    <a:pt x="1377580" y="2485549"/>
                  </a:cubicBezTo>
                  <a:cubicBezTo>
                    <a:pt x="1376627" y="2503646"/>
                    <a:pt x="1353767" y="2518886"/>
                    <a:pt x="1342337" y="2519839"/>
                  </a:cubicBezTo>
                  <a:cubicBezTo>
                    <a:pt x="1325192" y="2521744"/>
                    <a:pt x="1293760" y="2513171"/>
                    <a:pt x="1289950" y="2501741"/>
                  </a:cubicBezTo>
                  <a:cubicBezTo>
                    <a:pt x="1286140" y="2489359"/>
                    <a:pt x="1285187" y="2486501"/>
                    <a:pt x="1282330" y="2480786"/>
                  </a:cubicBezTo>
                  <a:cubicBezTo>
                    <a:pt x="1277567" y="2476024"/>
                    <a:pt x="1256612" y="2471261"/>
                    <a:pt x="1254707" y="2467451"/>
                  </a:cubicBezTo>
                  <a:cubicBezTo>
                    <a:pt x="1252802" y="2463641"/>
                    <a:pt x="1251850" y="2453164"/>
                    <a:pt x="1254707" y="2445544"/>
                  </a:cubicBezTo>
                  <a:cubicBezTo>
                    <a:pt x="1256612" y="2439829"/>
                    <a:pt x="1259470" y="2436019"/>
                    <a:pt x="1262327" y="2433161"/>
                  </a:cubicBezTo>
                  <a:cubicBezTo>
                    <a:pt x="1246135" y="2427446"/>
                    <a:pt x="1234705" y="2422684"/>
                    <a:pt x="1234705" y="2422684"/>
                  </a:cubicBezTo>
                  <a:lnTo>
                    <a:pt x="1234705" y="2325529"/>
                  </a:lnTo>
                  <a:lnTo>
                    <a:pt x="1244230" y="2312194"/>
                  </a:lnTo>
                  <a:cubicBezTo>
                    <a:pt x="1244230" y="2312194"/>
                    <a:pt x="1222322" y="1866424"/>
                    <a:pt x="1210892" y="1837849"/>
                  </a:cubicBezTo>
                  <a:cubicBezTo>
                    <a:pt x="1199462" y="1816894"/>
                    <a:pt x="1186127" y="1797844"/>
                    <a:pt x="1173745" y="1786414"/>
                  </a:cubicBezTo>
                  <a:cubicBezTo>
                    <a:pt x="1161362" y="1785461"/>
                    <a:pt x="1112785" y="1793081"/>
                    <a:pt x="1097545" y="1792129"/>
                  </a:cubicBezTo>
                  <a:cubicBezTo>
                    <a:pt x="1082305" y="1791176"/>
                    <a:pt x="1039442" y="1775936"/>
                    <a:pt x="1021345" y="1767364"/>
                  </a:cubicBezTo>
                  <a:cubicBezTo>
                    <a:pt x="1008010" y="1768316"/>
                    <a:pt x="969910" y="1774031"/>
                    <a:pt x="942287" y="1777841"/>
                  </a:cubicBezTo>
                  <a:lnTo>
                    <a:pt x="813700" y="2176939"/>
                  </a:lnTo>
                  <a:cubicBezTo>
                    <a:pt x="814652" y="2183606"/>
                    <a:pt x="814652" y="2189321"/>
                    <a:pt x="815605" y="2191226"/>
                  </a:cubicBezTo>
                  <a:cubicBezTo>
                    <a:pt x="819415" y="2194084"/>
                    <a:pt x="826082" y="2198846"/>
                    <a:pt x="835607" y="2196941"/>
                  </a:cubicBezTo>
                  <a:cubicBezTo>
                    <a:pt x="834655" y="2181701"/>
                    <a:pt x="823225" y="1766411"/>
                    <a:pt x="823225" y="1766411"/>
                  </a:cubicBezTo>
                  <a:lnTo>
                    <a:pt x="816557" y="1763554"/>
                  </a:lnTo>
                  <a:cubicBezTo>
                    <a:pt x="815605" y="1775936"/>
                    <a:pt x="809890" y="2029301"/>
                    <a:pt x="812747" y="2140744"/>
                  </a:cubicBezTo>
                  <a:lnTo>
                    <a:pt x="928000" y="1778794"/>
                  </a:lnTo>
                  <a:lnTo>
                    <a:pt x="928000" y="1778794"/>
                  </a:ln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8" name="Graphic 83">
              <a:extLst>
                <a:ext uri="{FF2B5EF4-FFF2-40B4-BE49-F238E27FC236}">
                  <a16:creationId xmlns:a16="http://schemas.microsoft.com/office/drawing/2014/main" id="{39C6F171-92CB-B496-1A50-94C1411AEB62}"/>
                </a:ext>
              </a:extLst>
            </p:cNvPr>
            <p:cNvSpPr/>
            <p:nvPr/>
          </p:nvSpPr>
          <p:spPr>
            <a:xfrm rot="17570126">
              <a:off x="1049433" y="4599827"/>
              <a:ext cx="649759" cy="2031936"/>
            </a:xfrm>
            <a:custGeom>
              <a:avLst/>
              <a:gdLst>
                <a:gd name="connsiteX0" fmla="*/ 499365 w 952500"/>
                <a:gd name="connsiteY0" fmla="*/ 2957036 h 2971800"/>
                <a:gd name="connsiteX1" fmla="*/ 492697 w 952500"/>
                <a:gd name="connsiteY1" fmla="*/ 2951321 h 2971800"/>
                <a:gd name="connsiteX2" fmla="*/ 492697 w 952500"/>
                <a:gd name="connsiteY2" fmla="*/ 2938939 h 2971800"/>
                <a:gd name="connsiteX3" fmla="*/ 950850 w 952500"/>
                <a:gd name="connsiteY3" fmla="*/ 2687479 h 2971800"/>
                <a:gd name="connsiteX4" fmla="*/ 810832 w 952500"/>
                <a:gd name="connsiteY4" fmla="*/ 2307431 h 2971800"/>
                <a:gd name="connsiteX5" fmla="*/ 818452 w 952500"/>
                <a:gd name="connsiteY5" fmla="*/ 2080736 h 2971800"/>
                <a:gd name="connsiteX6" fmla="*/ 872745 w 952500"/>
                <a:gd name="connsiteY6" fmla="*/ 1876901 h 2971800"/>
                <a:gd name="connsiteX7" fmla="*/ 833692 w 952500"/>
                <a:gd name="connsiteY7" fmla="*/ 1751171 h 2971800"/>
                <a:gd name="connsiteX8" fmla="*/ 808927 w 952500"/>
                <a:gd name="connsiteY8" fmla="*/ 1747361 h 2971800"/>
                <a:gd name="connsiteX9" fmla="*/ 640335 w 952500"/>
                <a:gd name="connsiteY9" fmla="*/ 1973104 h 2971800"/>
                <a:gd name="connsiteX10" fmla="*/ 554610 w 952500"/>
                <a:gd name="connsiteY10" fmla="*/ 1868329 h 2971800"/>
                <a:gd name="connsiteX11" fmla="*/ 518415 w 952500"/>
                <a:gd name="connsiteY11" fmla="*/ 544354 h 2971800"/>
                <a:gd name="connsiteX12" fmla="*/ 526035 w 952500"/>
                <a:gd name="connsiteY12" fmla="*/ 487204 h 2971800"/>
                <a:gd name="connsiteX13" fmla="*/ 564135 w 952500"/>
                <a:gd name="connsiteY13" fmla="*/ 420529 h 2971800"/>
                <a:gd name="connsiteX14" fmla="*/ 559372 w 952500"/>
                <a:gd name="connsiteY14" fmla="*/ 163354 h 2971800"/>
                <a:gd name="connsiteX15" fmla="*/ 600330 w 952500"/>
                <a:gd name="connsiteY15" fmla="*/ 7144 h 2971800"/>
                <a:gd name="connsiteX16" fmla="*/ 518415 w 952500"/>
                <a:gd name="connsiteY16" fmla="*/ 49054 h 2971800"/>
                <a:gd name="connsiteX17" fmla="*/ 493650 w 952500"/>
                <a:gd name="connsiteY17" fmla="*/ 91916 h 2971800"/>
                <a:gd name="connsiteX18" fmla="*/ 474600 w 952500"/>
                <a:gd name="connsiteY18" fmla="*/ 81439 h 2971800"/>
                <a:gd name="connsiteX19" fmla="*/ 475552 w 952500"/>
                <a:gd name="connsiteY19" fmla="*/ 64294 h 2971800"/>
                <a:gd name="connsiteX20" fmla="*/ 448882 w 952500"/>
                <a:gd name="connsiteY20" fmla="*/ 65246 h 2971800"/>
                <a:gd name="connsiteX21" fmla="*/ 444120 w 952500"/>
                <a:gd name="connsiteY21" fmla="*/ 72866 h 2971800"/>
                <a:gd name="connsiteX22" fmla="*/ 440310 w 952500"/>
                <a:gd name="connsiteY22" fmla="*/ 81439 h 2971800"/>
                <a:gd name="connsiteX23" fmla="*/ 453645 w 952500"/>
                <a:gd name="connsiteY23" fmla="*/ 104299 h 2971800"/>
                <a:gd name="connsiteX24" fmla="*/ 467932 w 952500"/>
                <a:gd name="connsiteY24" fmla="*/ 93821 h 2971800"/>
                <a:gd name="connsiteX25" fmla="*/ 486982 w 952500"/>
                <a:gd name="connsiteY25" fmla="*/ 104299 h 2971800"/>
                <a:gd name="connsiteX26" fmla="*/ 461265 w 952500"/>
                <a:gd name="connsiteY26" fmla="*/ 151924 h 2971800"/>
                <a:gd name="connsiteX27" fmla="*/ 442215 w 952500"/>
                <a:gd name="connsiteY27" fmla="*/ 141446 h 2971800"/>
                <a:gd name="connsiteX28" fmla="*/ 443167 w 952500"/>
                <a:gd name="connsiteY28" fmla="*/ 124301 h 2971800"/>
                <a:gd name="connsiteX29" fmla="*/ 416497 w 952500"/>
                <a:gd name="connsiteY29" fmla="*/ 125254 h 2971800"/>
                <a:gd name="connsiteX30" fmla="*/ 411735 w 952500"/>
                <a:gd name="connsiteY30" fmla="*/ 132874 h 2971800"/>
                <a:gd name="connsiteX31" fmla="*/ 407925 w 952500"/>
                <a:gd name="connsiteY31" fmla="*/ 141446 h 2971800"/>
                <a:gd name="connsiteX32" fmla="*/ 421260 w 952500"/>
                <a:gd name="connsiteY32" fmla="*/ 164306 h 2971800"/>
                <a:gd name="connsiteX33" fmla="*/ 435547 w 952500"/>
                <a:gd name="connsiteY33" fmla="*/ 153829 h 2971800"/>
                <a:gd name="connsiteX34" fmla="*/ 454597 w 952500"/>
                <a:gd name="connsiteY34" fmla="*/ 164306 h 2971800"/>
                <a:gd name="connsiteX35" fmla="*/ 429832 w 952500"/>
                <a:gd name="connsiteY35" fmla="*/ 212884 h 2971800"/>
                <a:gd name="connsiteX36" fmla="*/ 410782 w 952500"/>
                <a:gd name="connsiteY36" fmla="*/ 202406 h 2971800"/>
                <a:gd name="connsiteX37" fmla="*/ 411735 w 952500"/>
                <a:gd name="connsiteY37" fmla="*/ 185261 h 2971800"/>
                <a:gd name="connsiteX38" fmla="*/ 385065 w 952500"/>
                <a:gd name="connsiteY38" fmla="*/ 186214 h 2971800"/>
                <a:gd name="connsiteX39" fmla="*/ 380302 w 952500"/>
                <a:gd name="connsiteY39" fmla="*/ 193834 h 2971800"/>
                <a:gd name="connsiteX40" fmla="*/ 377445 w 952500"/>
                <a:gd name="connsiteY40" fmla="*/ 200501 h 2971800"/>
                <a:gd name="connsiteX41" fmla="*/ 390780 w 952500"/>
                <a:gd name="connsiteY41" fmla="*/ 223361 h 2971800"/>
                <a:gd name="connsiteX42" fmla="*/ 405067 w 952500"/>
                <a:gd name="connsiteY42" fmla="*/ 212884 h 2971800"/>
                <a:gd name="connsiteX43" fmla="*/ 425070 w 952500"/>
                <a:gd name="connsiteY43" fmla="*/ 223361 h 2971800"/>
                <a:gd name="connsiteX44" fmla="*/ 401257 w 952500"/>
                <a:gd name="connsiteY44" fmla="*/ 270986 h 2971800"/>
                <a:gd name="connsiteX45" fmla="*/ 382207 w 952500"/>
                <a:gd name="connsiteY45" fmla="*/ 260509 h 2971800"/>
                <a:gd name="connsiteX46" fmla="*/ 383160 w 952500"/>
                <a:gd name="connsiteY46" fmla="*/ 243364 h 2971800"/>
                <a:gd name="connsiteX47" fmla="*/ 356490 w 952500"/>
                <a:gd name="connsiteY47" fmla="*/ 244316 h 2971800"/>
                <a:gd name="connsiteX48" fmla="*/ 350775 w 952500"/>
                <a:gd name="connsiteY48" fmla="*/ 252889 h 2971800"/>
                <a:gd name="connsiteX49" fmla="*/ 346965 w 952500"/>
                <a:gd name="connsiteY49" fmla="*/ 261461 h 2971800"/>
                <a:gd name="connsiteX50" fmla="*/ 360300 w 952500"/>
                <a:gd name="connsiteY50" fmla="*/ 284321 h 2971800"/>
                <a:gd name="connsiteX51" fmla="*/ 374587 w 952500"/>
                <a:gd name="connsiteY51" fmla="*/ 273844 h 2971800"/>
                <a:gd name="connsiteX52" fmla="*/ 393637 w 952500"/>
                <a:gd name="connsiteY52" fmla="*/ 284321 h 2971800"/>
                <a:gd name="connsiteX53" fmla="*/ 369825 w 952500"/>
                <a:gd name="connsiteY53" fmla="*/ 331946 h 2971800"/>
                <a:gd name="connsiteX54" fmla="*/ 351727 w 952500"/>
                <a:gd name="connsiteY54" fmla="*/ 321469 h 2971800"/>
                <a:gd name="connsiteX55" fmla="*/ 352680 w 952500"/>
                <a:gd name="connsiteY55" fmla="*/ 304324 h 2971800"/>
                <a:gd name="connsiteX56" fmla="*/ 326010 w 952500"/>
                <a:gd name="connsiteY56" fmla="*/ 305276 h 2971800"/>
                <a:gd name="connsiteX57" fmla="*/ 321247 w 952500"/>
                <a:gd name="connsiteY57" fmla="*/ 312896 h 2971800"/>
                <a:gd name="connsiteX58" fmla="*/ 317437 w 952500"/>
                <a:gd name="connsiteY58" fmla="*/ 321469 h 2971800"/>
                <a:gd name="connsiteX59" fmla="*/ 330772 w 952500"/>
                <a:gd name="connsiteY59" fmla="*/ 344329 h 2971800"/>
                <a:gd name="connsiteX60" fmla="*/ 345060 w 952500"/>
                <a:gd name="connsiteY60" fmla="*/ 333851 h 2971800"/>
                <a:gd name="connsiteX61" fmla="*/ 364110 w 952500"/>
                <a:gd name="connsiteY61" fmla="*/ 344329 h 2971800"/>
                <a:gd name="connsiteX62" fmla="*/ 340297 w 952500"/>
                <a:gd name="connsiteY62" fmla="*/ 391954 h 2971800"/>
                <a:gd name="connsiteX63" fmla="*/ 321247 w 952500"/>
                <a:gd name="connsiteY63" fmla="*/ 381476 h 2971800"/>
                <a:gd name="connsiteX64" fmla="*/ 322200 w 952500"/>
                <a:gd name="connsiteY64" fmla="*/ 364331 h 2971800"/>
                <a:gd name="connsiteX65" fmla="*/ 295530 w 952500"/>
                <a:gd name="connsiteY65" fmla="*/ 365284 h 2971800"/>
                <a:gd name="connsiteX66" fmla="*/ 291720 w 952500"/>
                <a:gd name="connsiteY66" fmla="*/ 372904 h 2971800"/>
                <a:gd name="connsiteX67" fmla="*/ 287910 w 952500"/>
                <a:gd name="connsiteY67" fmla="*/ 381476 h 2971800"/>
                <a:gd name="connsiteX68" fmla="*/ 301245 w 952500"/>
                <a:gd name="connsiteY68" fmla="*/ 404336 h 2971800"/>
                <a:gd name="connsiteX69" fmla="*/ 315532 w 952500"/>
                <a:gd name="connsiteY69" fmla="*/ 393859 h 2971800"/>
                <a:gd name="connsiteX70" fmla="*/ 335535 w 952500"/>
                <a:gd name="connsiteY70" fmla="*/ 404336 h 2971800"/>
                <a:gd name="connsiteX71" fmla="*/ 319342 w 952500"/>
                <a:gd name="connsiteY71" fmla="*/ 443389 h 2971800"/>
                <a:gd name="connsiteX72" fmla="*/ 350775 w 952500"/>
                <a:gd name="connsiteY72" fmla="*/ 468154 h 2971800"/>
                <a:gd name="connsiteX73" fmla="*/ 406020 w 952500"/>
                <a:gd name="connsiteY73" fmla="*/ 558641 h 2971800"/>
                <a:gd name="connsiteX74" fmla="*/ 395542 w 952500"/>
                <a:gd name="connsiteY74" fmla="*/ 1814036 h 2971800"/>
                <a:gd name="connsiteX75" fmla="*/ 296482 w 952500"/>
                <a:gd name="connsiteY75" fmla="*/ 1829276 h 2971800"/>
                <a:gd name="connsiteX76" fmla="*/ 162180 w 952500"/>
                <a:gd name="connsiteY76" fmla="*/ 1512094 h 2971800"/>
                <a:gd name="connsiteX77" fmla="*/ 141225 w 952500"/>
                <a:gd name="connsiteY77" fmla="*/ 1506379 h 2971800"/>
                <a:gd name="connsiteX78" fmla="*/ 127890 w 952500"/>
                <a:gd name="connsiteY78" fmla="*/ 1938814 h 2971800"/>
                <a:gd name="connsiteX79" fmla="*/ 182182 w 952500"/>
                <a:gd name="connsiteY79" fmla="*/ 2125504 h 2971800"/>
                <a:gd name="connsiteX80" fmla="*/ 49785 w 952500"/>
                <a:gd name="connsiteY80" fmla="*/ 2469356 h 2971800"/>
                <a:gd name="connsiteX81" fmla="*/ 8827 w 952500"/>
                <a:gd name="connsiteY81" fmla="*/ 2671286 h 2971800"/>
                <a:gd name="connsiteX82" fmla="*/ 470790 w 952500"/>
                <a:gd name="connsiteY82" fmla="*/ 2937986 h 2971800"/>
                <a:gd name="connsiteX83" fmla="*/ 470790 w 952500"/>
                <a:gd name="connsiteY83" fmla="*/ 2949416 h 2971800"/>
                <a:gd name="connsiteX84" fmla="*/ 463170 w 952500"/>
                <a:gd name="connsiteY84" fmla="*/ 2957036 h 2971800"/>
                <a:gd name="connsiteX85" fmla="*/ 482220 w 952500"/>
                <a:gd name="connsiteY85" fmla="*/ 2969419 h 2971800"/>
                <a:gd name="connsiteX86" fmla="*/ 499365 w 952500"/>
                <a:gd name="connsiteY86" fmla="*/ 2957036 h 2971800"/>
                <a:gd name="connsiteX87" fmla="*/ 499365 w 952500"/>
                <a:gd name="connsiteY87" fmla="*/ 2957036 h 297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952500" h="2971800">
                  <a:moveTo>
                    <a:pt x="499365" y="2957036"/>
                  </a:moveTo>
                  <a:cubicBezTo>
                    <a:pt x="498412" y="2955131"/>
                    <a:pt x="495555" y="2953226"/>
                    <a:pt x="492697" y="2951321"/>
                  </a:cubicBezTo>
                  <a:lnTo>
                    <a:pt x="492697" y="2938939"/>
                  </a:lnTo>
                  <a:cubicBezTo>
                    <a:pt x="887985" y="2934176"/>
                    <a:pt x="946087" y="2778919"/>
                    <a:pt x="950850" y="2687479"/>
                  </a:cubicBezTo>
                  <a:cubicBezTo>
                    <a:pt x="959422" y="2533174"/>
                    <a:pt x="841312" y="2383631"/>
                    <a:pt x="810832" y="2307431"/>
                  </a:cubicBezTo>
                  <a:cubicBezTo>
                    <a:pt x="777495" y="2224564"/>
                    <a:pt x="809880" y="2094071"/>
                    <a:pt x="818452" y="2080736"/>
                  </a:cubicBezTo>
                  <a:cubicBezTo>
                    <a:pt x="828930" y="2066449"/>
                    <a:pt x="876555" y="1960721"/>
                    <a:pt x="872745" y="1876901"/>
                  </a:cubicBezTo>
                  <a:cubicBezTo>
                    <a:pt x="869887" y="1816894"/>
                    <a:pt x="841312" y="1758791"/>
                    <a:pt x="833692" y="1751171"/>
                  </a:cubicBezTo>
                  <a:cubicBezTo>
                    <a:pt x="826072" y="1743551"/>
                    <a:pt x="818452" y="1749266"/>
                    <a:pt x="808927" y="1747361"/>
                  </a:cubicBezTo>
                  <a:cubicBezTo>
                    <a:pt x="802260" y="1878806"/>
                    <a:pt x="699390" y="1972151"/>
                    <a:pt x="640335" y="1973104"/>
                  </a:cubicBezTo>
                  <a:cubicBezTo>
                    <a:pt x="558420" y="1973104"/>
                    <a:pt x="554610" y="1914049"/>
                    <a:pt x="554610" y="1868329"/>
                  </a:cubicBezTo>
                  <a:cubicBezTo>
                    <a:pt x="554610" y="1824514"/>
                    <a:pt x="518415" y="565309"/>
                    <a:pt x="518415" y="544354"/>
                  </a:cubicBezTo>
                  <a:cubicBezTo>
                    <a:pt x="518415" y="523399"/>
                    <a:pt x="514605" y="500539"/>
                    <a:pt x="526035" y="487204"/>
                  </a:cubicBezTo>
                  <a:cubicBezTo>
                    <a:pt x="537465" y="473869"/>
                    <a:pt x="560325" y="431959"/>
                    <a:pt x="564135" y="420529"/>
                  </a:cubicBezTo>
                  <a:cubicBezTo>
                    <a:pt x="552705" y="332899"/>
                    <a:pt x="553657" y="214789"/>
                    <a:pt x="559372" y="163354"/>
                  </a:cubicBezTo>
                  <a:cubicBezTo>
                    <a:pt x="563182" y="123349"/>
                    <a:pt x="585090" y="20479"/>
                    <a:pt x="600330" y="7144"/>
                  </a:cubicBezTo>
                  <a:cubicBezTo>
                    <a:pt x="579375" y="9049"/>
                    <a:pt x="539370" y="24289"/>
                    <a:pt x="518415" y="49054"/>
                  </a:cubicBezTo>
                  <a:cubicBezTo>
                    <a:pt x="514605" y="53816"/>
                    <a:pt x="505080" y="69056"/>
                    <a:pt x="493650" y="91916"/>
                  </a:cubicBezTo>
                  <a:lnTo>
                    <a:pt x="474600" y="81439"/>
                  </a:lnTo>
                  <a:cubicBezTo>
                    <a:pt x="478410" y="74771"/>
                    <a:pt x="483172" y="67151"/>
                    <a:pt x="475552" y="64294"/>
                  </a:cubicBezTo>
                  <a:cubicBezTo>
                    <a:pt x="467932" y="61436"/>
                    <a:pt x="452692" y="59531"/>
                    <a:pt x="448882" y="65246"/>
                  </a:cubicBezTo>
                  <a:lnTo>
                    <a:pt x="444120" y="72866"/>
                  </a:lnTo>
                  <a:lnTo>
                    <a:pt x="440310" y="81439"/>
                  </a:lnTo>
                  <a:cubicBezTo>
                    <a:pt x="436500" y="87154"/>
                    <a:pt x="446977" y="99536"/>
                    <a:pt x="453645" y="104299"/>
                  </a:cubicBezTo>
                  <a:cubicBezTo>
                    <a:pt x="460312" y="109061"/>
                    <a:pt x="464122" y="100489"/>
                    <a:pt x="467932" y="93821"/>
                  </a:cubicBezTo>
                  <a:lnTo>
                    <a:pt x="486982" y="104299"/>
                  </a:lnTo>
                  <a:cubicBezTo>
                    <a:pt x="479362" y="118586"/>
                    <a:pt x="470790" y="134779"/>
                    <a:pt x="461265" y="151924"/>
                  </a:cubicBezTo>
                  <a:lnTo>
                    <a:pt x="442215" y="141446"/>
                  </a:lnTo>
                  <a:cubicBezTo>
                    <a:pt x="446025" y="134779"/>
                    <a:pt x="450787" y="127159"/>
                    <a:pt x="443167" y="124301"/>
                  </a:cubicBezTo>
                  <a:cubicBezTo>
                    <a:pt x="435547" y="121444"/>
                    <a:pt x="420307" y="119539"/>
                    <a:pt x="416497" y="125254"/>
                  </a:cubicBezTo>
                  <a:lnTo>
                    <a:pt x="411735" y="132874"/>
                  </a:lnTo>
                  <a:lnTo>
                    <a:pt x="407925" y="141446"/>
                  </a:lnTo>
                  <a:cubicBezTo>
                    <a:pt x="404115" y="147161"/>
                    <a:pt x="414592" y="159544"/>
                    <a:pt x="421260" y="164306"/>
                  </a:cubicBezTo>
                  <a:cubicBezTo>
                    <a:pt x="427927" y="169069"/>
                    <a:pt x="431737" y="160496"/>
                    <a:pt x="435547" y="153829"/>
                  </a:cubicBezTo>
                  <a:lnTo>
                    <a:pt x="454597" y="164306"/>
                  </a:lnTo>
                  <a:cubicBezTo>
                    <a:pt x="446977" y="179546"/>
                    <a:pt x="438405" y="195739"/>
                    <a:pt x="429832" y="212884"/>
                  </a:cubicBezTo>
                  <a:lnTo>
                    <a:pt x="410782" y="202406"/>
                  </a:lnTo>
                  <a:cubicBezTo>
                    <a:pt x="414592" y="195739"/>
                    <a:pt x="419355" y="188119"/>
                    <a:pt x="411735" y="185261"/>
                  </a:cubicBezTo>
                  <a:cubicBezTo>
                    <a:pt x="404115" y="182404"/>
                    <a:pt x="388875" y="180499"/>
                    <a:pt x="385065" y="186214"/>
                  </a:cubicBezTo>
                  <a:lnTo>
                    <a:pt x="380302" y="193834"/>
                  </a:lnTo>
                  <a:lnTo>
                    <a:pt x="377445" y="200501"/>
                  </a:lnTo>
                  <a:cubicBezTo>
                    <a:pt x="373635" y="206216"/>
                    <a:pt x="384112" y="218599"/>
                    <a:pt x="390780" y="223361"/>
                  </a:cubicBezTo>
                  <a:cubicBezTo>
                    <a:pt x="397447" y="228124"/>
                    <a:pt x="401257" y="219551"/>
                    <a:pt x="405067" y="212884"/>
                  </a:cubicBezTo>
                  <a:lnTo>
                    <a:pt x="425070" y="223361"/>
                  </a:lnTo>
                  <a:cubicBezTo>
                    <a:pt x="417450" y="239554"/>
                    <a:pt x="408877" y="255746"/>
                    <a:pt x="401257" y="270986"/>
                  </a:cubicBezTo>
                  <a:lnTo>
                    <a:pt x="382207" y="260509"/>
                  </a:lnTo>
                  <a:cubicBezTo>
                    <a:pt x="386017" y="253841"/>
                    <a:pt x="390780" y="246221"/>
                    <a:pt x="383160" y="243364"/>
                  </a:cubicBezTo>
                  <a:cubicBezTo>
                    <a:pt x="375540" y="240506"/>
                    <a:pt x="360300" y="238601"/>
                    <a:pt x="356490" y="244316"/>
                  </a:cubicBezTo>
                  <a:lnTo>
                    <a:pt x="350775" y="252889"/>
                  </a:lnTo>
                  <a:lnTo>
                    <a:pt x="346965" y="261461"/>
                  </a:lnTo>
                  <a:cubicBezTo>
                    <a:pt x="343155" y="267176"/>
                    <a:pt x="353632" y="279559"/>
                    <a:pt x="360300" y="284321"/>
                  </a:cubicBezTo>
                  <a:cubicBezTo>
                    <a:pt x="366967" y="289084"/>
                    <a:pt x="370777" y="280511"/>
                    <a:pt x="374587" y="273844"/>
                  </a:cubicBezTo>
                  <a:lnTo>
                    <a:pt x="393637" y="284321"/>
                  </a:lnTo>
                  <a:cubicBezTo>
                    <a:pt x="385065" y="300514"/>
                    <a:pt x="377445" y="316706"/>
                    <a:pt x="369825" y="331946"/>
                  </a:cubicBezTo>
                  <a:lnTo>
                    <a:pt x="351727" y="321469"/>
                  </a:lnTo>
                  <a:cubicBezTo>
                    <a:pt x="355537" y="314801"/>
                    <a:pt x="360300" y="307181"/>
                    <a:pt x="352680" y="304324"/>
                  </a:cubicBezTo>
                  <a:cubicBezTo>
                    <a:pt x="345060" y="301466"/>
                    <a:pt x="329820" y="299561"/>
                    <a:pt x="326010" y="305276"/>
                  </a:cubicBezTo>
                  <a:lnTo>
                    <a:pt x="321247" y="312896"/>
                  </a:lnTo>
                  <a:lnTo>
                    <a:pt x="317437" y="321469"/>
                  </a:lnTo>
                  <a:cubicBezTo>
                    <a:pt x="313627" y="327184"/>
                    <a:pt x="324105" y="339566"/>
                    <a:pt x="330772" y="344329"/>
                  </a:cubicBezTo>
                  <a:cubicBezTo>
                    <a:pt x="337440" y="349091"/>
                    <a:pt x="341250" y="340519"/>
                    <a:pt x="345060" y="333851"/>
                  </a:cubicBezTo>
                  <a:lnTo>
                    <a:pt x="364110" y="344329"/>
                  </a:lnTo>
                  <a:cubicBezTo>
                    <a:pt x="355537" y="361474"/>
                    <a:pt x="347917" y="377666"/>
                    <a:pt x="340297" y="391954"/>
                  </a:cubicBezTo>
                  <a:lnTo>
                    <a:pt x="321247" y="381476"/>
                  </a:lnTo>
                  <a:cubicBezTo>
                    <a:pt x="325057" y="374809"/>
                    <a:pt x="329820" y="367189"/>
                    <a:pt x="322200" y="364331"/>
                  </a:cubicBezTo>
                  <a:cubicBezTo>
                    <a:pt x="314580" y="361474"/>
                    <a:pt x="299340" y="359569"/>
                    <a:pt x="295530" y="365284"/>
                  </a:cubicBezTo>
                  <a:lnTo>
                    <a:pt x="291720" y="372904"/>
                  </a:lnTo>
                  <a:lnTo>
                    <a:pt x="287910" y="381476"/>
                  </a:lnTo>
                  <a:cubicBezTo>
                    <a:pt x="284100" y="388144"/>
                    <a:pt x="294577" y="399574"/>
                    <a:pt x="301245" y="404336"/>
                  </a:cubicBezTo>
                  <a:cubicBezTo>
                    <a:pt x="307912" y="409099"/>
                    <a:pt x="311722" y="400526"/>
                    <a:pt x="315532" y="393859"/>
                  </a:cubicBezTo>
                  <a:lnTo>
                    <a:pt x="335535" y="404336"/>
                  </a:lnTo>
                  <a:cubicBezTo>
                    <a:pt x="325057" y="426244"/>
                    <a:pt x="321247" y="438626"/>
                    <a:pt x="319342" y="443389"/>
                  </a:cubicBezTo>
                  <a:cubicBezTo>
                    <a:pt x="323152" y="456724"/>
                    <a:pt x="339345" y="464344"/>
                    <a:pt x="350775" y="468154"/>
                  </a:cubicBezTo>
                  <a:cubicBezTo>
                    <a:pt x="402210" y="485299"/>
                    <a:pt x="406020" y="544354"/>
                    <a:pt x="406020" y="558641"/>
                  </a:cubicBezTo>
                  <a:cubicBezTo>
                    <a:pt x="406020" y="575786"/>
                    <a:pt x="393637" y="1768316"/>
                    <a:pt x="395542" y="1814036"/>
                  </a:cubicBezTo>
                  <a:cubicBezTo>
                    <a:pt x="382207" y="1829276"/>
                    <a:pt x="319342" y="1834991"/>
                    <a:pt x="296482" y="1829276"/>
                  </a:cubicBezTo>
                  <a:cubicBezTo>
                    <a:pt x="161227" y="1795939"/>
                    <a:pt x="158370" y="1533049"/>
                    <a:pt x="162180" y="1512094"/>
                  </a:cubicBezTo>
                  <a:cubicBezTo>
                    <a:pt x="165990" y="1491139"/>
                    <a:pt x="160275" y="1485424"/>
                    <a:pt x="141225" y="1506379"/>
                  </a:cubicBezTo>
                  <a:cubicBezTo>
                    <a:pt x="16447" y="1640681"/>
                    <a:pt x="103125" y="1878806"/>
                    <a:pt x="127890" y="1938814"/>
                  </a:cubicBezTo>
                  <a:cubicBezTo>
                    <a:pt x="162180" y="2024539"/>
                    <a:pt x="182182" y="2079784"/>
                    <a:pt x="182182" y="2125504"/>
                  </a:cubicBezTo>
                  <a:cubicBezTo>
                    <a:pt x="182182" y="2232184"/>
                    <a:pt x="68835" y="2427446"/>
                    <a:pt x="49785" y="2469356"/>
                  </a:cubicBezTo>
                  <a:cubicBezTo>
                    <a:pt x="20257" y="2534126"/>
                    <a:pt x="1207" y="2587466"/>
                    <a:pt x="8827" y="2671286"/>
                  </a:cubicBezTo>
                  <a:cubicBezTo>
                    <a:pt x="33592" y="2929414"/>
                    <a:pt x="393637" y="2937986"/>
                    <a:pt x="470790" y="2937986"/>
                  </a:cubicBezTo>
                  <a:lnTo>
                    <a:pt x="470790" y="2949416"/>
                  </a:lnTo>
                  <a:cubicBezTo>
                    <a:pt x="467932" y="2951321"/>
                    <a:pt x="464122" y="2954179"/>
                    <a:pt x="463170" y="2957036"/>
                  </a:cubicBezTo>
                  <a:cubicBezTo>
                    <a:pt x="467932" y="2963704"/>
                    <a:pt x="473647" y="2969419"/>
                    <a:pt x="482220" y="2969419"/>
                  </a:cubicBezTo>
                  <a:cubicBezTo>
                    <a:pt x="487935" y="2969419"/>
                    <a:pt x="494602" y="2963704"/>
                    <a:pt x="499365" y="2957036"/>
                  </a:cubicBezTo>
                  <a:lnTo>
                    <a:pt x="499365" y="2957036"/>
                  </a:ln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89" name="Graphic 77">
              <a:extLst>
                <a:ext uri="{FF2B5EF4-FFF2-40B4-BE49-F238E27FC236}">
                  <a16:creationId xmlns:a16="http://schemas.microsoft.com/office/drawing/2014/main" id="{19DF9B33-8958-E979-7378-28B193996EED}"/>
                </a:ext>
              </a:extLst>
            </p:cNvPr>
            <p:cNvSpPr/>
            <p:nvPr/>
          </p:nvSpPr>
          <p:spPr>
            <a:xfrm rot="16858366" flipH="1">
              <a:off x="826143" y="5612577"/>
              <a:ext cx="1041307" cy="1439288"/>
            </a:xfrm>
            <a:custGeom>
              <a:avLst/>
              <a:gdLst>
                <a:gd name="connsiteX0" fmla="*/ 1518999 w 1524000"/>
                <a:gd name="connsiteY0" fmla="*/ 1344786 h 2105025"/>
                <a:gd name="connsiteX1" fmla="*/ 1148477 w 1524000"/>
                <a:gd name="connsiteY1" fmla="*/ 788526 h 2105025"/>
                <a:gd name="connsiteX2" fmla="*/ 1132284 w 1524000"/>
                <a:gd name="connsiteY2" fmla="*/ 808528 h 2105025"/>
                <a:gd name="connsiteX3" fmla="*/ 1168479 w 1524000"/>
                <a:gd name="connsiteY3" fmla="*/ 971406 h 2105025"/>
                <a:gd name="connsiteX4" fmla="*/ 1103709 w 1524000"/>
                <a:gd name="connsiteY4" fmla="*/ 1078086 h 2105025"/>
                <a:gd name="connsiteX5" fmla="*/ 954167 w 1524000"/>
                <a:gd name="connsiteY5" fmla="*/ 1348596 h 2105025"/>
                <a:gd name="connsiteX6" fmla="*/ 908447 w 1524000"/>
                <a:gd name="connsiteY6" fmla="*/ 1387648 h 2105025"/>
                <a:gd name="connsiteX7" fmla="*/ 881777 w 1524000"/>
                <a:gd name="connsiteY7" fmla="*/ 1376218 h 2105025"/>
                <a:gd name="connsiteX8" fmla="*/ 874157 w 1524000"/>
                <a:gd name="connsiteY8" fmla="*/ 1379076 h 2105025"/>
                <a:gd name="connsiteX9" fmla="*/ 873204 w 1524000"/>
                <a:gd name="connsiteY9" fmla="*/ 1380981 h 2105025"/>
                <a:gd name="connsiteX10" fmla="*/ 876062 w 1524000"/>
                <a:gd name="connsiteY10" fmla="*/ 1388601 h 2105025"/>
                <a:gd name="connsiteX11" fmla="*/ 902732 w 1524000"/>
                <a:gd name="connsiteY11" fmla="*/ 1400031 h 2105025"/>
                <a:gd name="connsiteX12" fmla="*/ 898922 w 1524000"/>
                <a:gd name="connsiteY12" fmla="*/ 1423843 h 2105025"/>
                <a:gd name="connsiteX13" fmla="*/ 923687 w 1524000"/>
                <a:gd name="connsiteY13" fmla="*/ 1480993 h 2105025"/>
                <a:gd name="connsiteX14" fmla="*/ 915114 w 1524000"/>
                <a:gd name="connsiteY14" fmla="*/ 1553383 h 2105025"/>
                <a:gd name="connsiteX15" fmla="*/ 892254 w 1524000"/>
                <a:gd name="connsiteY15" fmla="*/ 1584816 h 2105025"/>
                <a:gd name="connsiteX16" fmla="*/ 862727 w 1524000"/>
                <a:gd name="connsiteY16" fmla="*/ 1572433 h 2105025"/>
                <a:gd name="connsiteX17" fmla="*/ 855107 w 1524000"/>
                <a:gd name="connsiteY17" fmla="*/ 1575291 h 2105025"/>
                <a:gd name="connsiteX18" fmla="*/ 854154 w 1524000"/>
                <a:gd name="connsiteY18" fmla="*/ 1577196 h 2105025"/>
                <a:gd name="connsiteX19" fmla="*/ 857012 w 1524000"/>
                <a:gd name="connsiteY19" fmla="*/ 1584816 h 2105025"/>
                <a:gd name="connsiteX20" fmla="*/ 887492 w 1524000"/>
                <a:gd name="connsiteY20" fmla="*/ 1598151 h 2105025"/>
                <a:gd name="connsiteX21" fmla="*/ 885587 w 1524000"/>
                <a:gd name="connsiteY21" fmla="*/ 1615296 h 2105025"/>
                <a:gd name="connsiteX22" fmla="*/ 911304 w 1524000"/>
                <a:gd name="connsiteY22" fmla="*/ 1673398 h 2105025"/>
                <a:gd name="connsiteX23" fmla="*/ 913209 w 1524000"/>
                <a:gd name="connsiteY23" fmla="*/ 1730548 h 2105025"/>
                <a:gd name="connsiteX24" fmla="*/ 872252 w 1524000"/>
                <a:gd name="connsiteY24" fmla="*/ 1768648 h 2105025"/>
                <a:gd name="connsiteX25" fmla="*/ 835104 w 1524000"/>
                <a:gd name="connsiteY25" fmla="*/ 1753408 h 2105025"/>
                <a:gd name="connsiteX26" fmla="*/ 827484 w 1524000"/>
                <a:gd name="connsiteY26" fmla="*/ 1756266 h 2105025"/>
                <a:gd name="connsiteX27" fmla="*/ 826532 w 1524000"/>
                <a:gd name="connsiteY27" fmla="*/ 1758171 h 2105025"/>
                <a:gd name="connsiteX28" fmla="*/ 829389 w 1524000"/>
                <a:gd name="connsiteY28" fmla="*/ 1765791 h 2105025"/>
                <a:gd name="connsiteX29" fmla="*/ 866537 w 1524000"/>
                <a:gd name="connsiteY29" fmla="*/ 1781983 h 2105025"/>
                <a:gd name="connsiteX30" fmla="*/ 862727 w 1524000"/>
                <a:gd name="connsiteY30" fmla="*/ 1804843 h 2105025"/>
                <a:gd name="connsiteX31" fmla="*/ 863679 w 1524000"/>
                <a:gd name="connsiteY31" fmla="*/ 1812463 h 2105025"/>
                <a:gd name="connsiteX32" fmla="*/ 797957 w 1524000"/>
                <a:gd name="connsiteY32" fmla="*/ 1747693 h 2105025"/>
                <a:gd name="connsiteX33" fmla="*/ 797004 w 1524000"/>
                <a:gd name="connsiteY33" fmla="*/ 1711498 h 2105025"/>
                <a:gd name="connsiteX34" fmla="*/ 801767 w 1524000"/>
                <a:gd name="connsiteY34" fmla="*/ 1693401 h 2105025"/>
                <a:gd name="connsiteX35" fmla="*/ 796052 w 1524000"/>
                <a:gd name="connsiteY35" fmla="*/ 1672446 h 2105025"/>
                <a:gd name="connsiteX36" fmla="*/ 785574 w 1524000"/>
                <a:gd name="connsiteY36" fmla="*/ 1458133 h 2105025"/>
                <a:gd name="connsiteX37" fmla="*/ 786527 w 1524000"/>
                <a:gd name="connsiteY37" fmla="*/ 1450513 h 2105025"/>
                <a:gd name="connsiteX38" fmla="*/ 784622 w 1524000"/>
                <a:gd name="connsiteY38" fmla="*/ 1440036 h 2105025"/>
                <a:gd name="connsiteX39" fmla="*/ 765572 w 1524000"/>
                <a:gd name="connsiteY39" fmla="*/ 1097136 h 2105025"/>
                <a:gd name="connsiteX40" fmla="*/ 796052 w 1524000"/>
                <a:gd name="connsiteY40" fmla="*/ 1114281 h 2105025"/>
                <a:gd name="connsiteX41" fmla="*/ 797957 w 1524000"/>
                <a:gd name="connsiteY41" fmla="*/ 1141903 h 2105025"/>
                <a:gd name="connsiteX42" fmla="*/ 771287 w 1524000"/>
                <a:gd name="connsiteY42" fmla="*/ 1179051 h 2105025"/>
                <a:gd name="connsiteX43" fmla="*/ 802719 w 1524000"/>
                <a:gd name="connsiteY43" fmla="*/ 1218103 h 2105025"/>
                <a:gd name="connsiteX44" fmla="*/ 824627 w 1524000"/>
                <a:gd name="connsiteY44" fmla="*/ 1626726 h 2105025"/>
                <a:gd name="connsiteX45" fmla="*/ 830342 w 1524000"/>
                <a:gd name="connsiteY45" fmla="*/ 1632441 h 2105025"/>
                <a:gd name="connsiteX46" fmla="*/ 835104 w 1524000"/>
                <a:gd name="connsiteY46" fmla="*/ 1632441 h 2105025"/>
                <a:gd name="connsiteX47" fmla="*/ 840819 w 1524000"/>
                <a:gd name="connsiteY47" fmla="*/ 1626726 h 2105025"/>
                <a:gd name="connsiteX48" fmla="*/ 818912 w 1524000"/>
                <a:gd name="connsiteY48" fmla="*/ 1219056 h 2105025"/>
                <a:gd name="connsiteX49" fmla="*/ 851297 w 1524000"/>
                <a:gd name="connsiteY49" fmla="*/ 1180003 h 2105025"/>
                <a:gd name="connsiteX50" fmla="*/ 815102 w 1524000"/>
                <a:gd name="connsiteY50" fmla="*/ 1139998 h 2105025"/>
                <a:gd name="connsiteX51" fmla="*/ 813197 w 1524000"/>
                <a:gd name="connsiteY51" fmla="*/ 1112376 h 2105025"/>
                <a:gd name="connsiteX52" fmla="*/ 838914 w 1524000"/>
                <a:gd name="connsiteY52" fmla="*/ 1075228 h 2105025"/>
                <a:gd name="connsiteX53" fmla="*/ 798909 w 1524000"/>
                <a:gd name="connsiteY53" fmla="*/ 1035223 h 2105025"/>
                <a:gd name="connsiteX54" fmla="*/ 763667 w 1524000"/>
                <a:gd name="connsiteY54" fmla="*/ 1057131 h 2105025"/>
                <a:gd name="connsiteX55" fmla="*/ 760809 w 1524000"/>
                <a:gd name="connsiteY55" fmla="*/ 1012363 h 2105025"/>
                <a:gd name="connsiteX56" fmla="*/ 798909 w 1524000"/>
                <a:gd name="connsiteY56" fmla="*/ 972358 h 2105025"/>
                <a:gd name="connsiteX57" fmla="*/ 758904 w 1524000"/>
                <a:gd name="connsiteY57" fmla="*/ 932353 h 2105025"/>
                <a:gd name="connsiteX58" fmla="*/ 756047 w 1524000"/>
                <a:gd name="connsiteY58" fmla="*/ 932353 h 2105025"/>
                <a:gd name="connsiteX59" fmla="*/ 755094 w 1524000"/>
                <a:gd name="connsiteY59" fmla="*/ 916161 h 2105025"/>
                <a:gd name="connsiteX60" fmla="*/ 777954 w 1524000"/>
                <a:gd name="connsiteY60" fmla="*/ 889491 h 2105025"/>
                <a:gd name="connsiteX61" fmla="*/ 752237 w 1524000"/>
                <a:gd name="connsiteY61" fmla="*/ 862821 h 2105025"/>
                <a:gd name="connsiteX62" fmla="*/ 751284 w 1524000"/>
                <a:gd name="connsiteY62" fmla="*/ 847581 h 2105025"/>
                <a:gd name="connsiteX63" fmla="*/ 789384 w 1524000"/>
                <a:gd name="connsiteY63" fmla="*/ 807576 h 2105025"/>
                <a:gd name="connsiteX64" fmla="*/ 749379 w 1524000"/>
                <a:gd name="connsiteY64" fmla="*/ 767571 h 2105025"/>
                <a:gd name="connsiteX65" fmla="*/ 746522 w 1524000"/>
                <a:gd name="connsiteY65" fmla="*/ 767571 h 2105025"/>
                <a:gd name="connsiteX66" fmla="*/ 745569 w 1524000"/>
                <a:gd name="connsiteY66" fmla="*/ 744711 h 2105025"/>
                <a:gd name="connsiteX67" fmla="*/ 782717 w 1524000"/>
                <a:gd name="connsiteY67" fmla="*/ 704706 h 2105025"/>
                <a:gd name="connsiteX68" fmla="*/ 742712 w 1524000"/>
                <a:gd name="connsiteY68" fmla="*/ 664701 h 2105025"/>
                <a:gd name="connsiteX69" fmla="*/ 740807 w 1524000"/>
                <a:gd name="connsiteY69" fmla="*/ 664701 h 2105025"/>
                <a:gd name="connsiteX70" fmla="*/ 706517 w 1524000"/>
                <a:gd name="connsiteY70" fmla="*/ 115108 h 2105025"/>
                <a:gd name="connsiteX71" fmla="*/ 589359 w 1524000"/>
                <a:gd name="connsiteY71" fmla="*/ 3666 h 2105025"/>
                <a:gd name="connsiteX72" fmla="*/ 480774 w 1524000"/>
                <a:gd name="connsiteY72" fmla="*/ 40813 h 2105025"/>
                <a:gd name="connsiteX73" fmla="*/ 327422 w 1524000"/>
                <a:gd name="connsiteY73" fmla="*/ 64626 h 2105025"/>
                <a:gd name="connsiteX74" fmla="*/ 321707 w 1524000"/>
                <a:gd name="connsiteY74" fmla="*/ 97011 h 2105025"/>
                <a:gd name="connsiteX75" fmla="*/ 327422 w 1524000"/>
                <a:gd name="connsiteY75" fmla="*/ 57958 h 2105025"/>
                <a:gd name="connsiteX76" fmla="*/ 275034 w 1524000"/>
                <a:gd name="connsiteY76" fmla="*/ 48433 h 2105025"/>
                <a:gd name="connsiteX77" fmla="*/ 240744 w 1524000"/>
                <a:gd name="connsiteY77" fmla="*/ 41766 h 2105025"/>
                <a:gd name="connsiteX78" fmla="*/ 215979 w 1524000"/>
                <a:gd name="connsiteY78" fmla="*/ 36051 h 2105025"/>
                <a:gd name="connsiteX79" fmla="*/ 215979 w 1524000"/>
                <a:gd name="connsiteY79" fmla="*/ 37003 h 2105025"/>
                <a:gd name="connsiteX80" fmla="*/ 191214 w 1524000"/>
                <a:gd name="connsiteY80" fmla="*/ 31288 h 2105025"/>
                <a:gd name="connsiteX81" fmla="*/ 191214 w 1524000"/>
                <a:gd name="connsiteY81" fmla="*/ 31288 h 2105025"/>
                <a:gd name="connsiteX82" fmla="*/ 165497 w 1524000"/>
                <a:gd name="connsiteY82" fmla="*/ 26526 h 2105025"/>
                <a:gd name="connsiteX83" fmla="*/ 6429 w 1524000"/>
                <a:gd name="connsiteY83" fmla="*/ 71293 h 2105025"/>
                <a:gd name="connsiteX84" fmla="*/ 3572 w 1524000"/>
                <a:gd name="connsiteY84" fmla="*/ 80818 h 2105025"/>
                <a:gd name="connsiteX85" fmla="*/ 317897 w 1524000"/>
                <a:gd name="connsiteY85" fmla="*/ 125586 h 2105025"/>
                <a:gd name="connsiteX86" fmla="*/ 318849 w 1524000"/>
                <a:gd name="connsiteY86" fmla="*/ 117966 h 2105025"/>
                <a:gd name="connsiteX87" fmla="*/ 425529 w 1524000"/>
                <a:gd name="connsiteY87" fmla="*/ 124633 h 2105025"/>
                <a:gd name="connsiteX88" fmla="*/ 510302 w 1524000"/>
                <a:gd name="connsiteY88" fmla="*/ 84628 h 2105025"/>
                <a:gd name="connsiteX89" fmla="*/ 598884 w 1524000"/>
                <a:gd name="connsiteY89" fmla="*/ 110346 h 2105025"/>
                <a:gd name="connsiteX90" fmla="*/ 603647 w 1524000"/>
                <a:gd name="connsiteY90" fmla="*/ 1736263 h 2105025"/>
                <a:gd name="connsiteX91" fmla="*/ 696992 w 1524000"/>
                <a:gd name="connsiteY91" fmla="*/ 1978198 h 2105025"/>
                <a:gd name="connsiteX92" fmla="*/ 688419 w 1524000"/>
                <a:gd name="connsiteY92" fmla="*/ 2016298 h 2105025"/>
                <a:gd name="connsiteX93" fmla="*/ 779859 w 1524000"/>
                <a:gd name="connsiteY93" fmla="*/ 2107738 h 2105025"/>
                <a:gd name="connsiteX94" fmla="*/ 869394 w 1524000"/>
                <a:gd name="connsiteY94" fmla="*/ 2031538 h 2105025"/>
                <a:gd name="connsiteX95" fmla="*/ 1092279 w 1524000"/>
                <a:gd name="connsiteY95" fmla="*/ 1779126 h 2105025"/>
                <a:gd name="connsiteX96" fmla="*/ 1246584 w 1524000"/>
                <a:gd name="connsiteY96" fmla="*/ 1320973 h 2105025"/>
                <a:gd name="connsiteX97" fmla="*/ 1501854 w 1524000"/>
                <a:gd name="connsiteY97" fmla="*/ 1366693 h 2105025"/>
                <a:gd name="connsiteX98" fmla="*/ 1518999 w 1524000"/>
                <a:gd name="connsiteY98" fmla="*/ 1344786 h 2105025"/>
                <a:gd name="connsiteX99" fmla="*/ 1518999 w 1524000"/>
                <a:gd name="connsiteY99" fmla="*/ 1344786 h 2105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524000" h="2105025">
                  <a:moveTo>
                    <a:pt x="1518999" y="1344786"/>
                  </a:moveTo>
                  <a:cubicBezTo>
                    <a:pt x="1508522" y="1320973"/>
                    <a:pt x="1323737" y="963786"/>
                    <a:pt x="1148477" y="788526"/>
                  </a:cubicBezTo>
                  <a:cubicBezTo>
                    <a:pt x="1141809" y="781858"/>
                    <a:pt x="1124664" y="778048"/>
                    <a:pt x="1132284" y="808528"/>
                  </a:cubicBezTo>
                  <a:cubicBezTo>
                    <a:pt x="1139904" y="839008"/>
                    <a:pt x="1170384" y="937116"/>
                    <a:pt x="1168479" y="971406"/>
                  </a:cubicBezTo>
                  <a:cubicBezTo>
                    <a:pt x="1166574" y="1005696"/>
                    <a:pt x="1132284" y="1043796"/>
                    <a:pt x="1103709" y="1078086"/>
                  </a:cubicBezTo>
                  <a:cubicBezTo>
                    <a:pt x="1086564" y="1099041"/>
                    <a:pt x="1005602" y="1182861"/>
                    <a:pt x="954167" y="1348596"/>
                  </a:cubicBezTo>
                  <a:cubicBezTo>
                    <a:pt x="934164" y="1355263"/>
                    <a:pt x="917972" y="1369551"/>
                    <a:pt x="908447" y="1387648"/>
                  </a:cubicBezTo>
                  <a:lnTo>
                    <a:pt x="881777" y="1376218"/>
                  </a:lnTo>
                  <a:cubicBezTo>
                    <a:pt x="878919" y="1375266"/>
                    <a:pt x="875109" y="1376218"/>
                    <a:pt x="874157" y="1379076"/>
                  </a:cubicBezTo>
                  <a:lnTo>
                    <a:pt x="873204" y="1380981"/>
                  </a:lnTo>
                  <a:cubicBezTo>
                    <a:pt x="872252" y="1383838"/>
                    <a:pt x="873204" y="1387648"/>
                    <a:pt x="876062" y="1388601"/>
                  </a:cubicBezTo>
                  <a:lnTo>
                    <a:pt x="902732" y="1400031"/>
                  </a:lnTo>
                  <a:cubicBezTo>
                    <a:pt x="900827" y="1407651"/>
                    <a:pt x="898922" y="1415271"/>
                    <a:pt x="898922" y="1423843"/>
                  </a:cubicBezTo>
                  <a:cubicBezTo>
                    <a:pt x="898922" y="1446703"/>
                    <a:pt x="908447" y="1466706"/>
                    <a:pt x="923687" y="1480993"/>
                  </a:cubicBezTo>
                  <a:cubicBezTo>
                    <a:pt x="919877" y="1503853"/>
                    <a:pt x="917019" y="1528618"/>
                    <a:pt x="915114" y="1553383"/>
                  </a:cubicBezTo>
                  <a:cubicBezTo>
                    <a:pt x="904637" y="1561956"/>
                    <a:pt x="897017" y="1572433"/>
                    <a:pt x="892254" y="1584816"/>
                  </a:cubicBezTo>
                  <a:lnTo>
                    <a:pt x="862727" y="1572433"/>
                  </a:lnTo>
                  <a:cubicBezTo>
                    <a:pt x="859869" y="1571481"/>
                    <a:pt x="856059" y="1572433"/>
                    <a:pt x="855107" y="1575291"/>
                  </a:cubicBezTo>
                  <a:lnTo>
                    <a:pt x="854154" y="1577196"/>
                  </a:lnTo>
                  <a:cubicBezTo>
                    <a:pt x="853202" y="1580053"/>
                    <a:pt x="854154" y="1583863"/>
                    <a:pt x="857012" y="1584816"/>
                  </a:cubicBezTo>
                  <a:lnTo>
                    <a:pt x="887492" y="1598151"/>
                  </a:lnTo>
                  <a:cubicBezTo>
                    <a:pt x="886539" y="1603866"/>
                    <a:pt x="885587" y="1609581"/>
                    <a:pt x="885587" y="1615296"/>
                  </a:cubicBezTo>
                  <a:cubicBezTo>
                    <a:pt x="885587" y="1638156"/>
                    <a:pt x="895112" y="1659111"/>
                    <a:pt x="911304" y="1673398"/>
                  </a:cubicBezTo>
                  <a:cubicBezTo>
                    <a:pt x="911304" y="1691496"/>
                    <a:pt x="912257" y="1710546"/>
                    <a:pt x="913209" y="1730548"/>
                  </a:cubicBezTo>
                  <a:cubicBezTo>
                    <a:pt x="895112" y="1738168"/>
                    <a:pt x="880824" y="1751503"/>
                    <a:pt x="872252" y="1768648"/>
                  </a:cubicBezTo>
                  <a:lnTo>
                    <a:pt x="835104" y="1753408"/>
                  </a:lnTo>
                  <a:cubicBezTo>
                    <a:pt x="832247" y="1752456"/>
                    <a:pt x="828437" y="1753408"/>
                    <a:pt x="827484" y="1756266"/>
                  </a:cubicBezTo>
                  <a:lnTo>
                    <a:pt x="826532" y="1758171"/>
                  </a:lnTo>
                  <a:cubicBezTo>
                    <a:pt x="825579" y="1761028"/>
                    <a:pt x="826532" y="1764838"/>
                    <a:pt x="829389" y="1765791"/>
                  </a:cubicBezTo>
                  <a:lnTo>
                    <a:pt x="866537" y="1781983"/>
                  </a:lnTo>
                  <a:cubicBezTo>
                    <a:pt x="864632" y="1789603"/>
                    <a:pt x="862727" y="1797223"/>
                    <a:pt x="862727" y="1804843"/>
                  </a:cubicBezTo>
                  <a:cubicBezTo>
                    <a:pt x="862727" y="1807701"/>
                    <a:pt x="863679" y="1809606"/>
                    <a:pt x="863679" y="1812463"/>
                  </a:cubicBezTo>
                  <a:cubicBezTo>
                    <a:pt x="832247" y="1821036"/>
                    <a:pt x="797957" y="1804843"/>
                    <a:pt x="797957" y="1747693"/>
                  </a:cubicBezTo>
                  <a:cubicBezTo>
                    <a:pt x="797957" y="1741026"/>
                    <a:pt x="797957" y="1728643"/>
                    <a:pt x="797004" y="1711498"/>
                  </a:cubicBezTo>
                  <a:cubicBezTo>
                    <a:pt x="799862" y="1705783"/>
                    <a:pt x="801767" y="1700068"/>
                    <a:pt x="801767" y="1693401"/>
                  </a:cubicBezTo>
                  <a:cubicBezTo>
                    <a:pt x="801767" y="1685781"/>
                    <a:pt x="799862" y="1679113"/>
                    <a:pt x="796052" y="1672446"/>
                  </a:cubicBezTo>
                  <a:cubicBezTo>
                    <a:pt x="794147" y="1620058"/>
                    <a:pt x="790337" y="1546716"/>
                    <a:pt x="785574" y="1458133"/>
                  </a:cubicBezTo>
                  <a:cubicBezTo>
                    <a:pt x="785574" y="1456228"/>
                    <a:pt x="786527" y="1453371"/>
                    <a:pt x="786527" y="1450513"/>
                  </a:cubicBezTo>
                  <a:cubicBezTo>
                    <a:pt x="786527" y="1446703"/>
                    <a:pt x="785574" y="1442893"/>
                    <a:pt x="784622" y="1440036"/>
                  </a:cubicBezTo>
                  <a:cubicBezTo>
                    <a:pt x="778907" y="1339071"/>
                    <a:pt x="772239" y="1220008"/>
                    <a:pt x="765572" y="1097136"/>
                  </a:cubicBezTo>
                  <a:cubicBezTo>
                    <a:pt x="772239" y="1106661"/>
                    <a:pt x="783669" y="1113328"/>
                    <a:pt x="796052" y="1114281"/>
                  </a:cubicBezTo>
                  <a:lnTo>
                    <a:pt x="797957" y="1141903"/>
                  </a:lnTo>
                  <a:cubicBezTo>
                    <a:pt x="782717" y="1147618"/>
                    <a:pt x="771287" y="1161906"/>
                    <a:pt x="771287" y="1179051"/>
                  </a:cubicBezTo>
                  <a:cubicBezTo>
                    <a:pt x="771287" y="1198101"/>
                    <a:pt x="784622" y="1214293"/>
                    <a:pt x="802719" y="1218103"/>
                  </a:cubicBezTo>
                  <a:lnTo>
                    <a:pt x="824627" y="1626726"/>
                  </a:lnTo>
                  <a:cubicBezTo>
                    <a:pt x="824627" y="1629583"/>
                    <a:pt x="827484" y="1632441"/>
                    <a:pt x="830342" y="1632441"/>
                  </a:cubicBezTo>
                  <a:lnTo>
                    <a:pt x="835104" y="1632441"/>
                  </a:lnTo>
                  <a:cubicBezTo>
                    <a:pt x="837962" y="1632441"/>
                    <a:pt x="840819" y="1629583"/>
                    <a:pt x="840819" y="1626726"/>
                  </a:cubicBezTo>
                  <a:lnTo>
                    <a:pt x="818912" y="1219056"/>
                  </a:lnTo>
                  <a:cubicBezTo>
                    <a:pt x="837009" y="1215246"/>
                    <a:pt x="851297" y="1199053"/>
                    <a:pt x="851297" y="1180003"/>
                  </a:cubicBezTo>
                  <a:cubicBezTo>
                    <a:pt x="851297" y="1159048"/>
                    <a:pt x="835104" y="1141903"/>
                    <a:pt x="815102" y="1139998"/>
                  </a:cubicBezTo>
                  <a:lnTo>
                    <a:pt x="813197" y="1112376"/>
                  </a:lnTo>
                  <a:cubicBezTo>
                    <a:pt x="828437" y="1106661"/>
                    <a:pt x="838914" y="1092373"/>
                    <a:pt x="838914" y="1075228"/>
                  </a:cubicBezTo>
                  <a:cubicBezTo>
                    <a:pt x="838914" y="1053321"/>
                    <a:pt x="820817" y="1035223"/>
                    <a:pt x="798909" y="1035223"/>
                  </a:cubicBezTo>
                  <a:cubicBezTo>
                    <a:pt x="783669" y="1035223"/>
                    <a:pt x="770334" y="1043796"/>
                    <a:pt x="763667" y="1057131"/>
                  </a:cubicBezTo>
                  <a:cubicBezTo>
                    <a:pt x="762714" y="1041891"/>
                    <a:pt x="761762" y="1027603"/>
                    <a:pt x="760809" y="1012363"/>
                  </a:cubicBezTo>
                  <a:cubicBezTo>
                    <a:pt x="781764" y="1011411"/>
                    <a:pt x="798909" y="994266"/>
                    <a:pt x="798909" y="972358"/>
                  </a:cubicBezTo>
                  <a:cubicBezTo>
                    <a:pt x="798909" y="950451"/>
                    <a:pt x="780812" y="932353"/>
                    <a:pt x="758904" y="932353"/>
                  </a:cubicBezTo>
                  <a:cubicBezTo>
                    <a:pt x="757952" y="932353"/>
                    <a:pt x="756999" y="932353"/>
                    <a:pt x="756047" y="932353"/>
                  </a:cubicBezTo>
                  <a:cubicBezTo>
                    <a:pt x="756047" y="926638"/>
                    <a:pt x="755094" y="921876"/>
                    <a:pt x="755094" y="916161"/>
                  </a:cubicBezTo>
                  <a:cubicBezTo>
                    <a:pt x="768429" y="914256"/>
                    <a:pt x="777954" y="903778"/>
                    <a:pt x="777954" y="889491"/>
                  </a:cubicBezTo>
                  <a:cubicBezTo>
                    <a:pt x="777954" y="875203"/>
                    <a:pt x="766524" y="862821"/>
                    <a:pt x="752237" y="862821"/>
                  </a:cubicBezTo>
                  <a:cubicBezTo>
                    <a:pt x="752237" y="858058"/>
                    <a:pt x="751284" y="852343"/>
                    <a:pt x="751284" y="847581"/>
                  </a:cubicBezTo>
                  <a:cubicBezTo>
                    <a:pt x="772239" y="846628"/>
                    <a:pt x="789384" y="829483"/>
                    <a:pt x="789384" y="807576"/>
                  </a:cubicBezTo>
                  <a:cubicBezTo>
                    <a:pt x="789384" y="785668"/>
                    <a:pt x="771287" y="767571"/>
                    <a:pt x="749379" y="767571"/>
                  </a:cubicBezTo>
                  <a:cubicBezTo>
                    <a:pt x="748427" y="767571"/>
                    <a:pt x="747474" y="767571"/>
                    <a:pt x="746522" y="767571"/>
                  </a:cubicBezTo>
                  <a:cubicBezTo>
                    <a:pt x="746522" y="759951"/>
                    <a:pt x="745569" y="752331"/>
                    <a:pt x="745569" y="744711"/>
                  </a:cubicBezTo>
                  <a:cubicBezTo>
                    <a:pt x="766524" y="742806"/>
                    <a:pt x="782717" y="725661"/>
                    <a:pt x="782717" y="704706"/>
                  </a:cubicBezTo>
                  <a:cubicBezTo>
                    <a:pt x="782717" y="682798"/>
                    <a:pt x="764619" y="664701"/>
                    <a:pt x="742712" y="664701"/>
                  </a:cubicBezTo>
                  <a:cubicBezTo>
                    <a:pt x="741759" y="664701"/>
                    <a:pt x="741759" y="664701"/>
                    <a:pt x="740807" y="664701"/>
                  </a:cubicBezTo>
                  <a:cubicBezTo>
                    <a:pt x="724614" y="387523"/>
                    <a:pt x="710327" y="155113"/>
                    <a:pt x="706517" y="115108"/>
                  </a:cubicBezTo>
                  <a:cubicBezTo>
                    <a:pt x="698897" y="28431"/>
                    <a:pt x="621744" y="3666"/>
                    <a:pt x="589359" y="3666"/>
                  </a:cubicBezTo>
                  <a:cubicBezTo>
                    <a:pt x="556974" y="3666"/>
                    <a:pt x="540782" y="-144"/>
                    <a:pt x="480774" y="40813"/>
                  </a:cubicBezTo>
                  <a:cubicBezTo>
                    <a:pt x="452199" y="60816"/>
                    <a:pt x="401717" y="90343"/>
                    <a:pt x="327422" y="64626"/>
                  </a:cubicBezTo>
                  <a:lnTo>
                    <a:pt x="321707" y="97011"/>
                  </a:lnTo>
                  <a:lnTo>
                    <a:pt x="327422" y="57958"/>
                  </a:lnTo>
                  <a:lnTo>
                    <a:pt x="275034" y="48433"/>
                  </a:lnTo>
                  <a:lnTo>
                    <a:pt x="240744" y="41766"/>
                  </a:lnTo>
                  <a:lnTo>
                    <a:pt x="215979" y="36051"/>
                  </a:lnTo>
                  <a:cubicBezTo>
                    <a:pt x="215979" y="36051"/>
                    <a:pt x="215979" y="36051"/>
                    <a:pt x="215979" y="37003"/>
                  </a:cubicBezTo>
                  <a:lnTo>
                    <a:pt x="191214" y="31288"/>
                  </a:lnTo>
                  <a:lnTo>
                    <a:pt x="191214" y="31288"/>
                  </a:lnTo>
                  <a:lnTo>
                    <a:pt x="165497" y="26526"/>
                  </a:lnTo>
                  <a:cubicBezTo>
                    <a:pt x="165497" y="26526"/>
                    <a:pt x="55007" y="77008"/>
                    <a:pt x="6429" y="71293"/>
                  </a:cubicBezTo>
                  <a:lnTo>
                    <a:pt x="3572" y="80818"/>
                  </a:lnTo>
                  <a:lnTo>
                    <a:pt x="317897" y="125586"/>
                  </a:lnTo>
                  <a:lnTo>
                    <a:pt x="318849" y="117966"/>
                  </a:lnTo>
                  <a:cubicBezTo>
                    <a:pt x="324564" y="119871"/>
                    <a:pt x="387429" y="138921"/>
                    <a:pt x="425529" y="124633"/>
                  </a:cubicBezTo>
                  <a:cubicBezTo>
                    <a:pt x="465534" y="109393"/>
                    <a:pt x="485537" y="100821"/>
                    <a:pt x="510302" y="84628"/>
                  </a:cubicBezTo>
                  <a:cubicBezTo>
                    <a:pt x="534114" y="68436"/>
                    <a:pt x="585549" y="62721"/>
                    <a:pt x="598884" y="110346"/>
                  </a:cubicBezTo>
                  <a:cubicBezTo>
                    <a:pt x="612219" y="157018"/>
                    <a:pt x="603647" y="1530523"/>
                    <a:pt x="603647" y="1736263"/>
                  </a:cubicBezTo>
                  <a:cubicBezTo>
                    <a:pt x="603647" y="1851516"/>
                    <a:pt x="641747" y="1931526"/>
                    <a:pt x="696992" y="1978198"/>
                  </a:cubicBezTo>
                  <a:cubicBezTo>
                    <a:pt x="691277" y="1989628"/>
                    <a:pt x="688419" y="2002963"/>
                    <a:pt x="688419" y="2016298"/>
                  </a:cubicBezTo>
                  <a:cubicBezTo>
                    <a:pt x="688419" y="2066781"/>
                    <a:pt x="729377" y="2107738"/>
                    <a:pt x="779859" y="2107738"/>
                  </a:cubicBezTo>
                  <a:cubicBezTo>
                    <a:pt x="824627" y="2107738"/>
                    <a:pt x="862727" y="2074401"/>
                    <a:pt x="869394" y="2031538"/>
                  </a:cubicBezTo>
                  <a:cubicBezTo>
                    <a:pt x="983694" y="2020108"/>
                    <a:pt x="1092279" y="1929621"/>
                    <a:pt x="1092279" y="1779126"/>
                  </a:cubicBezTo>
                  <a:cubicBezTo>
                    <a:pt x="1092279" y="1645776"/>
                    <a:pt x="1117997" y="1431463"/>
                    <a:pt x="1246584" y="1320973"/>
                  </a:cubicBezTo>
                  <a:cubicBezTo>
                    <a:pt x="1307544" y="1268586"/>
                    <a:pt x="1336119" y="1265728"/>
                    <a:pt x="1501854" y="1366693"/>
                  </a:cubicBezTo>
                  <a:cubicBezTo>
                    <a:pt x="1518047" y="1374313"/>
                    <a:pt x="1528524" y="1368598"/>
                    <a:pt x="1518999" y="1344786"/>
                  </a:cubicBezTo>
                  <a:lnTo>
                    <a:pt x="1518999" y="1344786"/>
                  </a:lnTo>
                  <a:close/>
                </a:path>
              </a:pathLst>
            </a:custGeom>
            <a:grpFill/>
            <a:ln w="4763"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90" name="Graphic 83">
              <a:extLst>
                <a:ext uri="{FF2B5EF4-FFF2-40B4-BE49-F238E27FC236}">
                  <a16:creationId xmlns:a16="http://schemas.microsoft.com/office/drawing/2014/main" id="{25419DAE-7B77-F2E9-0949-342B58D97D42}"/>
                </a:ext>
              </a:extLst>
            </p:cNvPr>
            <p:cNvSpPr/>
            <p:nvPr/>
          </p:nvSpPr>
          <p:spPr>
            <a:xfrm rot="4647806">
              <a:off x="10269633" y="4710050"/>
              <a:ext cx="651876" cy="1349514"/>
            </a:xfrm>
            <a:custGeom>
              <a:avLst/>
              <a:gdLst>
                <a:gd name="connsiteX0" fmla="*/ 499365 w 952500"/>
                <a:gd name="connsiteY0" fmla="*/ 2957036 h 2971800"/>
                <a:gd name="connsiteX1" fmla="*/ 492697 w 952500"/>
                <a:gd name="connsiteY1" fmla="*/ 2951321 h 2971800"/>
                <a:gd name="connsiteX2" fmla="*/ 492697 w 952500"/>
                <a:gd name="connsiteY2" fmla="*/ 2938939 h 2971800"/>
                <a:gd name="connsiteX3" fmla="*/ 950850 w 952500"/>
                <a:gd name="connsiteY3" fmla="*/ 2687479 h 2971800"/>
                <a:gd name="connsiteX4" fmla="*/ 810832 w 952500"/>
                <a:gd name="connsiteY4" fmla="*/ 2307431 h 2971800"/>
                <a:gd name="connsiteX5" fmla="*/ 818452 w 952500"/>
                <a:gd name="connsiteY5" fmla="*/ 2080736 h 2971800"/>
                <a:gd name="connsiteX6" fmla="*/ 872745 w 952500"/>
                <a:gd name="connsiteY6" fmla="*/ 1876901 h 2971800"/>
                <a:gd name="connsiteX7" fmla="*/ 833692 w 952500"/>
                <a:gd name="connsiteY7" fmla="*/ 1751171 h 2971800"/>
                <a:gd name="connsiteX8" fmla="*/ 808927 w 952500"/>
                <a:gd name="connsiteY8" fmla="*/ 1747361 h 2971800"/>
                <a:gd name="connsiteX9" fmla="*/ 640335 w 952500"/>
                <a:gd name="connsiteY9" fmla="*/ 1973104 h 2971800"/>
                <a:gd name="connsiteX10" fmla="*/ 554610 w 952500"/>
                <a:gd name="connsiteY10" fmla="*/ 1868329 h 2971800"/>
                <a:gd name="connsiteX11" fmla="*/ 518415 w 952500"/>
                <a:gd name="connsiteY11" fmla="*/ 544354 h 2971800"/>
                <a:gd name="connsiteX12" fmla="*/ 526035 w 952500"/>
                <a:gd name="connsiteY12" fmla="*/ 487204 h 2971800"/>
                <a:gd name="connsiteX13" fmla="*/ 564135 w 952500"/>
                <a:gd name="connsiteY13" fmla="*/ 420529 h 2971800"/>
                <a:gd name="connsiteX14" fmla="*/ 559372 w 952500"/>
                <a:gd name="connsiteY14" fmla="*/ 163354 h 2971800"/>
                <a:gd name="connsiteX15" fmla="*/ 600330 w 952500"/>
                <a:gd name="connsiteY15" fmla="*/ 7144 h 2971800"/>
                <a:gd name="connsiteX16" fmla="*/ 518415 w 952500"/>
                <a:gd name="connsiteY16" fmla="*/ 49054 h 2971800"/>
                <a:gd name="connsiteX17" fmla="*/ 493650 w 952500"/>
                <a:gd name="connsiteY17" fmla="*/ 91916 h 2971800"/>
                <a:gd name="connsiteX18" fmla="*/ 474600 w 952500"/>
                <a:gd name="connsiteY18" fmla="*/ 81439 h 2971800"/>
                <a:gd name="connsiteX19" fmla="*/ 475552 w 952500"/>
                <a:gd name="connsiteY19" fmla="*/ 64294 h 2971800"/>
                <a:gd name="connsiteX20" fmla="*/ 448882 w 952500"/>
                <a:gd name="connsiteY20" fmla="*/ 65246 h 2971800"/>
                <a:gd name="connsiteX21" fmla="*/ 444120 w 952500"/>
                <a:gd name="connsiteY21" fmla="*/ 72866 h 2971800"/>
                <a:gd name="connsiteX22" fmla="*/ 440310 w 952500"/>
                <a:gd name="connsiteY22" fmla="*/ 81439 h 2971800"/>
                <a:gd name="connsiteX23" fmla="*/ 453645 w 952500"/>
                <a:gd name="connsiteY23" fmla="*/ 104299 h 2971800"/>
                <a:gd name="connsiteX24" fmla="*/ 467932 w 952500"/>
                <a:gd name="connsiteY24" fmla="*/ 93821 h 2971800"/>
                <a:gd name="connsiteX25" fmla="*/ 486982 w 952500"/>
                <a:gd name="connsiteY25" fmla="*/ 104299 h 2971800"/>
                <a:gd name="connsiteX26" fmla="*/ 461265 w 952500"/>
                <a:gd name="connsiteY26" fmla="*/ 151924 h 2971800"/>
                <a:gd name="connsiteX27" fmla="*/ 442215 w 952500"/>
                <a:gd name="connsiteY27" fmla="*/ 141446 h 2971800"/>
                <a:gd name="connsiteX28" fmla="*/ 443167 w 952500"/>
                <a:gd name="connsiteY28" fmla="*/ 124301 h 2971800"/>
                <a:gd name="connsiteX29" fmla="*/ 416497 w 952500"/>
                <a:gd name="connsiteY29" fmla="*/ 125254 h 2971800"/>
                <a:gd name="connsiteX30" fmla="*/ 411735 w 952500"/>
                <a:gd name="connsiteY30" fmla="*/ 132874 h 2971800"/>
                <a:gd name="connsiteX31" fmla="*/ 407925 w 952500"/>
                <a:gd name="connsiteY31" fmla="*/ 141446 h 2971800"/>
                <a:gd name="connsiteX32" fmla="*/ 421260 w 952500"/>
                <a:gd name="connsiteY32" fmla="*/ 164306 h 2971800"/>
                <a:gd name="connsiteX33" fmla="*/ 435547 w 952500"/>
                <a:gd name="connsiteY33" fmla="*/ 153829 h 2971800"/>
                <a:gd name="connsiteX34" fmla="*/ 454597 w 952500"/>
                <a:gd name="connsiteY34" fmla="*/ 164306 h 2971800"/>
                <a:gd name="connsiteX35" fmla="*/ 429832 w 952500"/>
                <a:gd name="connsiteY35" fmla="*/ 212884 h 2971800"/>
                <a:gd name="connsiteX36" fmla="*/ 410782 w 952500"/>
                <a:gd name="connsiteY36" fmla="*/ 202406 h 2971800"/>
                <a:gd name="connsiteX37" fmla="*/ 411735 w 952500"/>
                <a:gd name="connsiteY37" fmla="*/ 185261 h 2971800"/>
                <a:gd name="connsiteX38" fmla="*/ 385065 w 952500"/>
                <a:gd name="connsiteY38" fmla="*/ 186214 h 2971800"/>
                <a:gd name="connsiteX39" fmla="*/ 380302 w 952500"/>
                <a:gd name="connsiteY39" fmla="*/ 193834 h 2971800"/>
                <a:gd name="connsiteX40" fmla="*/ 377445 w 952500"/>
                <a:gd name="connsiteY40" fmla="*/ 200501 h 2971800"/>
                <a:gd name="connsiteX41" fmla="*/ 390780 w 952500"/>
                <a:gd name="connsiteY41" fmla="*/ 223361 h 2971800"/>
                <a:gd name="connsiteX42" fmla="*/ 405067 w 952500"/>
                <a:gd name="connsiteY42" fmla="*/ 212884 h 2971800"/>
                <a:gd name="connsiteX43" fmla="*/ 425070 w 952500"/>
                <a:gd name="connsiteY43" fmla="*/ 223361 h 2971800"/>
                <a:gd name="connsiteX44" fmla="*/ 401257 w 952500"/>
                <a:gd name="connsiteY44" fmla="*/ 270986 h 2971800"/>
                <a:gd name="connsiteX45" fmla="*/ 382207 w 952500"/>
                <a:gd name="connsiteY45" fmla="*/ 260509 h 2971800"/>
                <a:gd name="connsiteX46" fmla="*/ 383160 w 952500"/>
                <a:gd name="connsiteY46" fmla="*/ 243364 h 2971800"/>
                <a:gd name="connsiteX47" fmla="*/ 356490 w 952500"/>
                <a:gd name="connsiteY47" fmla="*/ 244316 h 2971800"/>
                <a:gd name="connsiteX48" fmla="*/ 350775 w 952500"/>
                <a:gd name="connsiteY48" fmla="*/ 252889 h 2971800"/>
                <a:gd name="connsiteX49" fmla="*/ 346965 w 952500"/>
                <a:gd name="connsiteY49" fmla="*/ 261461 h 2971800"/>
                <a:gd name="connsiteX50" fmla="*/ 360300 w 952500"/>
                <a:gd name="connsiteY50" fmla="*/ 284321 h 2971800"/>
                <a:gd name="connsiteX51" fmla="*/ 374587 w 952500"/>
                <a:gd name="connsiteY51" fmla="*/ 273844 h 2971800"/>
                <a:gd name="connsiteX52" fmla="*/ 393637 w 952500"/>
                <a:gd name="connsiteY52" fmla="*/ 284321 h 2971800"/>
                <a:gd name="connsiteX53" fmla="*/ 369825 w 952500"/>
                <a:gd name="connsiteY53" fmla="*/ 331946 h 2971800"/>
                <a:gd name="connsiteX54" fmla="*/ 351727 w 952500"/>
                <a:gd name="connsiteY54" fmla="*/ 321469 h 2971800"/>
                <a:gd name="connsiteX55" fmla="*/ 352680 w 952500"/>
                <a:gd name="connsiteY55" fmla="*/ 304324 h 2971800"/>
                <a:gd name="connsiteX56" fmla="*/ 326010 w 952500"/>
                <a:gd name="connsiteY56" fmla="*/ 305276 h 2971800"/>
                <a:gd name="connsiteX57" fmla="*/ 321247 w 952500"/>
                <a:gd name="connsiteY57" fmla="*/ 312896 h 2971800"/>
                <a:gd name="connsiteX58" fmla="*/ 317437 w 952500"/>
                <a:gd name="connsiteY58" fmla="*/ 321469 h 2971800"/>
                <a:gd name="connsiteX59" fmla="*/ 330772 w 952500"/>
                <a:gd name="connsiteY59" fmla="*/ 344329 h 2971800"/>
                <a:gd name="connsiteX60" fmla="*/ 345060 w 952500"/>
                <a:gd name="connsiteY60" fmla="*/ 333851 h 2971800"/>
                <a:gd name="connsiteX61" fmla="*/ 364110 w 952500"/>
                <a:gd name="connsiteY61" fmla="*/ 344329 h 2971800"/>
                <a:gd name="connsiteX62" fmla="*/ 340297 w 952500"/>
                <a:gd name="connsiteY62" fmla="*/ 391954 h 2971800"/>
                <a:gd name="connsiteX63" fmla="*/ 321247 w 952500"/>
                <a:gd name="connsiteY63" fmla="*/ 381476 h 2971800"/>
                <a:gd name="connsiteX64" fmla="*/ 322200 w 952500"/>
                <a:gd name="connsiteY64" fmla="*/ 364331 h 2971800"/>
                <a:gd name="connsiteX65" fmla="*/ 295530 w 952500"/>
                <a:gd name="connsiteY65" fmla="*/ 365284 h 2971800"/>
                <a:gd name="connsiteX66" fmla="*/ 291720 w 952500"/>
                <a:gd name="connsiteY66" fmla="*/ 372904 h 2971800"/>
                <a:gd name="connsiteX67" fmla="*/ 287910 w 952500"/>
                <a:gd name="connsiteY67" fmla="*/ 381476 h 2971800"/>
                <a:gd name="connsiteX68" fmla="*/ 301245 w 952500"/>
                <a:gd name="connsiteY68" fmla="*/ 404336 h 2971800"/>
                <a:gd name="connsiteX69" fmla="*/ 315532 w 952500"/>
                <a:gd name="connsiteY69" fmla="*/ 393859 h 2971800"/>
                <a:gd name="connsiteX70" fmla="*/ 335535 w 952500"/>
                <a:gd name="connsiteY70" fmla="*/ 404336 h 2971800"/>
                <a:gd name="connsiteX71" fmla="*/ 319342 w 952500"/>
                <a:gd name="connsiteY71" fmla="*/ 443389 h 2971800"/>
                <a:gd name="connsiteX72" fmla="*/ 350775 w 952500"/>
                <a:gd name="connsiteY72" fmla="*/ 468154 h 2971800"/>
                <a:gd name="connsiteX73" fmla="*/ 406020 w 952500"/>
                <a:gd name="connsiteY73" fmla="*/ 558641 h 2971800"/>
                <a:gd name="connsiteX74" fmla="*/ 395542 w 952500"/>
                <a:gd name="connsiteY74" fmla="*/ 1814036 h 2971800"/>
                <a:gd name="connsiteX75" fmla="*/ 296482 w 952500"/>
                <a:gd name="connsiteY75" fmla="*/ 1829276 h 2971800"/>
                <a:gd name="connsiteX76" fmla="*/ 162180 w 952500"/>
                <a:gd name="connsiteY76" fmla="*/ 1512094 h 2971800"/>
                <a:gd name="connsiteX77" fmla="*/ 141225 w 952500"/>
                <a:gd name="connsiteY77" fmla="*/ 1506379 h 2971800"/>
                <a:gd name="connsiteX78" fmla="*/ 127890 w 952500"/>
                <a:gd name="connsiteY78" fmla="*/ 1938814 h 2971800"/>
                <a:gd name="connsiteX79" fmla="*/ 182182 w 952500"/>
                <a:gd name="connsiteY79" fmla="*/ 2125504 h 2971800"/>
                <a:gd name="connsiteX80" fmla="*/ 49785 w 952500"/>
                <a:gd name="connsiteY80" fmla="*/ 2469356 h 2971800"/>
                <a:gd name="connsiteX81" fmla="*/ 8827 w 952500"/>
                <a:gd name="connsiteY81" fmla="*/ 2671286 h 2971800"/>
                <a:gd name="connsiteX82" fmla="*/ 470790 w 952500"/>
                <a:gd name="connsiteY82" fmla="*/ 2937986 h 2971800"/>
                <a:gd name="connsiteX83" fmla="*/ 470790 w 952500"/>
                <a:gd name="connsiteY83" fmla="*/ 2949416 h 2971800"/>
                <a:gd name="connsiteX84" fmla="*/ 463170 w 952500"/>
                <a:gd name="connsiteY84" fmla="*/ 2957036 h 2971800"/>
                <a:gd name="connsiteX85" fmla="*/ 482220 w 952500"/>
                <a:gd name="connsiteY85" fmla="*/ 2969419 h 2971800"/>
                <a:gd name="connsiteX86" fmla="*/ 499365 w 952500"/>
                <a:gd name="connsiteY86" fmla="*/ 2957036 h 2971800"/>
                <a:gd name="connsiteX87" fmla="*/ 499365 w 952500"/>
                <a:gd name="connsiteY87" fmla="*/ 2957036 h 297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952500" h="2971800">
                  <a:moveTo>
                    <a:pt x="499365" y="2957036"/>
                  </a:moveTo>
                  <a:cubicBezTo>
                    <a:pt x="498412" y="2955131"/>
                    <a:pt x="495555" y="2953226"/>
                    <a:pt x="492697" y="2951321"/>
                  </a:cubicBezTo>
                  <a:lnTo>
                    <a:pt x="492697" y="2938939"/>
                  </a:lnTo>
                  <a:cubicBezTo>
                    <a:pt x="887985" y="2934176"/>
                    <a:pt x="946087" y="2778919"/>
                    <a:pt x="950850" y="2687479"/>
                  </a:cubicBezTo>
                  <a:cubicBezTo>
                    <a:pt x="959422" y="2533174"/>
                    <a:pt x="841312" y="2383631"/>
                    <a:pt x="810832" y="2307431"/>
                  </a:cubicBezTo>
                  <a:cubicBezTo>
                    <a:pt x="777495" y="2224564"/>
                    <a:pt x="809880" y="2094071"/>
                    <a:pt x="818452" y="2080736"/>
                  </a:cubicBezTo>
                  <a:cubicBezTo>
                    <a:pt x="828930" y="2066449"/>
                    <a:pt x="876555" y="1960721"/>
                    <a:pt x="872745" y="1876901"/>
                  </a:cubicBezTo>
                  <a:cubicBezTo>
                    <a:pt x="869887" y="1816894"/>
                    <a:pt x="841312" y="1758791"/>
                    <a:pt x="833692" y="1751171"/>
                  </a:cubicBezTo>
                  <a:cubicBezTo>
                    <a:pt x="826072" y="1743551"/>
                    <a:pt x="818452" y="1749266"/>
                    <a:pt x="808927" y="1747361"/>
                  </a:cubicBezTo>
                  <a:cubicBezTo>
                    <a:pt x="802260" y="1878806"/>
                    <a:pt x="699390" y="1972151"/>
                    <a:pt x="640335" y="1973104"/>
                  </a:cubicBezTo>
                  <a:cubicBezTo>
                    <a:pt x="558420" y="1973104"/>
                    <a:pt x="554610" y="1914049"/>
                    <a:pt x="554610" y="1868329"/>
                  </a:cubicBezTo>
                  <a:cubicBezTo>
                    <a:pt x="554610" y="1824514"/>
                    <a:pt x="518415" y="565309"/>
                    <a:pt x="518415" y="544354"/>
                  </a:cubicBezTo>
                  <a:cubicBezTo>
                    <a:pt x="518415" y="523399"/>
                    <a:pt x="514605" y="500539"/>
                    <a:pt x="526035" y="487204"/>
                  </a:cubicBezTo>
                  <a:cubicBezTo>
                    <a:pt x="537465" y="473869"/>
                    <a:pt x="560325" y="431959"/>
                    <a:pt x="564135" y="420529"/>
                  </a:cubicBezTo>
                  <a:cubicBezTo>
                    <a:pt x="552705" y="332899"/>
                    <a:pt x="553657" y="214789"/>
                    <a:pt x="559372" y="163354"/>
                  </a:cubicBezTo>
                  <a:cubicBezTo>
                    <a:pt x="563182" y="123349"/>
                    <a:pt x="585090" y="20479"/>
                    <a:pt x="600330" y="7144"/>
                  </a:cubicBezTo>
                  <a:cubicBezTo>
                    <a:pt x="579375" y="9049"/>
                    <a:pt x="539370" y="24289"/>
                    <a:pt x="518415" y="49054"/>
                  </a:cubicBezTo>
                  <a:cubicBezTo>
                    <a:pt x="514605" y="53816"/>
                    <a:pt x="505080" y="69056"/>
                    <a:pt x="493650" y="91916"/>
                  </a:cubicBezTo>
                  <a:lnTo>
                    <a:pt x="474600" y="81439"/>
                  </a:lnTo>
                  <a:cubicBezTo>
                    <a:pt x="478410" y="74771"/>
                    <a:pt x="483172" y="67151"/>
                    <a:pt x="475552" y="64294"/>
                  </a:cubicBezTo>
                  <a:cubicBezTo>
                    <a:pt x="467932" y="61436"/>
                    <a:pt x="452692" y="59531"/>
                    <a:pt x="448882" y="65246"/>
                  </a:cubicBezTo>
                  <a:lnTo>
                    <a:pt x="444120" y="72866"/>
                  </a:lnTo>
                  <a:lnTo>
                    <a:pt x="440310" y="81439"/>
                  </a:lnTo>
                  <a:cubicBezTo>
                    <a:pt x="436500" y="87154"/>
                    <a:pt x="446977" y="99536"/>
                    <a:pt x="453645" y="104299"/>
                  </a:cubicBezTo>
                  <a:cubicBezTo>
                    <a:pt x="460312" y="109061"/>
                    <a:pt x="464122" y="100489"/>
                    <a:pt x="467932" y="93821"/>
                  </a:cubicBezTo>
                  <a:lnTo>
                    <a:pt x="486982" y="104299"/>
                  </a:lnTo>
                  <a:cubicBezTo>
                    <a:pt x="479362" y="118586"/>
                    <a:pt x="470790" y="134779"/>
                    <a:pt x="461265" y="151924"/>
                  </a:cubicBezTo>
                  <a:lnTo>
                    <a:pt x="442215" y="141446"/>
                  </a:lnTo>
                  <a:cubicBezTo>
                    <a:pt x="446025" y="134779"/>
                    <a:pt x="450787" y="127159"/>
                    <a:pt x="443167" y="124301"/>
                  </a:cubicBezTo>
                  <a:cubicBezTo>
                    <a:pt x="435547" y="121444"/>
                    <a:pt x="420307" y="119539"/>
                    <a:pt x="416497" y="125254"/>
                  </a:cubicBezTo>
                  <a:lnTo>
                    <a:pt x="411735" y="132874"/>
                  </a:lnTo>
                  <a:lnTo>
                    <a:pt x="407925" y="141446"/>
                  </a:lnTo>
                  <a:cubicBezTo>
                    <a:pt x="404115" y="147161"/>
                    <a:pt x="414592" y="159544"/>
                    <a:pt x="421260" y="164306"/>
                  </a:cubicBezTo>
                  <a:cubicBezTo>
                    <a:pt x="427927" y="169069"/>
                    <a:pt x="431737" y="160496"/>
                    <a:pt x="435547" y="153829"/>
                  </a:cubicBezTo>
                  <a:lnTo>
                    <a:pt x="454597" y="164306"/>
                  </a:lnTo>
                  <a:cubicBezTo>
                    <a:pt x="446977" y="179546"/>
                    <a:pt x="438405" y="195739"/>
                    <a:pt x="429832" y="212884"/>
                  </a:cubicBezTo>
                  <a:lnTo>
                    <a:pt x="410782" y="202406"/>
                  </a:lnTo>
                  <a:cubicBezTo>
                    <a:pt x="414592" y="195739"/>
                    <a:pt x="419355" y="188119"/>
                    <a:pt x="411735" y="185261"/>
                  </a:cubicBezTo>
                  <a:cubicBezTo>
                    <a:pt x="404115" y="182404"/>
                    <a:pt x="388875" y="180499"/>
                    <a:pt x="385065" y="186214"/>
                  </a:cubicBezTo>
                  <a:lnTo>
                    <a:pt x="380302" y="193834"/>
                  </a:lnTo>
                  <a:lnTo>
                    <a:pt x="377445" y="200501"/>
                  </a:lnTo>
                  <a:cubicBezTo>
                    <a:pt x="373635" y="206216"/>
                    <a:pt x="384112" y="218599"/>
                    <a:pt x="390780" y="223361"/>
                  </a:cubicBezTo>
                  <a:cubicBezTo>
                    <a:pt x="397447" y="228124"/>
                    <a:pt x="401257" y="219551"/>
                    <a:pt x="405067" y="212884"/>
                  </a:cubicBezTo>
                  <a:lnTo>
                    <a:pt x="425070" y="223361"/>
                  </a:lnTo>
                  <a:cubicBezTo>
                    <a:pt x="417450" y="239554"/>
                    <a:pt x="408877" y="255746"/>
                    <a:pt x="401257" y="270986"/>
                  </a:cubicBezTo>
                  <a:lnTo>
                    <a:pt x="382207" y="260509"/>
                  </a:lnTo>
                  <a:cubicBezTo>
                    <a:pt x="386017" y="253841"/>
                    <a:pt x="390780" y="246221"/>
                    <a:pt x="383160" y="243364"/>
                  </a:cubicBezTo>
                  <a:cubicBezTo>
                    <a:pt x="375540" y="240506"/>
                    <a:pt x="360300" y="238601"/>
                    <a:pt x="356490" y="244316"/>
                  </a:cubicBezTo>
                  <a:lnTo>
                    <a:pt x="350775" y="252889"/>
                  </a:lnTo>
                  <a:lnTo>
                    <a:pt x="346965" y="261461"/>
                  </a:lnTo>
                  <a:cubicBezTo>
                    <a:pt x="343155" y="267176"/>
                    <a:pt x="353632" y="279559"/>
                    <a:pt x="360300" y="284321"/>
                  </a:cubicBezTo>
                  <a:cubicBezTo>
                    <a:pt x="366967" y="289084"/>
                    <a:pt x="370777" y="280511"/>
                    <a:pt x="374587" y="273844"/>
                  </a:cubicBezTo>
                  <a:lnTo>
                    <a:pt x="393637" y="284321"/>
                  </a:lnTo>
                  <a:cubicBezTo>
                    <a:pt x="385065" y="300514"/>
                    <a:pt x="377445" y="316706"/>
                    <a:pt x="369825" y="331946"/>
                  </a:cubicBezTo>
                  <a:lnTo>
                    <a:pt x="351727" y="321469"/>
                  </a:lnTo>
                  <a:cubicBezTo>
                    <a:pt x="355537" y="314801"/>
                    <a:pt x="360300" y="307181"/>
                    <a:pt x="352680" y="304324"/>
                  </a:cubicBezTo>
                  <a:cubicBezTo>
                    <a:pt x="345060" y="301466"/>
                    <a:pt x="329820" y="299561"/>
                    <a:pt x="326010" y="305276"/>
                  </a:cubicBezTo>
                  <a:lnTo>
                    <a:pt x="321247" y="312896"/>
                  </a:lnTo>
                  <a:lnTo>
                    <a:pt x="317437" y="321469"/>
                  </a:lnTo>
                  <a:cubicBezTo>
                    <a:pt x="313627" y="327184"/>
                    <a:pt x="324105" y="339566"/>
                    <a:pt x="330772" y="344329"/>
                  </a:cubicBezTo>
                  <a:cubicBezTo>
                    <a:pt x="337440" y="349091"/>
                    <a:pt x="341250" y="340519"/>
                    <a:pt x="345060" y="333851"/>
                  </a:cubicBezTo>
                  <a:lnTo>
                    <a:pt x="364110" y="344329"/>
                  </a:lnTo>
                  <a:cubicBezTo>
                    <a:pt x="355537" y="361474"/>
                    <a:pt x="347917" y="377666"/>
                    <a:pt x="340297" y="391954"/>
                  </a:cubicBezTo>
                  <a:lnTo>
                    <a:pt x="321247" y="381476"/>
                  </a:lnTo>
                  <a:cubicBezTo>
                    <a:pt x="325057" y="374809"/>
                    <a:pt x="329820" y="367189"/>
                    <a:pt x="322200" y="364331"/>
                  </a:cubicBezTo>
                  <a:cubicBezTo>
                    <a:pt x="314580" y="361474"/>
                    <a:pt x="299340" y="359569"/>
                    <a:pt x="295530" y="365284"/>
                  </a:cubicBezTo>
                  <a:lnTo>
                    <a:pt x="291720" y="372904"/>
                  </a:lnTo>
                  <a:lnTo>
                    <a:pt x="287910" y="381476"/>
                  </a:lnTo>
                  <a:cubicBezTo>
                    <a:pt x="284100" y="388144"/>
                    <a:pt x="294577" y="399574"/>
                    <a:pt x="301245" y="404336"/>
                  </a:cubicBezTo>
                  <a:cubicBezTo>
                    <a:pt x="307912" y="409099"/>
                    <a:pt x="311722" y="400526"/>
                    <a:pt x="315532" y="393859"/>
                  </a:cubicBezTo>
                  <a:lnTo>
                    <a:pt x="335535" y="404336"/>
                  </a:lnTo>
                  <a:cubicBezTo>
                    <a:pt x="325057" y="426244"/>
                    <a:pt x="321247" y="438626"/>
                    <a:pt x="319342" y="443389"/>
                  </a:cubicBezTo>
                  <a:cubicBezTo>
                    <a:pt x="323152" y="456724"/>
                    <a:pt x="339345" y="464344"/>
                    <a:pt x="350775" y="468154"/>
                  </a:cubicBezTo>
                  <a:cubicBezTo>
                    <a:pt x="402210" y="485299"/>
                    <a:pt x="406020" y="544354"/>
                    <a:pt x="406020" y="558641"/>
                  </a:cubicBezTo>
                  <a:cubicBezTo>
                    <a:pt x="406020" y="575786"/>
                    <a:pt x="393637" y="1768316"/>
                    <a:pt x="395542" y="1814036"/>
                  </a:cubicBezTo>
                  <a:cubicBezTo>
                    <a:pt x="382207" y="1829276"/>
                    <a:pt x="319342" y="1834991"/>
                    <a:pt x="296482" y="1829276"/>
                  </a:cubicBezTo>
                  <a:cubicBezTo>
                    <a:pt x="161227" y="1795939"/>
                    <a:pt x="158370" y="1533049"/>
                    <a:pt x="162180" y="1512094"/>
                  </a:cubicBezTo>
                  <a:cubicBezTo>
                    <a:pt x="165990" y="1491139"/>
                    <a:pt x="160275" y="1485424"/>
                    <a:pt x="141225" y="1506379"/>
                  </a:cubicBezTo>
                  <a:cubicBezTo>
                    <a:pt x="16447" y="1640681"/>
                    <a:pt x="103125" y="1878806"/>
                    <a:pt x="127890" y="1938814"/>
                  </a:cubicBezTo>
                  <a:cubicBezTo>
                    <a:pt x="162180" y="2024539"/>
                    <a:pt x="182182" y="2079784"/>
                    <a:pt x="182182" y="2125504"/>
                  </a:cubicBezTo>
                  <a:cubicBezTo>
                    <a:pt x="182182" y="2232184"/>
                    <a:pt x="68835" y="2427446"/>
                    <a:pt x="49785" y="2469356"/>
                  </a:cubicBezTo>
                  <a:cubicBezTo>
                    <a:pt x="20257" y="2534126"/>
                    <a:pt x="1207" y="2587466"/>
                    <a:pt x="8827" y="2671286"/>
                  </a:cubicBezTo>
                  <a:cubicBezTo>
                    <a:pt x="33592" y="2929414"/>
                    <a:pt x="393637" y="2937986"/>
                    <a:pt x="470790" y="2937986"/>
                  </a:cubicBezTo>
                  <a:lnTo>
                    <a:pt x="470790" y="2949416"/>
                  </a:lnTo>
                  <a:cubicBezTo>
                    <a:pt x="467932" y="2951321"/>
                    <a:pt x="464122" y="2954179"/>
                    <a:pt x="463170" y="2957036"/>
                  </a:cubicBezTo>
                  <a:cubicBezTo>
                    <a:pt x="467932" y="2963704"/>
                    <a:pt x="473647" y="2969419"/>
                    <a:pt x="482220" y="2969419"/>
                  </a:cubicBezTo>
                  <a:cubicBezTo>
                    <a:pt x="487935" y="2969419"/>
                    <a:pt x="494602" y="2963704"/>
                    <a:pt x="499365" y="2957036"/>
                  </a:cubicBezTo>
                  <a:lnTo>
                    <a:pt x="499365" y="2957036"/>
                  </a:ln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91" name="Graphic 79">
              <a:extLst>
                <a:ext uri="{FF2B5EF4-FFF2-40B4-BE49-F238E27FC236}">
                  <a16:creationId xmlns:a16="http://schemas.microsoft.com/office/drawing/2014/main" id="{B7D58080-8ECA-C83A-7759-1B54CCE8DB33}"/>
                </a:ext>
              </a:extLst>
            </p:cNvPr>
            <p:cNvSpPr/>
            <p:nvPr/>
          </p:nvSpPr>
          <p:spPr>
            <a:xfrm rot="9875934">
              <a:off x="9993905" y="5791618"/>
              <a:ext cx="1067095" cy="598962"/>
            </a:xfrm>
            <a:custGeom>
              <a:avLst/>
              <a:gdLst>
                <a:gd name="connsiteX0" fmla="*/ 7144 w 1847850"/>
                <a:gd name="connsiteY0" fmla="*/ 209074 h 571500"/>
                <a:gd name="connsiteX1" fmla="*/ 44291 w 1847850"/>
                <a:gd name="connsiteY1" fmla="*/ 411004 h 571500"/>
                <a:gd name="connsiteX2" fmla="*/ 65246 w 1847850"/>
                <a:gd name="connsiteY2" fmla="*/ 387191 h 571500"/>
                <a:gd name="connsiteX3" fmla="*/ 232886 w 1847850"/>
                <a:gd name="connsiteY3" fmla="*/ 264319 h 571500"/>
                <a:gd name="connsiteX4" fmla="*/ 476726 w 1847850"/>
                <a:gd name="connsiteY4" fmla="*/ 240506 h 571500"/>
                <a:gd name="connsiteX5" fmla="*/ 397669 w 1847850"/>
                <a:gd name="connsiteY5" fmla="*/ 347186 h 571500"/>
                <a:gd name="connsiteX6" fmla="*/ 415766 w 1847850"/>
                <a:gd name="connsiteY6" fmla="*/ 425291 h 571500"/>
                <a:gd name="connsiteX7" fmla="*/ 386239 w 1847850"/>
                <a:gd name="connsiteY7" fmla="*/ 421481 h 571500"/>
                <a:gd name="connsiteX8" fmla="*/ 370999 w 1847850"/>
                <a:gd name="connsiteY8" fmla="*/ 383381 h 571500"/>
                <a:gd name="connsiteX9" fmla="*/ 357664 w 1847850"/>
                <a:gd name="connsiteY9" fmla="*/ 366236 h 571500"/>
                <a:gd name="connsiteX10" fmla="*/ 350996 w 1847850"/>
                <a:gd name="connsiteY10" fmla="*/ 374809 h 571500"/>
                <a:gd name="connsiteX11" fmla="*/ 381476 w 1847850"/>
                <a:gd name="connsiteY11" fmla="*/ 455771 h 571500"/>
                <a:gd name="connsiteX12" fmla="*/ 467201 w 1847850"/>
                <a:gd name="connsiteY12" fmla="*/ 487204 h 571500"/>
                <a:gd name="connsiteX13" fmla="*/ 471011 w 1847850"/>
                <a:gd name="connsiteY13" fmla="*/ 477679 h 571500"/>
                <a:gd name="connsiteX14" fmla="*/ 453866 w 1847850"/>
                <a:gd name="connsiteY14" fmla="*/ 469106 h 571500"/>
                <a:gd name="connsiteX15" fmla="*/ 452914 w 1847850"/>
                <a:gd name="connsiteY15" fmla="*/ 461486 h 571500"/>
                <a:gd name="connsiteX16" fmla="*/ 487204 w 1847850"/>
                <a:gd name="connsiteY16" fmla="*/ 470059 h 571500"/>
                <a:gd name="connsiteX17" fmla="*/ 497681 w 1847850"/>
                <a:gd name="connsiteY17" fmla="*/ 470059 h 571500"/>
                <a:gd name="connsiteX18" fmla="*/ 547211 w 1847850"/>
                <a:gd name="connsiteY18" fmla="*/ 481489 h 571500"/>
                <a:gd name="connsiteX19" fmla="*/ 541496 w 1847850"/>
                <a:gd name="connsiteY19" fmla="*/ 476726 h 571500"/>
                <a:gd name="connsiteX20" fmla="*/ 528161 w 1847850"/>
                <a:gd name="connsiteY20" fmla="*/ 474821 h 571500"/>
                <a:gd name="connsiteX21" fmla="*/ 522446 w 1847850"/>
                <a:gd name="connsiteY21" fmla="*/ 470059 h 571500"/>
                <a:gd name="connsiteX22" fmla="*/ 938689 w 1847850"/>
                <a:gd name="connsiteY22" fmla="*/ 470059 h 571500"/>
                <a:gd name="connsiteX23" fmla="*/ 938689 w 1847850"/>
                <a:gd name="connsiteY23" fmla="*/ 561499 h 571500"/>
                <a:gd name="connsiteX24" fmla="*/ 967264 w 1847850"/>
                <a:gd name="connsiteY24" fmla="*/ 571976 h 571500"/>
                <a:gd name="connsiteX25" fmla="*/ 995839 w 1847850"/>
                <a:gd name="connsiteY25" fmla="*/ 561499 h 571500"/>
                <a:gd name="connsiteX26" fmla="*/ 995839 w 1847850"/>
                <a:gd name="connsiteY26" fmla="*/ 525304 h 571500"/>
                <a:gd name="connsiteX27" fmla="*/ 1003459 w 1847850"/>
                <a:gd name="connsiteY27" fmla="*/ 518636 h 571500"/>
                <a:gd name="connsiteX28" fmla="*/ 1012031 w 1847850"/>
                <a:gd name="connsiteY28" fmla="*/ 518636 h 571500"/>
                <a:gd name="connsiteX29" fmla="*/ 1019651 w 1847850"/>
                <a:gd name="connsiteY29" fmla="*/ 525304 h 571500"/>
                <a:gd name="connsiteX30" fmla="*/ 1019651 w 1847850"/>
                <a:gd name="connsiteY30" fmla="*/ 562451 h 571500"/>
                <a:gd name="connsiteX31" fmla="*/ 1048226 w 1847850"/>
                <a:gd name="connsiteY31" fmla="*/ 572929 h 571500"/>
                <a:gd name="connsiteX32" fmla="*/ 1076801 w 1847850"/>
                <a:gd name="connsiteY32" fmla="*/ 562451 h 571500"/>
                <a:gd name="connsiteX33" fmla="*/ 1076801 w 1847850"/>
                <a:gd name="connsiteY33" fmla="*/ 525304 h 571500"/>
                <a:gd name="connsiteX34" fmla="*/ 1084421 w 1847850"/>
                <a:gd name="connsiteY34" fmla="*/ 518636 h 571500"/>
                <a:gd name="connsiteX35" fmla="*/ 1092994 w 1847850"/>
                <a:gd name="connsiteY35" fmla="*/ 518636 h 571500"/>
                <a:gd name="connsiteX36" fmla="*/ 1100614 w 1847850"/>
                <a:gd name="connsiteY36" fmla="*/ 524351 h 571500"/>
                <a:gd name="connsiteX37" fmla="*/ 1100614 w 1847850"/>
                <a:gd name="connsiteY37" fmla="*/ 561499 h 571500"/>
                <a:gd name="connsiteX38" fmla="*/ 1129189 w 1847850"/>
                <a:gd name="connsiteY38" fmla="*/ 571976 h 571500"/>
                <a:gd name="connsiteX39" fmla="*/ 1157764 w 1847850"/>
                <a:gd name="connsiteY39" fmla="*/ 561499 h 571500"/>
                <a:gd name="connsiteX40" fmla="*/ 1157764 w 1847850"/>
                <a:gd name="connsiteY40" fmla="*/ 491014 h 571500"/>
                <a:gd name="connsiteX41" fmla="*/ 1157764 w 1847850"/>
                <a:gd name="connsiteY41" fmla="*/ 491014 h 571500"/>
                <a:gd name="connsiteX42" fmla="*/ 1351121 w 1847850"/>
                <a:gd name="connsiteY42" fmla="*/ 491014 h 571500"/>
                <a:gd name="connsiteX43" fmla="*/ 1402556 w 1847850"/>
                <a:gd name="connsiteY43" fmla="*/ 453866 h 571500"/>
                <a:gd name="connsiteX44" fmla="*/ 1489234 w 1847850"/>
                <a:gd name="connsiteY44" fmla="*/ 449104 h 571500"/>
                <a:gd name="connsiteX45" fmla="*/ 1595914 w 1847850"/>
                <a:gd name="connsiteY45" fmla="*/ 305276 h 571500"/>
                <a:gd name="connsiteX46" fmla="*/ 1590199 w 1847850"/>
                <a:gd name="connsiteY46" fmla="*/ 273844 h 571500"/>
                <a:gd name="connsiteX47" fmla="*/ 1744504 w 1847850"/>
                <a:gd name="connsiteY47" fmla="*/ 273844 h 571500"/>
                <a:gd name="connsiteX48" fmla="*/ 1783556 w 1847850"/>
                <a:gd name="connsiteY48" fmla="*/ 287179 h 571500"/>
                <a:gd name="connsiteX49" fmla="*/ 1801654 w 1847850"/>
                <a:gd name="connsiteY49" fmla="*/ 293846 h 571500"/>
                <a:gd name="connsiteX50" fmla="*/ 1813084 w 1847850"/>
                <a:gd name="connsiteY50" fmla="*/ 303371 h 571500"/>
                <a:gd name="connsiteX51" fmla="*/ 1832134 w 1847850"/>
                <a:gd name="connsiteY51" fmla="*/ 307181 h 571500"/>
                <a:gd name="connsiteX52" fmla="*/ 1840706 w 1847850"/>
                <a:gd name="connsiteY52" fmla="*/ 259556 h 571500"/>
                <a:gd name="connsiteX53" fmla="*/ 1832134 w 1847850"/>
                <a:gd name="connsiteY53" fmla="*/ 211931 h 571500"/>
                <a:gd name="connsiteX54" fmla="*/ 1813084 w 1847850"/>
                <a:gd name="connsiteY54" fmla="*/ 215741 h 571500"/>
                <a:gd name="connsiteX55" fmla="*/ 1801654 w 1847850"/>
                <a:gd name="connsiteY55" fmla="*/ 225266 h 571500"/>
                <a:gd name="connsiteX56" fmla="*/ 1783556 w 1847850"/>
                <a:gd name="connsiteY56" fmla="*/ 231934 h 571500"/>
                <a:gd name="connsiteX57" fmla="*/ 1744504 w 1847850"/>
                <a:gd name="connsiteY57" fmla="*/ 245269 h 571500"/>
                <a:gd name="connsiteX58" fmla="*/ 1578769 w 1847850"/>
                <a:gd name="connsiteY58" fmla="*/ 245269 h 571500"/>
                <a:gd name="connsiteX59" fmla="*/ 1490186 w 1847850"/>
                <a:gd name="connsiteY59" fmla="*/ 186214 h 571500"/>
                <a:gd name="connsiteX60" fmla="*/ 1139666 w 1847850"/>
                <a:gd name="connsiteY60" fmla="*/ 173831 h 571500"/>
                <a:gd name="connsiteX61" fmla="*/ 1139666 w 1847850"/>
                <a:gd name="connsiteY61" fmla="*/ 152876 h 571500"/>
                <a:gd name="connsiteX62" fmla="*/ 1152049 w 1847850"/>
                <a:gd name="connsiteY62" fmla="*/ 150019 h 571500"/>
                <a:gd name="connsiteX63" fmla="*/ 1155859 w 1847850"/>
                <a:gd name="connsiteY63" fmla="*/ 146209 h 571500"/>
                <a:gd name="connsiteX64" fmla="*/ 1157764 w 1847850"/>
                <a:gd name="connsiteY64" fmla="*/ 145256 h 571500"/>
                <a:gd name="connsiteX65" fmla="*/ 1162526 w 1847850"/>
                <a:gd name="connsiteY65" fmla="*/ 139541 h 571500"/>
                <a:gd name="connsiteX66" fmla="*/ 1162526 w 1847850"/>
                <a:gd name="connsiteY66" fmla="*/ 131921 h 571500"/>
                <a:gd name="connsiteX67" fmla="*/ 1157764 w 1847850"/>
                <a:gd name="connsiteY67" fmla="*/ 126206 h 571500"/>
                <a:gd name="connsiteX68" fmla="*/ 1129189 w 1847850"/>
                <a:gd name="connsiteY68" fmla="*/ 121444 h 571500"/>
                <a:gd name="connsiteX69" fmla="*/ 1100614 w 1847850"/>
                <a:gd name="connsiteY69" fmla="*/ 126206 h 571500"/>
                <a:gd name="connsiteX70" fmla="*/ 1095851 w 1847850"/>
                <a:gd name="connsiteY70" fmla="*/ 131921 h 571500"/>
                <a:gd name="connsiteX71" fmla="*/ 1095851 w 1847850"/>
                <a:gd name="connsiteY71" fmla="*/ 139541 h 571500"/>
                <a:gd name="connsiteX72" fmla="*/ 1100614 w 1847850"/>
                <a:gd name="connsiteY72" fmla="*/ 145256 h 571500"/>
                <a:gd name="connsiteX73" fmla="*/ 1102519 w 1847850"/>
                <a:gd name="connsiteY73" fmla="*/ 146209 h 571500"/>
                <a:gd name="connsiteX74" fmla="*/ 1106329 w 1847850"/>
                <a:gd name="connsiteY74" fmla="*/ 150019 h 571500"/>
                <a:gd name="connsiteX75" fmla="*/ 1118711 w 1847850"/>
                <a:gd name="connsiteY75" fmla="*/ 152876 h 571500"/>
                <a:gd name="connsiteX76" fmla="*/ 1118711 w 1847850"/>
                <a:gd name="connsiteY76" fmla="*/ 173831 h 571500"/>
                <a:gd name="connsiteX77" fmla="*/ 1058704 w 1847850"/>
                <a:gd name="connsiteY77" fmla="*/ 172879 h 571500"/>
                <a:gd name="connsiteX78" fmla="*/ 1058704 w 1847850"/>
                <a:gd name="connsiteY78" fmla="*/ 152876 h 571500"/>
                <a:gd name="connsiteX79" fmla="*/ 1071086 w 1847850"/>
                <a:gd name="connsiteY79" fmla="*/ 150019 h 571500"/>
                <a:gd name="connsiteX80" fmla="*/ 1074896 w 1847850"/>
                <a:gd name="connsiteY80" fmla="*/ 146209 h 571500"/>
                <a:gd name="connsiteX81" fmla="*/ 1076801 w 1847850"/>
                <a:gd name="connsiteY81" fmla="*/ 145256 h 571500"/>
                <a:gd name="connsiteX82" fmla="*/ 1081564 w 1847850"/>
                <a:gd name="connsiteY82" fmla="*/ 139541 h 571500"/>
                <a:gd name="connsiteX83" fmla="*/ 1081564 w 1847850"/>
                <a:gd name="connsiteY83" fmla="*/ 131921 h 571500"/>
                <a:gd name="connsiteX84" fmla="*/ 1076801 w 1847850"/>
                <a:gd name="connsiteY84" fmla="*/ 126206 h 571500"/>
                <a:gd name="connsiteX85" fmla="*/ 1048226 w 1847850"/>
                <a:gd name="connsiteY85" fmla="*/ 121444 h 571500"/>
                <a:gd name="connsiteX86" fmla="*/ 1019651 w 1847850"/>
                <a:gd name="connsiteY86" fmla="*/ 126206 h 571500"/>
                <a:gd name="connsiteX87" fmla="*/ 1014889 w 1847850"/>
                <a:gd name="connsiteY87" fmla="*/ 131921 h 571500"/>
                <a:gd name="connsiteX88" fmla="*/ 1014889 w 1847850"/>
                <a:gd name="connsiteY88" fmla="*/ 139541 h 571500"/>
                <a:gd name="connsiteX89" fmla="*/ 1019651 w 1847850"/>
                <a:gd name="connsiteY89" fmla="*/ 145256 h 571500"/>
                <a:gd name="connsiteX90" fmla="*/ 1021556 w 1847850"/>
                <a:gd name="connsiteY90" fmla="*/ 146209 h 571500"/>
                <a:gd name="connsiteX91" fmla="*/ 1025366 w 1847850"/>
                <a:gd name="connsiteY91" fmla="*/ 150019 h 571500"/>
                <a:gd name="connsiteX92" fmla="*/ 1037749 w 1847850"/>
                <a:gd name="connsiteY92" fmla="*/ 152876 h 571500"/>
                <a:gd name="connsiteX93" fmla="*/ 1037749 w 1847850"/>
                <a:gd name="connsiteY93" fmla="*/ 171926 h 571500"/>
                <a:gd name="connsiteX94" fmla="*/ 977741 w 1847850"/>
                <a:gd name="connsiteY94" fmla="*/ 170974 h 571500"/>
                <a:gd name="connsiteX95" fmla="*/ 977741 w 1847850"/>
                <a:gd name="connsiteY95" fmla="*/ 152876 h 571500"/>
                <a:gd name="connsiteX96" fmla="*/ 990124 w 1847850"/>
                <a:gd name="connsiteY96" fmla="*/ 150019 h 571500"/>
                <a:gd name="connsiteX97" fmla="*/ 993934 w 1847850"/>
                <a:gd name="connsiteY97" fmla="*/ 146209 h 571500"/>
                <a:gd name="connsiteX98" fmla="*/ 995839 w 1847850"/>
                <a:gd name="connsiteY98" fmla="*/ 145256 h 571500"/>
                <a:gd name="connsiteX99" fmla="*/ 1000601 w 1847850"/>
                <a:gd name="connsiteY99" fmla="*/ 139541 h 571500"/>
                <a:gd name="connsiteX100" fmla="*/ 1000601 w 1847850"/>
                <a:gd name="connsiteY100" fmla="*/ 131921 h 571500"/>
                <a:gd name="connsiteX101" fmla="*/ 995839 w 1847850"/>
                <a:gd name="connsiteY101" fmla="*/ 126206 h 571500"/>
                <a:gd name="connsiteX102" fmla="*/ 967264 w 1847850"/>
                <a:gd name="connsiteY102" fmla="*/ 121444 h 571500"/>
                <a:gd name="connsiteX103" fmla="*/ 938689 w 1847850"/>
                <a:gd name="connsiteY103" fmla="*/ 126206 h 571500"/>
                <a:gd name="connsiteX104" fmla="*/ 933926 w 1847850"/>
                <a:gd name="connsiteY104" fmla="*/ 131921 h 571500"/>
                <a:gd name="connsiteX105" fmla="*/ 933926 w 1847850"/>
                <a:gd name="connsiteY105" fmla="*/ 139541 h 571500"/>
                <a:gd name="connsiteX106" fmla="*/ 938689 w 1847850"/>
                <a:gd name="connsiteY106" fmla="*/ 145256 h 571500"/>
                <a:gd name="connsiteX107" fmla="*/ 940594 w 1847850"/>
                <a:gd name="connsiteY107" fmla="*/ 146209 h 571500"/>
                <a:gd name="connsiteX108" fmla="*/ 944404 w 1847850"/>
                <a:gd name="connsiteY108" fmla="*/ 150019 h 571500"/>
                <a:gd name="connsiteX109" fmla="*/ 956786 w 1847850"/>
                <a:gd name="connsiteY109" fmla="*/ 152876 h 571500"/>
                <a:gd name="connsiteX110" fmla="*/ 956786 w 1847850"/>
                <a:gd name="connsiteY110" fmla="*/ 170974 h 571500"/>
                <a:gd name="connsiteX111" fmla="*/ 898684 w 1847850"/>
                <a:gd name="connsiteY111" fmla="*/ 170021 h 571500"/>
                <a:gd name="connsiteX112" fmla="*/ 859631 w 1847850"/>
                <a:gd name="connsiteY112" fmla="*/ 155734 h 571500"/>
                <a:gd name="connsiteX113" fmla="*/ 841534 w 1847850"/>
                <a:gd name="connsiteY113" fmla="*/ 156686 h 571500"/>
                <a:gd name="connsiteX114" fmla="*/ 838676 w 1847850"/>
                <a:gd name="connsiteY114" fmla="*/ 170974 h 571500"/>
                <a:gd name="connsiteX115" fmla="*/ 220504 w 1847850"/>
                <a:gd name="connsiteY115" fmla="*/ 144304 h 571500"/>
                <a:gd name="connsiteX116" fmla="*/ 65246 w 1847850"/>
                <a:gd name="connsiteY116" fmla="*/ 30956 h 571500"/>
                <a:gd name="connsiteX117" fmla="*/ 44291 w 1847850"/>
                <a:gd name="connsiteY117" fmla="*/ 7144 h 571500"/>
                <a:gd name="connsiteX118" fmla="*/ 7144 w 1847850"/>
                <a:gd name="connsiteY118" fmla="*/ 209074 h 571500"/>
                <a:gd name="connsiteX119" fmla="*/ 7144 w 1847850"/>
                <a:gd name="connsiteY119" fmla="*/ 209074 h 571500"/>
                <a:gd name="connsiteX120" fmla="*/ 1078706 w 1847850"/>
                <a:gd name="connsiteY120" fmla="*/ 273844 h 571500"/>
                <a:gd name="connsiteX121" fmla="*/ 1102519 w 1847850"/>
                <a:gd name="connsiteY121" fmla="*/ 273844 h 571500"/>
                <a:gd name="connsiteX122" fmla="*/ 1102519 w 1847850"/>
                <a:gd name="connsiteY122" fmla="*/ 324326 h 571500"/>
                <a:gd name="connsiteX123" fmla="*/ 1094899 w 1847850"/>
                <a:gd name="connsiteY123" fmla="*/ 330994 h 571500"/>
                <a:gd name="connsiteX124" fmla="*/ 1086326 w 1847850"/>
                <a:gd name="connsiteY124" fmla="*/ 330994 h 571500"/>
                <a:gd name="connsiteX125" fmla="*/ 1078706 w 1847850"/>
                <a:gd name="connsiteY125" fmla="*/ 325279 h 571500"/>
                <a:gd name="connsiteX126" fmla="*/ 1078706 w 1847850"/>
                <a:gd name="connsiteY126" fmla="*/ 273844 h 571500"/>
                <a:gd name="connsiteX127" fmla="*/ 1078706 w 1847850"/>
                <a:gd name="connsiteY127" fmla="*/ 273844 h 571500"/>
                <a:gd name="connsiteX128" fmla="*/ 1078706 w 1847850"/>
                <a:gd name="connsiteY128" fmla="*/ 399574 h 571500"/>
                <a:gd name="connsiteX129" fmla="*/ 1078706 w 1847850"/>
                <a:gd name="connsiteY129" fmla="*/ 367189 h 571500"/>
                <a:gd name="connsiteX130" fmla="*/ 1086326 w 1847850"/>
                <a:gd name="connsiteY130" fmla="*/ 361474 h 571500"/>
                <a:gd name="connsiteX131" fmla="*/ 1094899 w 1847850"/>
                <a:gd name="connsiteY131" fmla="*/ 361474 h 571500"/>
                <a:gd name="connsiteX132" fmla="*/ 1102519 w 1847850"/>
                <a:gd name="connsiteY132" fmla="*/ 368141 h 571500"/>
                <a:gd name="connsiteX133" fmla="*/ 1102519 w 1847850"/>
                <a:gd name="connsiteY133" fmla="*/ 403384 h 571500"/>
                <a:gd name="connsiteX134" fmla="*/ 1086326 w 1847850"/>
                <a:gd name="connsiteY134" fmla="*/ 400526 h 571500"/>
                <a:gd name="connsiteX135" fmla="*/ 1078706 w 1847850"/>
                <a:gd name="connsiteY135" fmla="*/ 399574 h 571500"/>
                <a:gd name="connsiteX136" fmla="*/ 1078706 w 1847850"/>
                <a:gd name="connsiteY136" fmla="*/ 399574 h 571500"/>
                <a:gd name="connsiteX137" fmla="*/ 1021556 w 1847850"/>
                <a:gd name="connsiteY137" fmla="*/ 423386 h 571500"/>
                <a:gd name="connsiteX138" fmla="*/ 997744 w 1847850"/>
                <a:gd name="connsiteY138" fmla="*/ 429101 h 571500"/>
                <a:gd name="connsiteX139" fmla="*/ 997744 w 1847850"/>
                <a:gd name="connsiteY139" fmla="*/ 367189 h 571500"/>
                <a:gd name="connsiteX140" fmla="*/ 1005364 w 1847850"/>
                <a:gd name="connsiteY140" fmla="*/ 360521 h 571500"/>
                <a:gd name="connsiteX141" fmla="*/ 1013936 w 1847850"/>
                <a:gd name="connsiteY141" fmla="*/ 360521 h 571500"/>
                <a:gd name="connsiteX142" fmla="*/ 1021556 w 1847850"/>
                <a:gd name="connsiteY142" fmla="*/ 367189 h 571500"/>
                <a:gd name="connsiteX143" fmla="*/ 1021556 w 1847850"/>
                <a:gd name="connsiteY143" fmla="*/ 423386 h 571500"/>
                <a:gd name="connsiteX144" fmla="*/ 1021556 w 1847850"/>
                <a:gd name="connsiteY144" fmla="*/ 423386 h 571500"/>
                <a:gd name="connsiteX145" fmla="*/ 997744 w 1847850"/>
                <a:gd name="connsiteY145" fmla="*/ 273844 h 571500"/>
                <a:gd name="connsiteX146" fmla="*/ 1021556 w 1847850"/>
                <a:gd name="connsiteY146" fmla="*/ 273844 h 571500"/>
                <a:gd name="connsiteX147" fmla="*/ 1021556 w 1847850"/>
                <a:gd name="connsiteY147" fmla="*/ 323374 h 571500"/>
                <a:gd name="connsiteX148" fmla="*/ 1013936 w 1847850"/>
                <a:gd name="connsiteY148" fmla="*/ 330041 h 571500"/>
                <a:gd name="connsiteX149" fmla="*/ 1005364 w 1847850"/>
                <a:gd name="connsiteY149" fmla="*/ 330041 h 571500"/>
                <a:gd name="connsiteX150" fmla="*/ 997744 w 1847850"/>
                <a:gd name="connsiteY150" fmla="*/ 323374 h 571500"/>
                <a:gd name="connsiteX151" fmla="*/ 997744 w 1847850"/>
                <a:gd name="connsiteY151" fmla="*/ 273844 h 571500"/>
                <a:gd name="connsiteX152" fmla="*/ 997744 w 1847850"/>
                <a:gd name="connsiteY152" fmla="*/ 273844 h 571500"/>
                <a:gd name="connsiteX153" fmla="*/ 1332071 w 1847850"/>
                <a:gd name="connsiteY153" fmla="*/ 388144 h 571500"/>
                <a:gd name="connsiteX154" fmla="*/ 1242536 w 1847850"/>
                <a:gd name="connsiteY154" fmla="*/ 388144 h 571500"/>
                <a:gd name="connsiteX155" fmla="*/ 1253014 w 1847850"/>
                <a:gd name="connsiteY155" fmla="*/ 320516 h 571500"/>
                <a:gd name="connsiteX156" fmla="*/ 1252061 w 1847850"/>
                <a:gd name="connsiteY156" fmla="*/ 309086 h 571500"/>
                <a:gd name="connsiteX157" fmla="*/ 1260634 w 1847850"/>
                <a:gd name="connsiteY157" fmla="*/ 300514 h 571500"/>
                <a:gd name="connsiteX158" fmla="*/ 1253966 w 1847850"/>
                <a:gd name="connsiteY158" fmla="*/ 288131 h 571500"/>
                <a:gd name="connsiteX159" fmla="*/ 1243489 w 1847850"/>
                <a:gd name="connsiteY159" fmla="*/ 296704 h 571500"/>
                <a:gd name="connsiteX160" fmla="*/ 1244441 w 1847850"/>
                <a:gd name="connsiteY160" fmla="*/ 317659 h 571500"/>
                <a:gd name="connsiteX161" fmla="*/ 1228249 w 1847850"/>
                <a:gd name="connsiteY161" fmla="*/ 374809 h 571500"/>
                <a:gd name="connsiteX162" fmla="*/ 1186339 w 1847850"/>
                <a:gd name="connsiteY162" fmla="*/ 352901 h 571500"/>
                <a:gd name="connsiteX163" fmla="*/ 1182529 w 1847850"/>
                <a:gd name="connsiteY163" fmla="*/ 307181 h 571500"/>
                <a:gd name="connsiteX164" fmla="*/ 1171099 w 1847850"/>
                <a:gd name="connsiteY164" fmla="*/ 296704 h 571500"/>
                <a:gd name="connsiteX165" fmla="*/ 1162526 w 1847850"/>
                <a:gd name="connsiteY165" fmla="*/ 307181 h 571500"/>
                <a:gd name="connsiteX166" fmla="*/ 1171099 w 1847850"/>
                <a:gd name="connsiteY166" fmla="*/ 314801 h 571500"/>
                <a:gd name="connsiteX167" fmla="*/ 1173004 w 1847850"/>
                <a:gd name="connsiteY167" fmla="*/ 322421 h 571500"/>
                <a:gd name="connsiteX168" fmla="*/ 1161574 w 1847850"/>
                <a:gd name="connsiteY168" fmla="*/ 318611 h 571500"/>
                <a:gd name="connsiteX169" fmla="*/ 1161574 w 1847850"/>
                <a:gd name="connsiteY169" fmla="*/ 343376 h 571500"/>
                <a:gd name="connsiteX170" fmla="*/ 1175861 w 1847850"/>
                <a:gd name="connsiteY170" fmla="*/ 350996 h 571500"/>
                <a:gd name="connsiteX171" fmla="*/ 1199674 w 1847850"/>
                <a:gd name="connsiteY171" fmla="*/ 387191 h 571500"/>
                <a:gd name="connsiteX172" fmla="*/ 1161574 w 1847850"/>
                <a:gd name="connsiteY172" fmla="*/ 387191 h 571500"/>
                <a:gd name="connsiteX173" fmla="*/ 1161574 w 1847850"/>
                <a:gd name="connsiteY173" fmla="*/ 272891 h 571500"/>
                <a:gd name="connsiteX174" fmla="*/ 1558766 w 1847850"/>
                <a:gd name="connsiteY174" fmla="*/ 272891 h 571500"/>
                <a:gd name="connsiteX175" fmla="*/ 1568291 w 1847850"/>
                <a:gd name="connsiteY175" fmla="*/ 308134 h 571500"/>
                <a:gd name="connsiteX176" fmla="*/ 1493996 w 1847850"/>
                <a:gd name="connsiteY176" fmla="*/ 412909 h 571500"/>
                <a:gd name="connsiteX177" fmla="*/ 1403509 w 1847850"/>
                <a:gd name="connsiteY177" fmla="*/ 421481 h 571500"/>
                <a:gd name="connsiteX178" fmla="*/ 1332071 w 1847850"/>
                <a:gd name="connsiteY178" fmla="*/ 388144 h 571500"/>
                <a:gd name="connsiteX179" fmla="*/ 1332071 w 1847850"/>
                <a:gd name="connsiteY179" fmla="*/ 388144 h 571500"/>
                <a:gd name="connsiteX180" fmla="*/ 1160621 w 1847850"/>
                <a:gd name="connsiteY180" fmla="*/ 438626 h 571500"/>
                <a:gd name="connsiteX181" fmla="*/ 1160621 w 1847850"/>
                <a:gd name="connsiteY181" fmla="*/ 427196 h 571500"/>
                <a:gd name="connsiteX182" fmla="*/ 1348264 w 1847850"/>
                <a:gd name="connsiteY182" fmla="*/ 427196 h 571500"/>
                <a:gd name="connsiteX183" fmla="*/ 1360646 w 1847850"/>
                <a:gd name="connsiteY183" fmla="*/ 438626 h 571500"/>
                <a:gd name="connsiteX184" fmla="*/ 1160621 w 1847850"/>
                <a:gd name="connsiteY184" fmla="*/ 438626 h 571500"/>
                <a:gd name="connsiteX185" fmla="*/ 1160621 w 1847850"/>
                <a:gd name="connsiteY185" fmla="*/ 438626 h 571500"/>
                <a:gd name="connsiteX186" fmla="*/ 997744 w 1847850"/>
                <a:gd name="connsiteY186" fmla="*/ 471011 h 571500"/>
                <a:gd name="connsiteX187" fmla="*/ 1021556 w 1847850"/>
                <a:gd name="connsiteY187" fmla="*/ 471011 h 571500"/>
                <a:gd name="connsiteX188" fmla="*/ 1021556 w 1847850"/>
                <a:gd name="connsiteY188" fmla="*/ 491014 h 571500"/>
                <a:gd name="connsiteX189" fmla="*/ 1013936 w 1847850"/>
                <a:gd name="connsiteY189" fmla="*/ 497681 h 571500"/>
                <a:gd name="connsiteX190" fmla="*/ 1005364 w 1847850"/>
                <a:gd name="connsiteY190" fmla="*/ 497681 h 571500"/>
                <a:gd name="connsiteX191" fmla="*/ 997744 w 1847850"/>
                <a:gd name="connsiteY191" fmla="*/ 491014 h 571500"/>
                <a:gd name="connsiteX192" fmla="*/ 997744 w 1847850"/>
                <a:gd name="connsiteY192" fmla="*/ 471011 h 571500"/>
                <a:gd name="connsiteX193" fmla="*/ 997744 w 1847850"/>
                <a:gd name="connsiteY193" fmla="*/ 471011 h 571500"/>
                <a:gd name="connsiteX194" fmla="*/ 540544 w 1847850"/>
                <a:gd name="connsiteY194" fmla="*/ 429101 h 571500"/>
                <a:gd name="connsiteX195" fmla="*/ 564356 w 1847850"/>
                <a:gd name="connsiteY195" fmla="*/ 410051 h 571500"/>
                <a:gd name="connsiteX196" fmla="*/ 644366 w 1847850"/>
                <a:gd name="connsiteY196" fmla="*/ 410051 h 571500"/>
                <a:gd name="connsiteX197" fmla="*/ 651034 w 1847850"/>
                <a:gd name="connsiteY197" fmla="*/ 417671 h 571500"/>
                <a:gd name="connsiteX198" fmla="*/ 651034 w 1847850"/>
                <a:gd name="connsiteY198" fmla="*/ 420529 h 571500"/>
                <a:gd name="connsiteX199" fmla="*/ 644366 w 1847850"/>
                <a:gd name="connsiteY199" fmla="*/ 429101 h 571500"/>
                <a:gd name="connsiteX200" fmla="*/ 540544 w 1847850"/>
                <a:gd name="connsiteY200" fmla="*/ 429101 h 571500"/>
                <a:gd name="connsiteX201" fmla="*/ 540544 w 1847850"/>
                <a:gd name="connsiteY201" fmla="*/ 429101 h 571500"/>
                <a:gd name="connsiteX202" fmla="*/ 491966 w 1847850"/>
                <a:gd name="connsiteY202" fmla="*/ 273844 h 571500"/>
                <a:gd name="connsiteX203" fmla="*/ 939641 w 1847850"/>
                <a:gd name="connsiteY203" fmla="*/ 273844 h 571500"/>
                <a:gd name="connsiteX204" fmla="*/ 939641 w 1847850"/>
                <a:gd name="connsiteY204" fmla="*/ 428149 h 571500"/>
                <a:gd name="connsiteX205" fmla="*/ 681514 w 1847850"/>
                <a:gd name="connsiteY205" fmla="*/ 428149 h 571500"/>
                <a:gd name="connsiteX206" fmla="*/ 674846 w 1847850"/>
                <a:gd name="connsiteY206" fmla="*/ 419576 h 571500"/>
                <a:gd name="connsiteX207" fmla="*/ 674846 w 1847850"/>
                <a:gd name="connsiteY207" fmla="*/ 416719 h 571500"/>
                <a:gd name="connsiteX208" fmla="*/ 681514 w 1847850"/>
                <a:gd name="connsiteY208" fmla="*/ 409099 h 571500"/>
                <a:gd name="connsiteX209" fmla="*/ 939641 w 1847850"/>
                <a:gd name="connsiteY209" fmla="*/ 409099 h 571500"/>
                <a:gd name="connsiteX210" fmla="*/ 939641 w 1847850"/>
                <a:gd name="connsiteY210" fmla="*/ 368141 h 571500"/>
                <a:gd name="connsiteX211" fmla="*/ 846296 w 1847850"/>
                <a:gd name="connsiteY211" fmla="*/ 368141 h 571500"/>
                <a:gd name="connsiteX212" fmla="*/ 862489 w 1847850"/>
                <a:gd name="connsiteY212" fmla="*/ 334804 h 571500"/>
                <a:gd name="connsiteX213" fmla="*/ 819626 w 1847850"/>
                <a:gd name="connsiteY213" fmla="*/ 291941 h 571500"/>
                <a:gd name="connsiteX214" fmla="*/ 776764 w 1847850"/>
                <a:gd name="connsiteY214" fmla="*/ 334804 h 571500"/>
                <a:gd name="connsiteX215" fmla="*/ 792956 w 1847850"/>
                <a:gd name="connsiteY215" fmla="*/ 368141 h 571500"/>
                <a:gd name="connsiteX216" fmla="*/ 554831 w 1847850"/>
                <a:gd name="connsiteY216" fmla="*/ 368141 h 571500"/>
                <a:gd name="connsiteX217" fmla="*/ 499586 w 1847850"/>
                <a:gd name="connsiteY217" fmla="*/ 427196 h 571500"/>
                <a:gd name="connsiteX218" fmla="*/ 495776 w 1847850"/>
                <a:gd name="connsiteY218" fmla="*/ 427196 h 571500"/>
                <a:gd name="connsiteX219" fmla="*/ 492919 w 1847850"/>
                <a:gd name="connsiteY219" fmla="*/ 411004 h 571500"/>
                <a:gd name="connsiteX220" fmla="*/ 476726 w 1847850"/>
                <a:gd name="connsiteY220" fmla="*/ 425291 h 571500"/>
                <a:gd name="connsiteX221" fmla="*/ 473869 w 1847850"/>
                <a:gd name="connsiteY221" fmla="*/ 424339 h 571500"/>
                <a:gd name="connsiteX222" fmla="*/ 484346 w 1847850"/>
                <a:gd name="connsiteY222" fmla="*/ 382429 h 571500"/>
                <a:gd name="connsiteX223" fmla="*/ 472916 w 1847850"/>
                <a:gd name="connsiteY223" fmla="*/ 380524 h 571500"/>
                <a:gd name="connsiteX224" fmla="*/ 460534 w 1847850"/>
                <a:gd name="connsiteY224" fmla="*/ 417671 h 571500"/>
                <a:gd name="connsiteX225" fmla="*/ 434816 w 1847850"/>
                <a:gd name="connsiteY225" fmla="*/ 342424 h 571500"/>
                <a:gd name="connsiteX226" fmla="*/ 491966 w 1847850"/>
                <a:gd name="connsiteY226" fmla="*/ 273844 h 571500"/>
                <a:gd name="connsiteX227" fmla="*/ 491966 w 1847850"/>
                <a:gd name="connsiteY227" fmla="*/ 273844 h 571500"/>
                <a:gd name="connsiteX228" fmla="*/ 819626 w 1847850"/>
                <a:gd name="connsiteY228" fmla="*/ 369094 h 571500"/>
                <a:gd name="connsiteX229" fmla="*/ 787241 w 1847850"/>
                <a:gd name="connsiteY229" fmla="*/ 336709 h 571500"/>
                <a:gd name="connsiteX230" fmla="*/ 819626 w 1847850"/>
                <a:gd name="connsiteY230" fmla="*/ 304324 h 571500"/>
                <a:gd name="connsiteX231" fmla="*/ 852011 w 1847850"/>
                <a:gd name="connsiteY231" fmla="*/ 336709 h 571500"/>
                <a:gd name="connsiteX232" fmla="*/ 819626 w 1847850"/>
                <a:gd name="connsiteY232" fmla="*/ 369094 h 571500"/>
                <a:gd name="connsiteX233" fmla="*/ 819626 w 1847850"/>
                <a:gd name="connsiteY233" fmla="*/ 369094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Lst>
              <a:rect l="l" t="t" r="r" b="b"/>
              <a:pathLst>
                <a:path w="1847850" h="571500">
                  <a:moveTo>
                    <a:pt x="7144" y="209074"/>
                  </a:moveTo>
                  <a:cubicBezTo>
                    <a:pt x="7144" y="321469"/>
                    <a:pt x="23336" y="411004"/>
                    <a:pt x="44291" y="411004"/>
                  </a:cubicBezTo>
                  <a:cubicBezTo>
                    <a:pt x="51911" y="411004"/>
                    <a:pt x="61436" y="404336"/>
                    <a:pt x="65246" y="387191"/>
                  </a:cubicBezTo>
                  <a:cubicBezTo>
                    <a:pt x="70009" y="364331"/>
                    <a:pt x="119539" y="284321"/>
                    <a:pt x="232886" y="264319"/>
                  </a:cubicBezTo>
                  <a:cubicBezTo>
                    <a:pt x="272891" y="256699"/>
                    <a:pt x="359569" y="247174"/>
                    <a:pt x="476726" y="240506"/>
                  </a:cubicBezTo>
                  <a:cubicBezTo>
                    <a:pt x="432911" y="243364"/>
                    <a:pt x="397669" y="283369"/>
                    <a:pt x="397669" y="347186"/>
                  </a:cubicBezTo>
                  <a:cubicBezTo>
                    <a:pt x="397669" y="379571"/>
                    <a:pt x="404336" y="405289"/>
                    <a:pt x="415766" y="425291"/>
                  </a:cubicBezTo>
                  <a:cubicBezTo>
                    <a:pt x="405289" y="424339"/>
                    <a:pt x="389096" y="422434"/>
                    <a:pt x="386239" y="421481"/>
                  </a:cubicBezTo>
                  <a:cubicBezTo>
                    <a:pt x="383381" y="420529"/>
                    <a:pt x="372904" y="404336"/>
                    <a:pt x="370999" y="383381"/>
                  </a:cubicBezTo>
                  <a:cubicBezTo>
                    <a:pt x="370046" y="376714"/>
                    <a:pt x="361474" y="368141"/>
                    <a:pt x="357664" y="366236"/>
                  </a:cubicBezTo>
                  <a:cubicBezTo>
                    <a:pt x="353854" y="364331"/>
                    <a:pt x="351949" y="371951"/>
                    <a:pt x="350996" y="374809"/>
                  </a:cubicBezTo>
                  <a:cubicBezTo>
                    <a:pt x="350044" y="377666"/>
                    <a:pt x="348139" y="422434"/>
                    <a:pt x="381476" y="455771"/>
                  </a:cubicBezTo>
                  <a:cubicBezTo>
                    <a:pt x="406241" y="479584"/>
                    <a:pt x="432911" y="489109"/>
                    <a:pt x="467201" y="487204"/>
                  </a:cubicBezTo>
                  <a:cubicBezTo>
                    <a:pt x="469106" y="486251"/>
                    <a:pt x="470059" y="480536"/>
                    <a:pt x="471011" y="477679"/>
                  </a:cubicBezTo>
                  <a:cubicBezTo>
                    <a:pt x="465296" y="476726"/>
                    <a:pt x="457676" y="473869"/>
                    <a:pt x="453866" y="469106"/>
                  </a:cubicBezTo>
                  <a:cubicBezTo>
                    <a:pt x="453866" y="467201"/>
                    <a:pt x="453866" y="464344"/>
                    <a:pt x="452914" y="461486"/>
                  </a:cubicBezTo>
                  <a:cubicBezTo>
                    <a:pt x="463391" y="467201"/>
                    <a:pt x="475774" y="470059"/>
                    <a:pt x="487204" y="470059"/>
                  </a:cubicBezTo>
                  <a:cubicBezTo>
                    <a:pt x="488156" y="470059"/>
                    <a:pt x="491966" y="470059"/>
                    <a:pt x="497681" y="470059"/>
                  </a:cubicBezTo>
                  <a:cubicBezTo>
                    <a:pt x="511016" y="484346"/>
                    <a:pt x="542449" y="481489"/>
                    <a:pt x="547211" y="481489"/>
                  </a:cubicBezTo>
                  <a:cubicBezTo>
                    <a:pt x="546259" y="479584"/>
                    <a:pt x="543401" y="477679"/>
                    <a:pt x="541496" y="476726"/>
                  </a:cubicBezTo>
                  <a:cubicBezTo>
                    <a:pt x="539591" y="475774"/>
                    <a:pt x="531971" y="475774"/>
                    <a:pt x="528161" y="474821"/>
                  </a:cubicBezTo>
                  <a:cubicBezTo>
                    <a:pt x="526256" y="473869"/>
                    <a:pt x="524351" y="471964"/>
                    <a:pt x="522446" y="470059"/>
                  </a:cubicBezTo>
                  <a:cubicBezTo>
                    <a:pt x="606266" y="470059"/>
                    <a:pt x="812006" y="470059"/>
                    <a:pt x="938689" y="470059"/>
                  </a:cubicBezTo>
                  <a:lnTo>
                    <a:pt x="938689" y="561499"/>
                  </a:lnTo>
                  <a:cubicBezTo>
                    <a:pt x="938689" y="566261"/>
                    <a:pt x="952024" y="571976"/>
                    <a:pt x="967264" y="571976"/>
                  </a:cubicBezTo>
                  <a:cubicBezTo>
                    <a:pt x="982504" y="571976"/>
                    <a:pt x="995839" y="566261"/>
                    <a:pt x="995839" y="561499"/>
                  </a:cubicBezTo>
                  <a:lnTo>
                    <a:pt x="995839" y="525304"/>
                  </a:lnTo>
                  <a:cubicBezTo>
                    <a:pt x="996791" y="521494"/>
                    <a:pt x="999649" y="518636"/>
                    <a:pt x="1003459" y="518636"/>
                  </a:cubicBezTo>
                  <a:lnTo>
                    <a:pt x="1012031" y="518636"/>
                  </a:lnTo>
                  <a:cubicBezTo>
                    <a:pt x="1015841" y="518636"/>
                    <a:pt x="1018699" y="521494"/>
                    <a:pt x="1019651" y="525304"/>
                  </a:cubicBezTo>
                  <a:lnTo>
                    <a:pt x="1019651" y="562451"/>
                  </a:lnTo>
                  <a:cubicBezTo>
                    <a:pt x="1019651" y="567214"/>
                    <a:pt x="1032986" y="572929"/>
                    <a:pt x="1048226" y="572929"/>
                  </a:cubicBezTo>
                  <a:cubicBezTo>
                    <a:pt x="1064419" y="572929"/>
                    <a:pt x="1076801" y="567214"/>
                    <a:pt x="1076801" y="562451"/>
                  </a:cubicBezTo>
                  <a:lnTo>
                    <a:pt x="1076801" y="525304"/>
                  </a:lnTo>
                  <a:cubicBezTo>
                    <a:pt x="1077754" y="521494"/>
                    <a:pt x="1080611" y="518636"/>
                    <a:pt x="1084421" y="518636"/>
                  </a:cubicBezTo>
                  <a:lnTo>
                    <a:pt x="1092994" y="518636"/>
                  </a:lnTo>
                  <a:cubicBezTo>
                    <a:pt x="1096804" y="518636"/>
                    <a:pt x="1099661" y="521494"/>
                    <a:pt x="1100614" y="524351"/>
                  </a:cubicBezTo>
                  <a:lnTo>
                    <a:pt x="1100614" y="561499"/>
                  </a:lnTo>
                  <a:cubicBezTo>
                    <a:pt x="1100614" y="566261"/>
                    <a:pt x="1113949" y="571976"/>
                    <a:pt x="1129189" y="571976"/>
                  </a:cubicBezTo>
                  <a:cubicBezTo>
                    <a:pt x="1145381" y="571976"/>
                    <a:pt x="1157764" y="566261"/>
                    <a:pt x="1157764" y="561499"/>
                  </a:cubicBezTo>
                  <a:lnTo>
                    <a:pt x="1157764" y="491014"/>
                  </a:lnTo>
                  <a:lnTo>
                    <a:pt x="1157764" y="491014"/>
                  </a:lnTo>
                  <a:lnTo>
                    <a:pt x="1351121" y="491014"/>
                  </a:lnTo>
                  <a:cubicBezTo>
                    <a:pt x="1377791" y="491014"/>
                    <a:pt x="1397794" y="475774"/>
                    <a:pt x="1402556" y="453866"/>
                  </a:cubicBezTo>
                  <a:cubicBezTo>
                    <a:pt x="1425416" y="452914"/>
                    <a:pt x="1471136" y="451009"/>
                    <a:pt x="1489234" y="449104"/>
                  </a:cubicBezTo>
                  <a:cubicBezTo>
                    <a:pt x="1556861" y="440531"/>
                    <a:pt x="1602581" y="381476"/>
                    <a:pt x="1595914" y="305276"/>
                  </a:cubicBezTo>
                  <a:cubicBezTo>
                    <a:pt x="1594961" y="293846"/>
                    <a:pt x="1593056" y="283369"/>
                    <a:pt x="1590199" y="273844"/>
                  </a:cubicBezTo>
                  <a:cubicBezTo>
                    <a:pt x="1684496" y="273844"/>
                    <a:pt x="1744504" y="273844"/>
                    <a:pt x="1744504" y="273844"/>
                  </a:cubicBezTo>
                  <a:cubicBezTo>
                    <a:pt x="1751171" y="288131"/>
                    <a:pt x="1780699" y="286226"/>
                    <a:pt x="1783556" y="287179"/>
                  </a:cubicBezTo>
                  <a:cubicBezTo>
                    <a:pt x="1784509" y="292894"/>
                    <a:pt x="1795939" y="292894"/>
                    <a:pt x="1801654" y="293846"/>
                  </a:cubicBezTo>
                  <a:cubicBezTo>
                    <a:pt x="1804511" y="295751"/>
                    <a:pt x="1810226" y="302419"/>
                    <a:pt x="1813084" y="303371"/>
                  </a:cubicBezTo>
                  <a:cubicBezTo>
                    <a:pt x="1815941" y="304324"/>
                    <a:pt x="1824514" y="306229"/>
                    <a:pt x="1832134" y="307181"/>
                  </a:cubicBezTo>
                  <a:cubicBezTo>
                    <a:pt x="1835944" y="303371"/>
                    <a:pt x="1840706" y="283369"/>
                    <a:pt x="1840706" y="259556"/>
                  </a:cubicBezTo>
                  <a:cubicBezTo>
                    <a:pt x="1840706" y="235744"/>
                    <a:pt x="1835944" y="215741"/>
                    <a:pt x="1832134" y="211931"/>
                  </a:cubicBezTo>
                  <a:cubicBezTo>
                    <a:pt x="1824514" y="212884"/>
                    <a:pt x="1815941" y="214789"/>
                    <a:pt x="1813084" y="215741"/>
                  </a:cubicBezTo>
                  <a:cubicBezTo>
                    <a:pt x="1810226" y="216694"/>
                    <a:pt x="1804511" y="222409"/>
                    <a:pt x="1801654" y="225266"/>
                  </a:cubicBezTo>
                  <a:cubicBezTo>
                    <a:pt x="1794986" y="226219"/>
                    <a:pt x="1784509" y="226219"/>
                    <a:pt x="1783556" y="231934"/>
                  </a:cubicBezTo>
                  <a:cubicBezTo>
                    <a:pt x="1780699" y="232886"/>
                    <a:pt x="1750219" y="230981"/>
                    <a:pt x="1744504" y="245269"/>
                  </a:cubicBezTo>
                  <a:lnTo>
                    <a:pt x="1578769" y="245269"/>
                  </a:lnTo>
                  <a:cubicBezTo>
                    <a:pt x="1556861" y="205264"/>
                    <a:pt x="1520666" y="189071"/>
                    <a:pt x="1490186" y="186214"/>
                  </a:cubicBezTo>
                  <a:cubicBezTo>
                    <a:pt x="1437799" y="180499"/>
                    <a:pt x="1278731" y="176689"/>
                    <a:pt x="1139666" y="173831"/>
                  </a:cubicBezTo>
                  <a:lnTo>
                    <a:pt x="1139666" y="152876"/>
                  </a:lnTo>
                  <a:cubicBezTo>
                    <a:pt x="1144429" y="151924"/>
                    <a:pt x="1149191" y="150971"/>
                    <a:pt x="1152049" y="150019"/>
                  </a:cubicBezTo>
                  <a:cubicBezTo>
                    <a:pt x="1153954" y="149066"/>
                    <a:pt x="1154906" y="147161"/>
                    <a:pt x="1155859" y="146209"/>
                  </a:cubicBezTo>
                  <a:cubicBezTo>
                    <a:pt x="1156811" y="146209"/>
                    <a:pt x="1156811" y="145256"/>
                    <a:pt x="1157764" y="145256"/>
                  </a:cubicBezTo>
                  <a:cubicBezTo>
                    <a:pt x="1160621" y="144304"/>
                    <a:pt x="1160621" y="141446"/>
                    <a:pt x="1162526" y="139541"/>
                  </a:cubicBezTo>
                  <a:lnTo>
                    <a:pt x="1162526" y="131921"/>
                  </a:lnTo>
                  <a:cubicBezTo>
                    <a:pt x="1160621" y="130016"/>
                    <a:pt x="1160621" y="128111"/>
                    <a:pt x="1157764" y="126206"/>
                  </a:cubicBezTo>
                  <a:cubicBezTo>
                    <a:pt x="1151096" y="123349"/>
                    <a:pt x="1139666" y="121444"/>
                    <a:pt x="1129189" y="121444"/>
                  </a:cubicBezTo>
                  <a:cubicBezTo>
                    <a:pt x="1118711" y="121444"/>
                    <a:pt x="1107281" y="122396"/>
                    <a:pt x="1100614" y="126206"/>
                  </a:cubicBezTo>
                  <a:cubicBezTo>
                    <a:pt x="1097756" y="127159"/>
                    <a:pt x="1097756" y="130016"/>
                    <a:pt x="1095851" y="131921"/>
                  </a:cubicBezTo>
                  <a:lnTo>
                    <a:pt x="1095851" y="139541"/>
                  </a:lnTo>
                  <a:cubicBezTo>
                    <a:pt x="1097756" y="141446"/>
                    <a:pt x="1097756" y="143351"/>
                    <a:pt x="1100614" y="145256"/>
                  </a:cubicBezTo>
                  <a:cubicBezTo>
                    <a:pt x="1101566" y="145256"/>
                    <a:pt x="1101566" y="146209"/>
                    <a:pt x="1102519" y="146209"/>
                  </a:cubicBezTo>
                  <a:cubicBezTo>
                    <a:pt x="1103471" y="147161"/>
                    <a:pt x="1104424" y="149066"/>
                    <a:pt x="1106329" y="150019"/>
                  </a:cubicBezTo>
                  <a:cubicBezTo>
                    <a:pt x="1109186" y="151924"/>
                    <a:pt x="1113949" y="152876"/>
                    <a:pt x="1118711" y="152876"/>
                  </a:cubicBezTo>
                  <a:lnTo>
                    <a:pt x="1118711" y="173831"/>
                  </a:lnTo>
                  <a:cubicBezTo>
                    <a:pt x="1097756" y="173831"/>
                    <a:pt x="1077754" y="172879"/>
                    <a:pt x="1058704" y="172879"/>
                  </a:cubicBezTo>
                  <a:lnTo>
                    <a:pt x="1058704" y="152876"/>
                  </a:lnTo>
                  <a:cubicBezTo>
                    <a:pt x="1063466" y="151924"/>
                    <a:pt x="1068229" y="150971"/>
                    <a:pt x="1071086" y="150019"/>
                  </a:cubicBezTo>
                  <a:cubicBezTo>
                    <a:pt x="1072991" y="149066"/>
                    <a:pt x="1073944" y="147161"/>
                    <a:pt x="1074896" y="146209"/>
                  </a:cubicBezTo>
                  <a:cubicBezTo>
                    <a:pt x="1075849" y="146209"/>
                    <a:pt x="1075849" y="145256"/>
                    <a:pt x="1076801" y="145256"/>
                  </a:cubicBezTo>
                  <a:cubicBezTo>
                    <a:pt x="1079659" y="144304"/>
                    <a:pt x="1079659" y="141446"/>
                    <a:pt x="1081564" y="139541"/>
                  </a:cubicBezTo>
                  <a:lnTo>
                    <a:pt x="1081564" y="131921"/>
                  </a:lnTo>
                  <a:cubicBezTo>
                    <a:pt x="1079659" y="130016"/>
                    <a:pt x="1079659" y="128111"/>
                    <a:pt x="1076801" y="126206"/>
                  </a:cubicBezTo>
                  <a:cubicBezTo>
                    <a:pt x="1070134" y="123349"/>
                    <a:pt x="1058704" y="121444"/>
                    <a:pt x="1048226" y="121444"/>
                  </a:cubicBezTo>
                  <a:cubicBezTo>
                    <a:pt x="1037749" y="121444"/>
                    <a:pt x="1026319" y="122396"/>
                    <a:pt x="1019651" y="126206"/>
                  </a:cubicBezTo>
                  <a:cubicBezTo>
                    <a:pt x="1016794" y="127159"/>
                    <a:pt x="1016794" y="130016"/>
                    <a:pt x="1014889" y="131921"/>
                  </a:cubicBezTo>
                  <a:lnTo>
                    <a:pt x="1014889" y="139541"/>
                  </a:lnTo>
                  <a:cubicBezTo>
                    <a:pt x="1016794" y="141446"/>
                    <a:pt x="1016794" y="143351"/>
                    <a:pt x="1019651" y="145256"/>
                  </a:cubicBezTo>
                  <a:cubicBezTo>
                    <a:pt x="1020604" y="145256"/>
                    <a:pt x="1020604" y="146209"/>
                    <a:pt x="1021556" y="146209"/>
                  </a:cubicBezTo>
                  <a:cubicBezTo>
                    <a:pt x="1022509" y="147161"/>
                    <a:pt x="1023461" y="149066"/>
                    <a:pt x="1025366" y="150019"/>
                  </a:cubicBezTo>
                  <a:cubicBezTo>
                    <a:pt x="1028224" y="151924"/>
                    <a:pt x="1032986" y="152876"/>
                    <a:pt x="1037749" y="152876"/>
                  </a:cubicBezTo>
                  <a:lnTo>
                    <a:pt x="1037749" y="171926"/>
                  </a:lnTo>
                  <a:cubicBezTo>
                    <a:pt x="1015841" y="171926"/>
                    <a:pt x="994886" y="170974"/>
                    <a:pt x="977741" y="170974"/>
                  </a:cubicBezTo>
                  <a:lnTo>
                    <a:pt x="977741" y="152876"/>
                  </a:lnTo>
                  <a:cubicBezTo>
                    <a:pt x="982504" y="151924"/>
                    <a:pt x="987266" y="150971"/>
                    <a:pt x="990124" y="150019"/>
                  </a:cubicBezTo>
                  <a:cubicBezTo>
                    <a:pt x="992029" y="149066"/>
                    <a:pt x="992981" y="147161"/>
                    <a:pt x="993934" y="146209"/>
                  </a:cubicBezTo>
                  <a:cubicBezTo>
                    <a:pt x="994886" y="146209"/>
                    <a:pt x="994886" y="145256"/>
                    <a:pt x="995839" y="145256"/>
                  </a:cubicBezTo>
                  <a:cubicBezTo>
                    <a:pt x="998696" y="144304"/>
                    <a:pt x="998696" y="141446"/>
                    <a:pt x="1000601" y="139541"/>
                  </a:cubicBezTo>
                  <a:lnTo>
                    <a:pt x="1000601" y="131921"/>
                  </a:lnTo>
                  <a:cubicBezTo>
                    <a:pt x="998696" y="130016"/>
                    <a:pt x="998696" y="128111"/>
                    <a:pt x="995839" y="126206"/>
                  </a:cubicBezTo>
                  <a:cubicBezTo>
                    <a:pt x="989171" y="123349"/>
                    <a:pt x="977741" y="121444"/>
                    <a:pt x="967264" y="121444"/>
                  </a:cubicBezTo>
                  <a:cubicBezTo>
                    <a:pt x="956786" y="121444"/>
                    <a:pt x="945356" y="122396"/>
                    <a:pt x="938689" y="126206"/>
                  </a:cubicBezTo>
                  <a:cubicBezTo>
                    <a:pt x="935831" y="127159"/>
                    <a:pt x="935831" y="130016"/>
                    <a:pt x="933926" y="131921"/>
                  </a:cubicBezTo>
                  <a:lnTo>
                    <a:pt x="933926" y="139541"/>
                  </a:lnTo>
                  <a:cubicBezTo>
                    <a:pt x="935831" y="141446"/>
                    <a:pt x="935831" y="143351"/>
                    <a:pt x="938689" y="145256"/>
                  </a:cubicBezTo>
                  <a:cubicBezTo>
                    <a:pt x="939641" y="145256"/>
                    <a:pt x="939641" y="146209"/>
                    <a:pt x="940594" y="146209"/>
                  </a:cubicBezTo>
                  <a:cubicBezTo>
                    <a:pt x="941546" y="147161"/>
                    <a:pt x="942499" y="149066"/>
                    <a:pt x="944404" y="150019"/>
                  </a:cubicBezTo>
                  <a:cubicBezTo>
                    <a:pt x="947261" y="151924"/>
                    <a:pt x="952024" y="152876"/>
                    <a:pt x="956786" y="152876"/>
                  </a:cubicBezTo>
                  <a:lnTo>
                    <a:pt x="956786" y="170974"/>
                  </a:lnTo>
                  <a:cubicBezTo>
                    <a:pt x="921544" y="170021"/>
                    <a:pt x="899636" y="170021"/>
                    <a:pt x="898684" y="170021"/>
                  </a:cubicBezTo>
                  <a:cubicBezTo>
                    <a:pt x="886301" y="165259"/>
                    <a:pt x="861536" y="155734"/>
                    <a:pt x="859631" y="155734"/>
                  </a:cubicBezTo>
                  <a:cubicBezTo>
                    <a:pt x="857726" y="154781"/>
                    <a:pt x="846296" y="155734"/>
                    <a:pt x="841534" y="156686"/>
                  </a:cubicBezTo>
                  <a:cubicBezTo>
                    <a:pt x="839629" y="157639"/>
                    <a:pt x="838676" y="165259"/>
                    <a:pt x="838676" y="170974"/>
                  </a:cubicBezTo>
                  <a:cubicBezTo>
                    <a:pt x="554831" y="172879"/>
                    <a:pt x="251936" y="147161"/>
                    <a:pt x="220504" y="144304"/>
                  </a:cubicBezTo>
                  <a:cubicBezTo>
                    <a:pt x="102394" y="132874"/>
                    <a:pt x="68104" y="49054"/>
                    <a:pt x="65246" y="30956"/>
                  </a:cubicBezTo>
                  <a:cubicBezTo>
                    <a:pt x="61436" y="13811"/>
                    <a:pt x="51911" y="7144"/>
                    <a:pt x="44291" y="7144"/>
                  </a:cubicBezTo>
                  <a:cubicBezTo>
                    <a:pt x="24289" y="7144"/>
                    <a:pt x="7144" y="96679"/>
                    <a:pt x="7144" y="209074"/>
                  </a:cubicBezTo>
                  <a:lnTo>
                    <a:pt x="7144" y="209074"/>
                  </a:lnTo>
                  <a:close/>
                  <a:moveTo>
                    <a:pt x="1078706" y="273844"/>
                  </a:moveTo>
                  <a:lnTo>
                    <a:pt x="1102519" y="273844"/>
                  </a:lnTo>
                  <a:lnTo>
                    <a:pt x="1102519" y="324326"/>
                  </a:lnTo>
                  <a:cubicBezTo>
                    <a:pt x="1101566" y="328136"/>
                    <a:pt x="1098709" y="330994"/>
                    <a:pt x="1094899" y="330994"/>
                  </a:cubicBezTo>
                  <a:lnTo>
                    <a:pt x="1086326" y="330994"/>
                  </a:lnTo>
                  <a:cubicBezTo>
                    <a:pt x="1082516" y="330994"/>
                    <a:pt x="1079659" y="328136"/>
                    <a:pt x="1078706" y="325279"/>
                  </a:cubicBezTo>
                  <a:lnTo>
                    <a:pt x="1078706" y="273844"/>
                  </a:lnTo>
                  <a:lnTo>
                    <a:pt x="1078706" y="273844"/>
                  </a:lnTo>
                  <a:close/>
                  <a:moveTo>
                    <a:pt x="1078706" y="399574"/>
                  </a:moveTo>
                  <a:lnTo>
                    <a:pt x="1078706" y="367189"/>
                  </a:lnTo>
                  <a:cubicBezTo>
                    <a:pt x="1079659" y="363379"/>
                    <a:pt x="1082516" y="361474"/>
                    <a:pt x="1086326" y="361474"/>
                  </a:cubicBezTo>
                  <a:lnTo>
                    <a:pt x="1094899" y="361474"/>
                  </a:lnTo>
                  <a:cubicBezTo>
                    <a:pt x="1098709" y="361474"/>
                    <a:pt x="1101566" y="364331"/>
                    <a:pt x="1102519" y="368141"/>
                  </a:cubicBezTo>
                  <a:lnTo>
                    <a:pt x="1102519" y="403384"/>
                  </a:lnTo>
                  <a:cubicBezTo>
                    <a:pt x="1096804" y="402431"/>
                    <a:pt x="1090136" y="400526"/>
                    <a:pt x="1086326" y="400526"/>
                  </a:cubicBezTo>
                  <a:cubicBezTo>
                    <a:pt x="1086326" y="398621"/>
                    <a:pt x="1082516" y="398621"/>
                    <a:pt x="1078706" y="399574"/>
                  </a:cubicBezTo>
                  <a:lnTo>
                    <a:pt x="1078706" y="399574"/>
                  </a:lnTo>
                  <a:close/>
                  <a:moveTo>
                    <a:pt x="1021556" y="423386"/>
                  </a:moveTo>
                  <a:cubicBezTo>
                    <a:pt x="1014889" y="426244"/>
                    <a:pt x="1007269" y="428149"/>
                    <a:pt x="997744" y="429101"/>
                  </a:cubicBezTo>
                  <a:lnTo>
                    <a:pt x="997744" y="367189"/>
                  </a:lnTo>
                  <a:cubicBezTo>
                    <a:pt x="998696" y="363379"/>
                    <a:pt x="1001554" y="360521"/>
                    <a:pt x="1005364" y="360521"/>
                  </a:cubicBezTo>
                  <a:lnTo>
                    <a:pt x="1013936" y="360521"/>
                  </a:lnTo>
                  <a:cubicBezTo>
                    <a:pt x="1017746" y="360521"/>
                    <a:pt x="1020604" y="363379"/>
                    <a:pt x="1021556" y="367189"/>
                  </a:cubicBezTo>
                  <a:lnTo>
                    <a:pt x="1021556" y="423386"/>
                  </a:lnTo>
                  <a:lnTo>
                    <a:pt x="1021556" y="423386"/>
                  </a:lnTo>
                  <a:close/>
                  <a:moveTo>
                    <a:pt x="997744" y="273844"/>
                  </a:moveTo>
                  <a:lnTo>
                    <a:pt x="1021556" y="273844"/>
                  </a:lnTo>
                  <a:lnTo>
                    <a:pt x="1021556" y="323374"/>
                  </a:lnTo>
                  <a:cubicBezTo>
                    <a:pt x="1020604" y="327184"/>
                    <a:pt x="1017746" y="330041"/>
                    <a:pt x="1013936" y="330041"/>
                  </a:cubicBezTo>
                  <a:lnTo>
                    <a:pt x="1005364" y="330041"/>
                  </a:lnTo>
                  <a:cubicBezTo>
                    <a:pt x="1001554" y="330041"/>
                    <a:pt x="998696" y="327184"/>
                    <a:pt x="997744" y="323374"/>
                  </a:cubicBezTo>
                  <a:lnTo>
                    <a:pt x="997744" y="273844"/>
                  </a:lnTo>
                  <a:lnTo>
                    <a:pt x="997744" y="273844"/>
                  </a:lnTo>
                  <a:close/>
                  <a:moveTo>
                    <a:pt x="1332071" y="388144"/>
                  </a:moveTo>
                  <a:lnTo>
                    <a:pt x="1242536" y="388144"/>
                  </a:lnTo>
                  <a:cubicBezTo>
                    <a:pt x="1277779" y="362426"/>
                    <a:pt x="1255871" y="326231"/>
                    <a:pt x="1253014" y="320516"/>
                  </a:cubicBezTo>
                  <a:cubicBezTo>
                    <a:pt x="1250156" y="314801"/>
                    <a:pt x="1251109" y="312896"/>
                    <a:pt x="1252061" y="309086"/>
                  </a:cubicBezTo>
                  <a:cubicBezTo>
                    <a:pt x="1252061" y="306229"/>
                    <a:pt x="1260634" y="300514"/>
                    <a:pt x="1260634" y="300514"/>
                  </a:cubicBezTo>
                  <a:lnTo>
                    <a:pt x="1253966" y="288131"/>
                  </a:lnTo>
                  <a:cubicBezTo>
                    <a:pt x="1252061" y="290036"/>
                    <a:pt x="1244441" y="294799"/>
                    <a:pt x="1243489" y="296704"/>
                  </a:cubicBezTo>
                  <a:cubicBezTo>
                    <a:pt x="1238726" y="304324"/>
                    <a:pt x="1240631" y="311944"/>
                    <a:pt x="1244441" y="317659"/>
                  </a:cubicBezTo>
                  <a:cubicBezTo>
                    <a:pt x="1248251" y="322421"/>
                    <a:pt x="1269206" y="366236"/>
                    <a:pt x="1228249" y="374809"/>
                  </a:cubicBezTo>
                  <a:cubicBezTo>
                    <a:pt x="1213961" y="377666"/>
                    <a:pt x="1193006" y="373856"/>
                    <a:pt x="1186339" y="352901"/>
                  </a:cubicBezTo>
                  <a:cubicBezTo>
                    <a:pt x="1179671" y="333851"/>
                    <a:pt x="1184434" y="311944"/>
                    <a:pt x="1182529" y="307181"/>
                  </a:cubicBezTo>
                  <a:cubicBezTo>
                    <a:pt x="1180624" y="302419"/>
                    <a:pt x="1175861" y="299561"/>
                    <a:pt x="1171099" y="296704"/>
                  </a:cubicBezTo>
                  <a:lnTo>
                    <a:pt x="1162526" y="307181"/>
                  </a:lnTo>
                  <a:cubicBezTo>
                    <a:pt x="1162526" y="307181"/>
                    <a:pt x="1168241" y="310039"/>
                    <a:pt x="1171099" y="314801"/>
                  </a:cubicBezTo>
                  <a:cubicBezTo>
                    <a:pt x="1173004" y="318611"/>
                    <a:pt x="1173004" y="320516"/>
                    <a:pt x="1173004" y="322421"/>
                  </a:cubicBezTo>
                  <a:cubicBezTo>
                    <a:pt x="1169194" y="320516"/>
                    <a:pt x="1163479" y="318611"/>
                    <a:pt x="1161574" y="318611"/>
                  </a:cubicBezTo>
                  <a:lnTo>
                    <a:pt x="1161574" y="343376"/>
                  </a:lnTo>
                  <a:cubicBezTo>
                    <a:pt x="1161574" y="343376"/>
                    <a:pt x="1169194" y="344329"/>
                    <a:pt x="1175861" y="350996"/>
                  </a:cubicBezTo>
                  <a:cubicBezTo>
                    <a:pt x="1178719" y="362426"/>
                    <a:pt x="1186339" y="377666"/>
                    <a:pt x="1199674" y="387191"/>
                  </a:cubicBezTo>
                  <a:lnTo>
                    <a:pt x="1161574" y="387191"/>
                  </a:lnTo>
                  <a:lnTo>
                    <a:pt x="1161574" y="272891"/>
                  </a:lnTo>
                  <a:cubicBezTo>
                    <a:pt x="1308259" y="272891"/>
                    <a:pt x="1451134" y="272891"/>
                    <a:pt x="1558766" y="272891"/>
                  </a:cubicBezTo>
                  <a:cubicBezTo>
                    <a:pt x="1563529" y="283369"/>
                    <a:pt x="1566386" y="294799"/>
                    <a:pt x="1568291" y="308134"/>
                  </a:cubicBezTo>
                  <a:cubicBezTo>
                    <a:pt x="1574959" y="365284"/>
                    <a:pt x="1537811" y="405289"/>
                    <a:pt x="1493996" y="412909"/>
                  </a:cubicBezTo>
                  <a:cubicBezTo>
                    <a:pt x="1480661" y="415766"/>
                    <a:pt x="1423511" y="420529"/>
                    <a:pt x="1403509" y="421481"/>
                  </a:cubicBezTo>
                  <a:cubicBezTo>
                    <a:pt x="1391126" y="396716"/>
                    <a:pt x="1357789" y="388144"/>
                    <a:pt x="1332071" y="388144"/>
                  </a:cubicBezTo>
                  <a:lnTo>
                    <a:pt x="1332071" y="388144"/>
                  </a:lnTo>
                  <a:close/>
                  <a:moveTo>
                    <a:pt x="1160621" y="438626"/>
                  </a:moveTo>
                  <a:lnTo>
                    <a:pt x="1160621" y="427196"/>
                  </a:lnTo>
                  <a:cubicBezTo>
                    <a:pt x="1161574" y="427196"/>
                    <a:pt x="1339691" y="426244"/>
                    <a:pt x="1348264" y="427196"/>
                  </a:cubicBezTo>
                  <a:cubicBezTo>
                    <a:pt x="1356836" y="428149"/>
                    <a:pt x="1357789" y="433864"/>
                    <a:pt x="1360646" y="438626"/>
                  </a:cubicBezTo>
                  <a:lnTo>
                    <a:pt x="1160621" y="438626"/>
                  </a:lnTo>
                  <a:lnTo>
                    <a:pt x="1160621" y="438626"/>
                  </a:lnTo>
                  <a:close/>
                  <a:moveTo>
                    <a:pt x="997744" y="471011"/>
                  </a:moveTo>
                  <a:cubicBezTo>
                    <a:pt x="1007269" y="471011"/>
                    <a:pt x="1014889" y="471011"/>
                    <a:pt x="1021556" y="471011"/>
                  </a:cubicBezTo>
                  <a:lnTo>
                    <a:pt x="1021556" y="491014"/>
                  </a:lnTo>
                  <a:cubicBezTo>
                    <a:pt x="1020604" y="494824"/>
                    <a:pt x="1017746" y="497681"/>
                    <a:pt x="1013936" y="497681"/>
                  </a:cubicBezTo>
                  <a:lnTo>
                    <a:pt x="1005364" y="497681"/>
                  </a:lnTo>
                  <a:cubicBezTo>
                    <a:pt x="1001554" y="497681"/>
                    <a:pt x="998696" y="494824"/>
                    <a:pt x="997744" y="491014"/>
                  </a:cubicBezTo>
                  <a:lnTo>
                    <a:pt x="997744" y="471011"/>
                  </a:lnTo>
                  <a:lnTo>
                    <a:pt x="997744" y="471011"/>
                  </a:lnTo>
                  <a:close/>
                  <a:moveTo>
                    <a:pt x="540544" y="429101"/>
                  </a:moveTo>
                  <a:cubicBezTo>
                    <a:pt x="544354" y="422434"/>
                    <a:pt x="541496" y="411004"/>
                    <a:pt x="564356" y="410051"/>
                  </a:cubicBezTo>
                  <a:cubicBezTo>
                    <a:pt x="571024" y="410051"/>
                    <a:pt x="602456" y="410051"/>
                    <a:pt x="644366" y="410051"/>
                  </a:cubicBezTo>
                  <a:cubicBezTo>
                    <a:pt x="648176" y="411004"/>
                    <a:pt x="651034" y="413861"/>
                    <a:pt x="651034" y="417671"/>
                  </a:cubicBezTo>
                  <a:lnTo>
                    <a:pt x="651034" y="420529"/>
                  </a:lnTo>
                  <a:cubicBezTo>
                    <a:pt x="651034" y="424339"/>
                    <a:pt x="648176" y="428149"/>
                    <a:pt x="644366" y="429101"/>
                  </a:cubicBezTo>
                  <a:lnTo>
                    <a:pt x="540544" y="429101"/>
                  </a:lnTo>
                  <a:lnTo>
                    <a:pt x="540544" y="429101"/>
                  </a:lnTo>
                  <a:close/>
                  <a:moveTo>
                    <a:pt x="491966" y="273844"/>
                  </a:moveTo>
                  <a:cubicBezTo>
                    <a:pt x="501491" y="273844"/>
                    <a:pt x="702469" y="273844"/>
                    <a:pt x="939641" y="273844"/>
                  </a:cubicBezTo>
                  <a:lnTo>
                    <a:pt x="939641" y="428149"/>
                  </a:lnTo>
                  <a:lnTo>
                    <a:pt x="681514" y="428149"/>
                  </a:lnTo>
                  <a:cubicBezTo>
                    <a:pt x="677704" y="427196"/>
                    <a:pt x="674846" y="424339"/>
                    <a:pt x="674846" y="419576"/>
                  </a:cubicBezTo>
                  <a:lnTo>
                    <a:pt x="674846" y="416719"/>
                  </a:lnTo>
                  <a:cubicBezTo>
                    <a:pt x="674846" y="412909"/>
                    <a:pt x="677704" y="409099"/>
                    <a:pt x="681514" y="409099"/>
                  </a:cubicBezTo>
                  <a:cubicBezTo>
                    <a:pt x="792004" y="409099"/>
                    <a:pt x="939641" y="409099"/>
                    <a:pt x="939641" y="409099"/>
                  </a:cubicBezTo>
                  <a:lnTo>
                    <a:pt x="939641" y="368141"/>
                  </a:lnTo>
                  <a:lnTo>
                    <a:pt x="846296" y="368141"/>
                  </a:lnTo>
                  <a:cubicBezTo>
                    <a:pt x="855821" y="360521"/>
                    <a:pt x="862489" y="348139"/>
                    <a:pt x="862489" y="334804"/>
                  </a:cubicBezTo>
                  <a:cubicBezTo>
                    <a:pt x="862489" y="310991"/>
                    <a:pt x="843439" y="291941"/>
                    <a:pt x="819626" y="291941"/>
                  </a:cubicBezTo>
                  <a:cubicBezTo>
                    <a:pt x="795814" y="291941"/>
                    <a:pt x="776764" y="310991"/>
                    <a:pt x="776764" y="334804"/>
                  </a:cubicBezTo>
                  <a:cubicBezTo>
                    <a:pt x="776764" y="348139"/>
                    <a:pt x="783431" y="360521"/>
                    <a:pt x="792956" y="368141"/>
                  </a:cubicBezTo>
                  <a:lnTo>
                    <a:pt x="554831" y="368141"/>
                  </a:lnTo>
                  <a:cubicBezTo>
                    <a:pt x="541496" y="368141"/>
                    <a:pt x="499586" y="376714"/>
                    <a:pt x="499586" y="427196"/>
                  </a:cubicBezTo>
                  <a:lnTo>
                    <a:pt x="495776" y="427196"/>
                  </a:lnTo>
                  <a:cubicBezTo>
                    <a:pt x="493871" y="422434"/>
                    <a:pt x="491014" y="415766"/>
                    <a:pt x="492919" y="411004"/>
                  </a:cubicBezTo>
                  <a:cubicBezTo>
                    <a:pt x="490061" y="412909"/>
                    <a:pt x="481489" y="414814"/>
                    <a:pt x="476726" y="425291"/>
                  </a:cubicBezTo>
                  <a:cubicBezTo>
                    <a:pt x="475774" y="425291"/>
                    <a:pt x="474821" y="424339"/>
                    <a:pt x="473869" y="424339"/>
                  </a:cubicBezTo>
                  <a:cubicBezTo>
                    <a:pt x="476726" y="413861"/>
                    <a:pt x="482441" y="389096"/>
                    <a:pt x="484346" y="382429"/>
                  </a:cubicBezTo>
                  <a:cubicBezTo>
                    <a:pt x="481489" y="380524"/>
                    <a:pt x="474821" y="379571"/>
                    <a:pt x="472916" y="380524"/>
                  </a:cubicBezTo>
                  <a:cubicBezTo>
                    <a:pt x="471011" y="383381"/>
                    <a:pt x="464344" y="399574"/>
                    <a:pt x="460534" y="417671"/>
                  </a:cubicBezTo>
                  <a:cubicBezTo>
                    <a:pt x="443389" y="404336"/>
                    <a:pt x="434816" y="378619"/>
                    <a:pt x="434816" y="342424"/>
                  </a:cubicBezTo>
                  <a:cubicBezTo>
                    <a:pt x="435769" y="298609"/>
                    <a:pt x="459581" y="273844"/>
                    <a:pt x="491966" y="273844"/>
                  </a:cubicBezTo>
                  <a:lnTo>
                    <a:pt x="491966" y="273844"/>
                  </a:lnTo>
                  <a:close/>
                  <a:moveTo>
                    <a:pt x="819626" y="369094"/>
                  </a:moveTo>
                  <a:cubicBezTo>
                    <a:pt x="801529" y="369094"/>
                    <a:pt x="787241" y="354806"/>
                    <a:pt x="787241" y="336709"/>
                  </a:cubicBezTo>
                  <a:cubicBezTo>
                    <a:pt x="787241" y="318611"/>
                    <a:pt x="801529" y="304324"/>
                    <a:pt x="819626" y="304324"/>
                  </a:cubicBezTo>
                  <a:cubicBezTo>
                    <a:pt x="837724" y="304324"/>
                    <a:pt x="852011" y="318611"/>
                    <a:pt x="852011" y="336709"/>
                  </a:cubicBezTo>
                  <a:cubicBezTo>
                    <a:pt x="852011" y="354806"/>
                    <a:pt x="837724" y="369094"/>
                    <a:pt x="819626" y="369094"/>
                  </a:cubicBezTo>
                  <a:lnTo>
                    <a:pt x="819626" y="369094"/>
                  </a:ln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nvGrpSpPr>
            <p:cNvPr id="92" name="Group 11">
              <a:extLst>
                <a:ext uri="{FF2B5EF4-FFF2-40B4-BE49-F238E27FC236}">
                  <a16:creationId xmlns:a16="http://schemas.microsoft.com/office/drawing/2014/main" id="{68B0A0DE-5748-A857-ECCC-8C8BD6B5C5A7}"/>
                </a:ext>
              </a:extLst>
            </p:cNvPr>
            <p:cNvGrpSpPr>
              <a:grpSpLocks/>
            </p:cNvGrpSpPr>
            <p:nvPr/>
          </p:nvGrpSpPr>
          <p:grpSpPr bwMode="auto">
            <a:xfrm>
              <a:off x="1114944" y="4582116"/>
              <a:ext cx="1213307" cy="966312"/>
              <a:chOff x="1114944" y="4582116"/>
              <a:chExt cx="1213307" cy="966312"/>
            </a:xfrm>
            <a:grpFill/>
          </p:grpSpPr>
          <p:sp>
            <p:nvSpPr>
              <p:cNvPr id="99" name="Freeform: Shape 98">
                <a:extLst>
                  <a:ext uri="{FF2B5EF4-FFF2-40B4-BE49-F238E27FC236}">
                    <a16:creationId xmlns:a16="http://schemas.microsoft.com/office/drawing/2014/main" id="{AD73B448-E5A2-B555-4AD5-22FA66A8389A}"/>
                  </a:ext>
                </a:extLst>
              </p:cNvPr>
              <p:cNvSpPr/>
              <p:nvPr/>
            </p:nvSpPr>
            <p:spPr>
              <a:xfrm rot="17539451">
                <a:off x="1328827" y="4466512"/>
                <a:ext cx="759816" cy="1189529"/>
              </a:xfrm>
              <a:custGeom>
                <a:avLst/>
                <a:gdLst>
                  <a:gd name="connsiteX0" fmla="*/ 1317784 w 1323975"/>
                  <a:gd name="connsiteY0" fmla="*/ 1857851 h 2076450"/>
                  <a:gd name="connsiteX1" fmla="*/ 1104424 w 1323975"/>
                  <a:gd name="connsiteY1" fmla="*/ 2073116 h 2076450"/>
                  <a:gd name="connsiteX2" fmla="*/ 228124 w 1323975"/>
                  <a:gd name="connsiteY2" fmla="*/ 2075974 h 2076450"/>
                  <a:gd name="connsiteX3" fmla="*/ 12859 w 1323975"/>
                  <a:gd name="connsiteY3" fmla="*/ 1862614 h 2076450"/>
                  <a:gd name="connsiteX4" fmla="*/ 7144 w 1323975"/>
                  <a:gd name="connsiteY4" fmla="*/ 225266 h 2076450"/>
                  <a:gd name="connsiteX5" fmla="*/ 220504 w 1323975"/>
                  <a:gd name="connsiteY5" fmla="*/ 10001 h 2076450"/>
                  <a:gd name="connsiteX6" fmla="*/ 1096804 w 1323975"/>
                  <a:gd name="connsiteY6" fmla="*/ 7144 h 2076450"/>
                  <a:gd name="connsiteX7" fmla="*/ 1312069 w 1323975"/>
                  <a:gd name="connsiteY7" fmla="*/ 220504 h 2076450"/>
                  <a:gd name="connsiteX8" fmla="*/ 1317784 w 1323975"/>
                  <a:gd name="connsiteY8" fmla="*/ 1857851 h 207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3975" h="2076450">
                    <a:moveTo>
                      <a:pt x="1317784" y="1857851"/>
                    </a:moveTo>
                    <a:cubicBezTo>
                      <a:pt x="1317784" y="1975961"/>
                      <a:pt x="1221581" y="2073116"/>
                      <a:pt x="1104424" y="2073116"/>
                    </a:cubicBezTo>
                    <a:lnTo>
                      <a:pt x="228124" y="2075974"/>
                    </a:lnTo>
                    <a:cubicBezTo>
                      <a:pt x="110014" y="2075974"/>
                      <a:pt x="12859" y="1979771"/>
                      <a:pt x="12859" y="1862614"/>
                    </a:cubicBezTo>
                    <a:lnTo>
                      <a:pt x="7144" y="225266"/>
                    </a:lnTo>
                    <a:cubicBezTo>
                      <a:pt x="7144" y="107156"/>
                      <a:pt x="103346" y="10954"/>
                      <a:pt x="220504" y="10001"/>
                    </a:cubicBezTo>
                    <a:lnTo>
                      <a:pt x="1096804" y="7144"/>
                    </a:lnTo>
                    <a:cubicBezTo>
                      <a:pt x="1214914" y="7144"/>
                      <a:pt x="1312069" y="103346"/>
                      <a:pt x="1312069" y="220504"/>
                    </a:cubicBezTo>
                    <a:lnTo>
                      <a:pt x="1317784" y="1857851"/>
                    </a:ln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sp>
            <p:nvSpPr>
              <p:cNvPr id="100" name="Freeform: Shape 99">
                <a:extLst>
                  <a:ext uri="{FF2B5EF4-FFF2-40B4-BE49-F238E27FC236}">
                    <a16:creationId xmlns:a16="http://schemas.microsoft.com/office/drawing/2014/main" id="{76F998D0-21E5-D248-10B9-40073F707FFE}"/>
                  </a:ext>
                </a:extLst>
              </p:cNvPr>
              <p:cNvSpPr/>
              <p:nvPr/>
            </p:nvSpPr>
            <p:spPr>
              <a:xfrm rot="17539451">
                <a:off x="1217701" y="4694051"/>
                <a:ext cx="571449" cy="571482"/>
              </a:xfrm>
              <a:custGeom>
                <a:avLst/>
                <a:gdLst>
                  <a:gd name="connsiteX0" fmla="*/ 504352 w 1000125"/>
                  <a:gd name="connsiteY0" fmla="*/ 998699 h 1000125"/>
                  <a:gd name="connsiteX1" fmla="*/ 7147 w 1000125"/>
                  <a:gd name="connsiteY1" fmla="*/ 504352 h 1000125"/>
                  <a:gd name="connsiteX2" fmla="*/ 501494 w 1000125"/>
                  <a:gd name="connsiteY2" fmla="*/ 7147 h 1000125"/>
                  <a:gd name="connsiteX3" fmla="*/ 998699 w 1000125"/>
                  <a:gd name="connsiteY3" fmla="*/ 501494 h 1000125"/>
                  <a:gd name="connsiteX4" fmla="*/ 504352 w 1000125"/>
                  <a:gd name="connsiteY4" fmla="*/ 998699 h 1000125"/>
                  <a:gd name="connsiteX5" fmla="*/ 501494 w 1000125"/>
                  <a:gd name="connsiteY5" fmla="*/ 83347 h 1000125"/>
                  <a:gd name="connsiteX6" fmla="*/ 83347 w 1000125"/>
                  <a:gd name="connsiteY6" fmla="*/ 504352 h 1000125"/>
                  <a:gd name="connsiteX7" fmla="*/ 504352 w 1000125"/>
                  <a:gd name="connsiteY7" fmla="*/ 922499 h 1000125"/>
                  <a:gd name="connsiteX8" fmla="*/ 922499 w 1000125"/>
                  <a:gd name="connsiteY8" fmla="*/ 501494 h 1000125"/>
                  <a:gd name="connsiteX9" fmla="*/ 501494 w 1000125"/>
                  <a:gd name="connsiteY9" fmla="*/ 83347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125" h="1000125">
                    <a:moveTo>
                      <a:pt x="504352" y="998699"/>
                    </a:moveTo>
                    <a:cubicBezTo>
                      <a:pt x="230984" y="999652"/>
                      <a:pt x="8099" y="777719"/>
                      <a:pt x="7147" y="504352"/>
                    </a:cubicBezTo>
                    <a:cubicBezTo>
                      <a:pt x="6194" y="230984"/>
                      <a:pt x="228127" y="8099"/>
                      <a:pt x="501494" y="7147"/>
                    </a:cubicBezTo>
                    <a:cubicBezTo>
                      <a:pt x="774862" y="6194"/>
                      <a:pt x="997747" y="228127"/>
                      <a:pt x="998699" y="501494"/>
                    </a:cubicBezTo>
                    <a:cubicBezTo>
                      <a:pt x="999652" y="774862"/>
                      <a:pt x="777719" y="997747"/>
                      <a:pt x="504352" y="998699"/>
                    </a:cubicBezTo>
                    <a:close/>
                    <a:moveTo>
                      <a:pt x="501494" y="83347"/>
                    </a:moveTo>
                    <a:cubicBezTo>
                      <a:pt x="270037" y="84299"/>
                      <a:pt x="82394" y="272894"/>
                      <a:pt x="83347" y="504352"/>
                    </a:cubicBezTo>
                    <a:cubicBezTo>
                      <a:pt x="84299" y="735809"/>
                      <a:pt x="272894" y="923452"/>
                      <a:pt x="504352" y="922499"/>
                    </a:cubicBezTo>
                    <a:cubicBezTo>
                      <a:pt x="735809" y="921547"/>
                      <a:pt x="923452" y="732952"/>
                      <a:pt x="922499" y="501494"/>
                    </a:cubicBezTo>
                    <a:cubicBezTo>
                      <a:pt x="922499" y="270037"/>
                      <a:pt x="732952" y="82394"/>
                      <a:pt x="501494" y="83347"/>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1" name="Freeform: Shape 100">
                <a:extLst>
                  <a:ext uri="{FF2B5EF4-FFF2-40B4-BE49-F238E27FC236}">
                    <a16:creationId xmlns:a16="http://schemas.microsoft.com/office/drawing/2014/main" id="{E099BABD-5C65-7C85-1475-016BA59C69AF}"/>
                  </a:ext>
                </a:extLst>
              </p:cNvPr>
              <p:cNvSpPr/>
              <p:nvPr/>
            </p:nvSpPr>
            <p:spPr>
              <a:xfrm rot="17539451">
                <a:off x="1245215" y="4719450"/>
                <a:ext cx="518537" cy="518568"/>
              </a:xfrm>
              <a:custGeom>
                <a:avLst/>
                <a:gdLst>
                  <a:gd name="connsiteX0" fmla="*/ 900592 w 904875"/>
                  <a:gd name="connsiteY0" fmla="*/ 451965 h 904875"/>
                  <a:gd name="connsiteX1" fmla="*/ 455775 w 904875"/>
                  <a:gd name="connsiteY1" fmla="*/ 900592 h 904875"/>
                  <a:gd name="connsiteX2" fmla="*/ 7147 w 904875"/>
                  <a:gd name="connsiteY2" fmla="*/ 455775 h 904875"/>
                  <a:gd name="connsiteX3" fmla="*/ 451965 w 904875"/>
                  <a:gd name="connsiteY3" fmla="*/ 7147 h 904875"/>
                  <a:gd name="connsiteX4" fmla="*/ 900592 w 904875"/>
                  <a:gd name="connsiteY4" fmla="*/ 451965 h 904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875" h="904875">
                    <a:moveTo>
                      <a:pt x="900592" y="451965"/>
                    </a:moveTo>
                    <a:cubicBezTo>
                      <a:pt x="901545" y="698662"/>
                      <a:pt x="702472" y="899640"/>
                      <a:pt x="455775" y="900592"/>
                    </a:cubicBezTo>
                    <a:cubicBezTo>
                      <a:pt x="209077" y="901545"/>
                      <a:pt x="8100" y="702472"/>
                      <a:pt x="7147" y="455775"/>
                    </a:cubicBezTo>
                    <a:cubicBezTo>
                      <a:pt x="6195" y="209077"/>
                      <a:pt x="205267" y="8100"/>
                      <a:pt x="451965" y="7147"/>
                    </a:cubicBezTo>
                    <a:cubicBezTo>
                      <a:pt x="698662" y="6195"/>
                      <a:pt x="899640" y="205267"/>
                      <a:pt x="900592" y="451965"/>
                    </a:cubicBezTo>
                    <a:close/>
                  </a:path>
                </a:pathLst>
              </a:custGeom>
              <a:grpFill/>
              <a:ln w="12700" cap="flat" cmpd="sng" algn="ctr">
                <a:solidFill>
                  <a:srgbClr val="FFFFFF"/>
                </a:solidFill>
                <a:prstDash val="solid"/>
                <a:miter lim="800000"/>
              </a:ln>
              <a:effec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Arial"/>
                </a:endParaRPr>
              </a:p>
            </p:txBody>
          </p:sp>
          <p:sp>
            <p:nvSpPr>
              <p:cNvPr id="102" name="Freeform: Shape 101">
                <a:extLst>
                  <a:ext uri="{FF2B5EF4-FFF2-40B4-BE49-F238E27FC236}">
                    <a16:creationId xmlns:a16="http://schemas.microsoft.com/office/drawing/2014/main" id="{6D2B8168-CCB2-F21B-B359-53B102AA25AC}"/>
                  </a:ext>
                </a:extLst>
              </p:cNvPr>
              <p:cNvSpPr/>
              <p:nvPr/>
            </p:nvSpPr>
            <p:spPr>
              <a:xfrm rot="17539451">
                <a:off x="1331991" y="4804114"/>
                <a:ext cx="349219" cy="349238"/>
              </a:xfrm>
              <a:custGeom>
                <a:avLst/>
                <a:gdLst>
                  <a:gd name="connsiteX0" fmla="*/ 209079 w 609600"/>
                  <a:gd name="connsiteY0" fmla="*/ 587216 h 609600"/>
                  <a:gd name="connsiteX1" fmla="*/ 7149 w 609600"/>
                  <a:gd name="connsiteY1" fmla="*/ 306229 h 609600"/>
                  <a:gd name="connsiteX2" fmla="*/ 304329 w 609600"/>
                  <a:gd name="connsiteY2" fmla="*/ 7144 h 609600"/>
                  <a:gd name="connsiteX3" fmla="*/ 400531 w 609600"/>
                  <a:gd name="connsiteY3" fmla="*/ 22384 h 609600"/>
                  <a:gd name="connsiteX4" fmla="*/ 603414 w 609600"/>
                  <a:gd name="connsiteY4" fmla="*/ 303371 h 609600"/>
                  <a:gd name="connsiteX5" fmla="*/ 306234 w 609600"/>
                  <a:gd name="connsiteY5" fmla="*/ 603409 h 609600"/>
                  <a:gd name="connsiteX6" fmla="*/ 209079 w 609600"/>
                  <a:gd name="connsiteY6" fmla="*/ 587216 h 609600"/>
                  <a:gd name="connsiteX7" fmla="*/ 376719 w 609600"/>
                  <a:gd name="connsiteY7" fmla="*/ 92869 h 609600"/>
                  <a:gd name="connsiteX8" fmla="*/ 304329 w 609600"/>
                  <a:gd name="connsiteY8" fmla="*/ 81439 h 609600"/>
                  <a:gd name="connsiteX9" fmla="*/ 81444 w 609600"/>
                  <a:gd name="connsiteY9" fmla="*/ 306229 h 609600"/>
                  <a:gd name="connsiteX10" fmla="*/ 233844 w 609600"/>
                  <a:gd name="connsiteY10" fmla="*/ 517684 h 609600"/>
                  <a:gd name="connsiteX11" fmla="*/ 306234 w 609600"/>
                  <a:gd name="connsiteY11" fmla="*/ 529114 h 609600"/>
                  <a:gd name="connsiteX12" fmla="*/ 529119 w 609600"/>
                  <a:gd name="connsiteY12" fmla="*/ 304324 h 609600"/>
                  <a:gd name="connsiteX13" fmla="*/ 376719 w 609600"/>
                  <a:gd name="connsiteY13" fmla="*/ 92869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9600" h="609600">
                    <a:moveTo>
                      <a:pt x="209079" y="587216"/>
                    </a:moveTo>
                    <a:cubicBezTo>
                      <a:pt x="89064" y="546259"/>
                      <a:pt x="7149" y="433864"/>
                      <a:pt x="7149" y="306229"/>
                    </a:cubicBezTo>
                    <a:cubicBezTo>
                      <a:pt x="6196" y="141446"/>
                      <a:pt x="139546" y="8096"/>
                      <a:pt x="304329" y="7144"/>
                    </a:cubicBezTo>
                    <a:cubicBezTo>
                      <a:pt x="337666" y="7144"/>
                      <a:pt x="370051" y="11906"/>
                      <a:pt x="400531" y="22384"/>
                    </a:cubicBezTo>
                    <a:cubicBezTo>
                      <a:pt x="521499" y="63341"/>
                      <a:pt x="602461" y="176689"/>
                      <a:pt x="603414" y="303371"/>
                    </a:cubicBezTo>
                    <a:cubicBezTo>
                      <a:pt x="603414" y="468154"/>
                      <a:pt x="470064" y="602456"/>
                      <a:pt x="306234" y="603409"/>
                    </a:cubicBezTo>
                    <a:cubicBezTo>
                      <a:pt x="272896" y="603409"/>
                      <a:pt x="240511" y="597694"/>
                      <a:pt x="209079" y="587216"/>
                    </a:cubicBezTo>
                    <a:close/>
                    <a:moveTo>
                      <a:pt x="376719" y="92869"/>
                    </a:moveTo>
                    <a:cubicBezTo>
                      <a:pt x="353859" y="85249"/>
                      <a:pt x="329094" y="81439"/>
                      <a:pt x="304329" y="81439"/>
                    </a:cubicBezTo>
                    <a:cubicBezTo>
                      <a:pt x="180504" y="81439"/>
                      <a:pt x="80491" y="182404"/>
                      <a:pt x="81444" y="306229"/>
                    </a:cubicBezTo>
                    <a:cubicBezTo>
                      <a:pt x="81444" y="401479"/>
                      <a:pt x="142404" y="487204"/>
                      <a:pt x="233844" y="517684"/>
                    </a:cubicBezTo>
                    <a:cubicBezTo>
                      <a:pt x="257656" y="525304"/>
                      <a:pt x="281469" y="529114"/>
                      <a:pt x="306234" y="529114"/>
                    </a:cubicBezTo>
                    <a:cubicBezTo>
                      <a:pt x="430059" y="529114"/>
                      <a:pt x="530071" y="428149"/>
                      <a:pt x="529119" y="304324"/>
                    </a:cubicBezTo>
                    <a:cubicBezTo>
                      <a:pt x="528166" y="208121"/>
                      <a:pt x="467206" y="123349"/>
                      <a:pt x="376719" y="92869"/>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3" name="Freeform: Shape 102">
                <a:extLst>
                  <a:ext uri="{FF2B5EF4-FFF2-40B4-BE49-F238E27FC236}">
                    <a16:creationId xmlns:a16="http://schemas.microsoft.com/office/drawing/2014/main" id="{BF5FBC4B-C9B6-EF2B-8DFB-4B14598C42CF}"/>
                  </a:ext>
                </a:extLst>
              </p:cNvPr>
              <p:cNvSpPr/>
              <p:nvPr/>
            </p:nvSpPr>
            <p:spPr>
              <a:xfrm rot="17539451">
                <a:off x="1455805" y="4934284"/>
                <a:ext cx="93125" cy="91014"/>
              </a:xfrm>
              <a:custGeom>
                <a:avLst/>
                <a:gdLst>
                  <a:gd name="connsiteX0" fmla="*/ 163354 w 161925"/>
                  <a:gd name="connsiteY0" fmla="*/ 85249 h 161925"/>
                  <a:gd name="connsiteX1" fmla="*/ 85249 w 161925"/>
                  <a:gd name="connsiteY1" fmla="*/ 163354 h 161925"/>
                  <a:gd name="connsiteX2" fmla="*/ 7144 w 161925"/>
                  <a:gd name="connsiteY2" fmla="*/ 85249 h 161925"/>
                  <a:gd name="connsiteX3" fmla="*/ 85249 w 161925"/>
                  <a:gd name="connsiteY3" fmla="*/ 7144 h 161925"/>
                  <a:gd name="connsiteX4" fmla="*/ 163354 w 161925"/>
                  <a:gd name="connsiteY4" fmla="*/ 85249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354" y="85249"/>
                    </a:moveTo>
                    <a:cubicBezTo>
                      <a:pt x="163354" y="128111"/>
                      <a:pt x="129064" y="163354"/>
                      <a:pt x="85249" y="163354"/>
                    </a:cubicBezTo>
                    <a:cubicBezTo>
                      <a:pt x="42386" y="163354"/>
                      <a:pt x="7144" y="129064"/>
                      <a:pt x="7144" y="85249"/>
                    </a:cubicBezTo>
                    <a:cubicBezTo>
                      <a:pt x="7144" y="42386"/>
                      <a:pt x="41434" y="7144"/>
                      <a:pt x="85249" y="7144"/>
                    </a:cubicBezTo>
                    <a:cubicBezTo>
                      <a:pt x="128111" y="8096"/>
                      <a:pt x="162401" y="42386"/>
                      <a:pt x="163354" y="85249"/>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4" name="Freeform: Shape 103">
                <a:extLst>
                  <a:ext uri="{FF2B5EF4-FFF2-40B4-BE49-F238E27FC236}">
                    <a16:creationId xmlns:a16="http://schemas.microsoft.com/office/drawing/2014/main" id="{3AFFA9B3-C7C5-BBC5-C80F-5A4B131469DB}"/>
                  </a:ext>
                </a:extLst>
              </p:cNvPr>
              <p:cNvSpPr/>
              <p:nvPr/>
            </p:nvSpPr>
            <p:spPr>
              <a:xfrm rot="17539451">
                <a:off x="1792354" y="4976605"/>
                <a:ext cx="404246" cy="402154"/>
              </a:xfrm>
              <a:custGeom>
                <a:avLst/>
                <a:gdLst>
                  <a:gd name="connsiteX0" fmla="*/ 354811 w 704850"/>
                  <a:gd name="connsiteY0" fmla="*/ 700568 h 704850"/>
                  <a:gd name="connsiteX1" fmla="*/ 7148 w 704850"/>
                  <a:gd name="connsiteY1" fmla="*/ 354811 h 704850"/>
                  <a:gd name="connsiteX2" fmla="*/ 352906 w 704850"/>
                  <a:gd name="connsiteY2" fmla="*/ 7148 h 704850"/>
                  <a:gd name="connsiteX3" fmla="*/ 700568 w 704850"/>
                  <a:gd name="connsiteY3" fmla="*/ 352906 h 704850"/>
                  <a:gd name="connsiteX4" fmla="*/ 354811 w 704850"/>
                  <a:gd name="connsiteY4" fmla="*/ 700568 h 704850"/>
                  <a:gd name="connsiteX5" fmla="*/ 352906 w 704850"/>
                  <a:gd name="connsiteY5" fmla="*/ 71918 h 704850"/>
                  <a:gd name="connsiteX6" fmla="*/ 71918 w 704850"/>
                  <a:gd name="connsiteY6" fmla="*/ 354811 h 704850"/>
                  <a:gd name="connsiteX7" fmla="*/ 354811 w 704850"/>
                  <a:gd name="connsiteY7" fmla="*/ 635798 h 704850"/>
                  <a:gd name="connsiteX8" fmla="*/ 635798 w 704850"/>
                  <a:gd name="connsiteY8" fmla="*/ 352906 h 704850"/>
                  <a:gd name="connsiteX9" fmla="*/ 352906 w 704850"/>
                  <a:gd name="connsiteY9" fmla="*/ 71918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4850" h="704850">
                    <a:moveTo>
                      <a:pt x="354811" y="700568"/>
                    </a:moveTo>
                    <a:cubicBezTo>
                      <a:pt x="163358" y="701521"/>
                      <a:pt x="7148" y="546263"/>
                      <a:pt x="7148" y="354811"/>
                    </a:cubicBezTo>
                    <a:cubicBezTo>
                      <a:pt x="6196" y="163358"/>
                      <a:pt x="161453" y="7148"/>
                      <a:pt x="352906" y="7148"/>
                    </a:cubicBezTo>
                    <a:cubicBezTo>
                      <a:pt x="544358" y="6196"/>
                      <a:pt x="699616" y="161453"/>
                      <a:pt x="700568" y="352906"/>
                    </a:cubicBezTo>
                    <a:cubicBezTo>
                      <a:pt x="701521" y="543406"/>
                      <a:pt x="546263" y="699616"/>
                      <a:pt x="354811" y="700568"/>
                    </a:cubicBezTo>
                    <a:close/>
                    <a:moveTo>
                      <a:pt x="352906" y="71918"/>
                    </a:moveTo>
                    <a:cubicBezTo>
                      <a:pt x="197648" y="72871"/>
                      <a:pt x="70966" y="199553"/>
                      <a:pt x="71918" y="354811"/>
                    </a:cubicBezTo>
                    <a:cubicBezTo>
                      <a:pt x="72871" y="510068"/>
                      <a:pt x="199553" y="636751"/>
                      <a:pt x="354811" y="635798"/>
                    </a:cubicBezTo>
                    <a:cubicBezTo>
                      <a:pt x="510068" y="634846"/>
                      <a:pt x="636751" y="508163"/>
                      <a:pt x="635798" y="352906"/>
                    </a:cubicBezTo>
                    <a:cubicBezTo>
                      <a:pt x="635798" y="196696"/>
                      <a:pt x="508163" y="70966"/>
                      <a:pt x="352906" y="71918"/>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5" name="Freeform: Shape 104">
                <a:extLst>
                  <a:ext uri="{FF2B5EF4-FFF2-40B4-BE49-F238E27FC236}">
                    <a16:creationId xmlns:a16="http://schemas.microsoft.com/office/drawing/2014/main" id="{095B875D-467D-7841-C41E-056082FC5FDF}"/>
                  </a:ext>
                </a:extLst>
              </p:cNvPr>
              <p:cNvSpPr/>
              <p:nvPr/>
            </p:nvSpPr>
            <p:spPr>
              <a:xfrm rot="17539451">
                <a:off x="1818809" y="5003063"/>
                <a:ext cx="349219" cy="349238"/>
              </a:xfrm>
              <a:custGeom>
                <a:avLst/>
                <a:gdLst>
                  <a:gd name="connsiteX0" fmla="*/ 607224 w 609600"/>
                  <a:gd name="connsiteY0" fmla="*/ 306234 h 609600"/>
                  <a:gd name="connsiteX1" fmla="*/ 308139 w 609600"/>
                  <a:gd name="connsiteY1" fmla="*/ 607224 h 609600"/>
                  <a:gd name="connsiteX2" fmla="*/ 7149 w 609600"/>
                  <a:gd name="connsiteY2" fmla="*/ 308139 h 609600"/>
                  <a:gd name="connsiteX3" fmla="*/ 306234 w 609600"/>
                  <a:gd name="connsiteY3" fmla="*/ 7149 h 609600"/>
                  <a:gd name="connsiteX4" fmla="*/ 607224 w 609600"/>
                  <a:gd name="connsiteY4" fmla="*/ 30623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 h="609600">
                    <a:moveTo>
                      <a:pt x="607224" y="306234"/>
                    </a:moveTo>
                    <a:cubicBezTo>
                      <a:pt x="608176" y="471969"/>
                      <a:pt x="473874" y="607224"/>
                      <a:pt x="308139" y="607224"/>
                    </a:cubicBezTo>
                    <a:cubicBezTo>
                      <a:pt x="142404" y="608176"/>
                      <a:pt x="7149" y="473874"/>
                      <a:pt x="7149" y="308139"/>
                    </a:cubicBezTo>
                    <a:cubicBezTo>
                      <a:pt x="6196" y="142404"/>
                      <a:pt x="140499" y="7149"/>
                      <a:pt x="306234" y="7149"/>
                    </a:cubicBezTo>
                    <a:cubicBezTo>
                      <a:pt x="471969" y="6196"/>
                      <a:pt x="606271" y="140499"/>
                      <a:pt x="607224" y="306234"/>
                    </a:cubicBezTo>
                    <a:close/>
                  </a:path>
                </a:pathLst>
              </a:custGeom>
              <a:grpFill/>
              <a:ln w="12700" cap="flat" cmpd="sng" algn="ctr">
                <a:solidFill>
                  <a:srgbClr val="DAEDEF"/>
                </a:solidFill>
                <a:prstDash val="solid"/>
                <a:miter lim="800000"/>
              </a:ln>
              <a:effec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06" name="Freeform: Shape 105">
                <a:extLst>
                  <a:ext uri="{FF2B5EF4-FFF2-40B4-BE49-F238E27FC236}">
                    <a16:creationId xmlns:a16="http://schemas.microsoft.com/office/drawing/2014/main" id="{036C4F37-22A7-63A1-4FED-F6344FC207CA}"/>
                  </a:ext>
                </a:extLst>
              </p:cNvPr>
              <p:cNvSpPr/>
              <p:nvPr/>
            </p:nvSpPr>
            <p:spPr>
              <a:xfrm rot="17539451">
                <a:off x="1891828" y="5078202"/>
                <a:ext cx="203182" cy="201078"/>
              </a:xfrm>
              <a:custGeom>
                <a:avLst/>
                <a:gdLst>
                  <a:gd name="connsiteX0" fmla="*/ 124301 w 352425"/>
                  <a:gd name="connsiteY0" fmla="*/ 343376 h 352425"/>
                  <a:gd name="connsiteX1" fmla="*/ 7144 w 352425"/>
                  <a:gd name="connsiteY1" fmla="*/ 180499 h 352425"/>
                  <a:gd name="connsiteX2" fmla="*/ 179546 w 352425"/>
                  <a:gd name="connsiteY2" fmla="*/ 7144 h 352425"/>
                  <a:gd name="connsiteX3" fmla="*/ 235744 w 352425"/>
                  <a:gd name="connsiteY3" fmla="*/ 16669 h 352425"/>
                  <a:gd name="connsiteX4" fmla="*/ 352901 w 352425"/>
                  <a:gd name="connsiteY4" fmla="*/ 179546 h 352425"/>
                  <a:gd name="connsiteX5" fmla="*/ 302419 w 352425"/>
                  <a:gd name="connsiteY5" fmla="*/ 301466 h 352425"/>
                  <a:gd name="connsiteX6" fmla="*/ 180499 w 352425"/>
                  <a:gd name="connsiteY6" fmla="*/ 352901 h 352425"/>
                  <a:gd name="connsiteX7" fmla="*/ 124301 w 352425"/>
                  <a:gd name="connsiteY7" fmla="*/ 343376 h 352425"/>
                  <a:gd name="connsiteX8" fmla="*/ 215741 w 352425"/>
                  <a:gd name="connsiteY8" fmla="*/ 72866 h 352425"/>
                  <a:gd name="connsiteX9" fmla="*/ 179546 w 352425"/>
                  <a:gd name="connsiteY9" fmla="*/ 67151 h 352425"/>
                  <a:gd name="connsiteX10" fmla="*/ 68104 w 352425"/>
                  <a:gd name="connsiteY10" fmla="*/ 179546 h 352425"/>
                  <a:gd name="connsiteX11" fmla="*/ 144304 w 352425"/>
                  <a:gd name="connsiteY11" fmla="*/ 285274 h 352425"/>
                  <a:gd name="connsiteX12" fmla="*/ 180499 w 352425"/>
                  <a:gd name="connsiteY12" fmla="*/ 290989 h 352425"/>
                  <a:gd name="connsiteX13" fmla="*/ 291941 w 352425"/>
                  <a:gd name="connsiteY13" fmla="*/ 178594 h 352425"/>
                  <a:gd name="connsiteX14" fmla="*/ 215741 w 352425"/>
                  <a:gd name="connsiteY14" fmla="*/ 72866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2425" h="352425">
                    <a:moveTo>
                      <a:pt x="124301" y="343376"/>
                    </a:moveTo>
                    <a:cubicBezTo>
                      <a:pt x="54769" y="319564"/>
                      <a:pt x="7144" y="253841"/>
                      <a:pt x="7144" y="180499"/>
                    </a:cubicBezTo>
                    <a:cubicBezTo>
                      <a:pt x="7144" y="85249"/>
                      <a:pt x="84296" y="7144"/>
                      <a:pt x="179546" y="7144"/>
                    </a:cubicBezTo>
                    <a:cubicBezTo>
                      <a:pt x="198596" y="7144"/>
                      <a:pt x="217646" y="10001"/>
                      <a:pt x="235744" y="16669"/>
                    </a:cubicBezTo>
                    <a:cubicBezTo>
                      <a:pt x="305276" y="40481"/>
                      <a:pt x="352901" y="106204"/>
                      <a:pt x="352901" y="179546"/>
                    </a:cubicBezTo>
                    <a:cubicBezTo>
                      <a:pt x="352901" y="225266"/>
                      <a:pt x="334804" y="269081"/>
                      <a:pt x="302419" y="301466"/>
                    </a:cubicBezTo>
                    <a:cubicBezTo>
                      <a:pt x="270034" y="333851"/>
                      <a:pt x="226219" y="351949"/>
                      <a:pt x="180499" y="352901"/>
                    </a:cubicBezTo>
                    <a:cubicBezTo>
                      <a:pt x="161449" y="351949"/>
                      <a:pt x="142399" y="349091"/>
                      <a:pt x="124301" y="343376"/>
                    </a:cubicBezTo>
                    <a:close/>
                    <a:moveTo>
                      <a:pt x="215741" y="72866"/>
                    </a:moveTo>
                    <a:cubicBezTo>
                      <a:pt x="204311" y="69056"/>
                      <a:pt x="191929" y="67151"/>
                      <a:pt x="179546" y="67151"/>
                    </a:cubicBezTo>
                    <a:cubicBezTo>
                      <a:pt x="117634" y="67151"/>
                      <a:pt x="67151" y="117634"/>
                      <a:pt x="68104" y="179546"/>
                    </a:cubicBezTo>
                    <a:cubicBezTo>
                      <a:pt x="68104" y="227171"/>
                      <a:pt x="98584" y="270034"/>
                      <a:pt x="144304" y="285274"/>
                    </a:cubicBezTo>
                    <a:cubicBezTo>
                      <a:pt x="155734" y="289084"/>
                      <a:pt x="168116" y="290989"/>
                      <a:pt x="180499" y="290989"/>
                    </a:cubicBezTo>
                    <a:cubicBezTo>
                      <a:pt x="242411" y="290989"/>
                      <a:pt x="292894" y="240506"/>
                      <a:pt x="291941" y="178594"/>
                    </a:cubicBezTo>
                    <a:cubicBezTo>
                      <a:pt x="291941" y="130969"/>
                      <a:pt x="261461" y="88106"/>
                      <a:pt x="215741" y="72866"/>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7" name="Freeform: Shape 106">
                <a:extLst>
                  <a:ext uri="{FF2B5EF4-FFF2-40B4-BE49-F238E27FC236}">
                    <a16:creationId xmlns:a16="http://schemas.microsoft.com/office/drawing/2014/main" id="{50C81E16-11D2-156A-B234-3BA84C1677BB}"/>
                  </a:ext>
                </a:extLst>
              </p:cNvPr>
              <p:cNvSpPr/>
              <p:nvPr/>
            </p:nvSpPr>
            <p:spPr>
              <a:xfrm rot="17539451">
                <a:off x="1960614" y="5144874"/>
                <a:ext cx="65610" cy="65615"/>
              </a:xfrm>
              <a:custGeom>
                <a:avLst/>
                <a:gdLst>
                  <a:gd name="connsiteX0" fmla="*/ 111919 w 114300"/>
                  <a:gd name="connsiteY0" fmla="*/ 59531 h 114300"/>
                  <a:gd name="connsiteX1" fmla="*/ 59531 w 114300"/>
                  <a:gd name="connsiteY1" fmla="*/ 111919 h 114300"/>
                  <a:gd name="connsiteX2" fmla="*/ 7144 w 114300"/>
                  <a:gd name="connsiteY2" fmla="*/ 59531 h 114300"/>
                  <a:gd name="connsiteX3" fmla="*/ 59531 w 114300"/>
                  <a:gd name="connsiteY3" fmla="*/ 7144 h 114300"/>
                  <a:gd name="connsiteX4" fmla="*/ 111919 w 114300"/>
                  <a:gd name="connsiteY4" fmla="*/ 5953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1919" y="59531"/>
                    </a:moveTo>
                    <a:cubicBezTo>
                      <a:pt x="111919" y="88106"/>
                      <a:pt x="89059" y="111919"/>
                      <a:pt x="59531" y="111919"/>
                    </a:cubicBezTo>
                    <a:cubicBezTo>
                      <a:pt x="30956" y="111919"/>
                      <a:pt x="7144" y="89059"/>
                      <a:pt x="7144" y="59531"/>
                    </a:cubicBezTo>
                    <a:cubicBezTo>
                      <a:pt x="7144" y="30956"/>
                      <a:pt x="30004" y="7144"/>
                      <a:pt x="59531" y="7144"/>
                    </a:cubicBezTo>
                    <a:cubicBezTo>
                      <a:pt x="88106" y="7144"/>
                      <a:pt x="111919" y="30004"/>
                      <a:pt x="111919" y="59531"/>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8" name="Freeform: Shape 107">
                <a:extLst>
                  <a:ext uri="{FF2B5EF4-FFF2-40B4-BE49-F238E27FC236}">
                    <a16:creationId xmlns:a16="http://schemas.microsoft.com/office/drawing/2014/main" id="{9DEBC4DA-DB6E-CFF9-DDDC-C546B5715701}"/>
                  </a:ext>
                </a:extLst>
              </p:cNvPr>
              <p:cNvSpPr/>
              <p:nvPr/>
            </p:nvSpPr>
            <p:spPr>
              <a:xfrm rot="17539451">
                <a:off x="1119266" y="5099370"/>
                <a:ext cx="65610" cy="63498"/>
              </a:xfrm>
              <a:custGeom>
                <a:avLst/>
                <a:gdLst>
                  <a:gd name="connsiteX0" fmla="*/ 111919 w 114300"/>
                  <a:gd name="connsiteY0" fmla="*/ 59531 h 114300"/>
                  <a:gd name="connsiteX1" fmla="*/ 59531 w 114300"/>
                  <a:gd name="connsiteY1" fmla="*/ 111919 h 114300"/>
                  <a:gd name="connsiteX2" fmla="*/ 7144 w 114300"/>
                  <a:gd name="connsiteY2" fmla="*/ 59531 h 114300"/>
                  <a:gd name="connsiteX3" fmla="*/ 59531 w 114300"/>
                  <a:gd name="connsiteY3" fmla="*/ 7144 h 114300"/>
                  <a:gd name="connsiteX4" fmla="*/ 111919 w 114300"/>
                  <a:gd name="connsiteY4" fmla="*/ 5953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1919" y="59531"/>
                    </a:moveTo>
                    <a:cubicBezTo>
                      <a:pt x="111919" y="88106"/>
                      <a:pt x="89059" y="111919"/>
                      <a:pt x="59531" y="111919"/>
                    </a:cubicBezTo>
                    <a:cubicBezTo>
                      <a:pt x="30956" y="111919"/>
                      <a:pt x="7144" y="89059"/>
                      <a:pt x="7144" y="59531"/>
                    </a:cubicBezTo>
                    <a:cubicBezTo>
                      <a:pt x="7144" y="30956"/>
                      <a:pt x="30004" y="7144"/>
                      <a:pt x="59531" y="7144"/>
                    </a:cubicBezTo>
                    <a:cubicBezTo>
                      <a:pt x="88106" y="7144"/>
                      <a:pt x="111919" y="30956"/>
                      <a:pt x="111919" y="59531"/>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09" name="Freeform: Shape 108">
                <a:extLst>
                  <a:ext uri="{FF2B5EF4-FFF2-40B4-BE49-F238E27FC236}">
                    <a16:creationId xmlns:a16="http://schemas.microsoft.com/office/drawing/2014/main" id="{598EEE67-3B4E-9DE9-08B9-60D455B1AE31}"/>
                  </a:ext>
                </a:extLst>
              </p:cNvPr>
              <p:cNvSpPr/>
              <p:nvPr/>
            </p:nvSpPr>
            <p:spPr>
              <a:xfrm rot="17539451">
                <a:off x="1336216" y="4581893"/>
                <a:ext cx="65610" cy="65614"/>
              </a:xfrm>
              <a:custGeom>
                <a:avLst/>
                <a:gdLst>
                  <a:gd name="connsiteX0" fmla="*/ 111919 w 114300"/>
                  <a:gd name="connsiteY0" fmla="*/ 59531 h 114300"/>
                  <a:gd name="connsiteX1" fmla="*/ 59531 w 114300"/>
                  <a:gd name="connsiteY1" fmla="*/ 111919 h 114300"/>
                  <a:gd name="connsiteX2" fmla="*/ 7144 w 114300"/>
                  <a:gd name="connsiteY2" fmla="*/ 59531 h 114300"/>
                  <a:gd name="connsiteX3" fmla="*/ 59531 w 114300"/>
                  <a:gd name="connsiteY3" fmla="*/ 7144 h 114300"/>
                  <a:gd name="connsiteX4" fmla="*/ 111919 w 114300"/>
                  <a:gd name="connsiteY4" fmla="*/ 5953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1919" y="59531"/>
                    </a:moveTo>
                    <a:cubicBezTo>
                      <a:pt x="111919" y="88106"/>
                      <a:pt x="89059" y="111919"/>
                      <a:pt x="59531" y="111919"/>
                    </a:cubicBezTo>
                    <a:cubicBezTo>
                      <a:pt x="30956" y="111919"/>
                      <a:pt x="7144" y="89059"/>
                      <a:pt x="7144" y="59531"/>
                    </a:cubicBezTo>
                    <a:cubicBezTo>
                      <a:pt x="7144" y="30956"/>
                      <a:pt x="30004" y="7144"/>
                      <a:pt x="59531" y="7144"/>
                    </a:cubicBezTo>
                    <a:cubicBezTo>
                      <a:pt x="88106" y="7144"/>
                      <a:pt x="110966" y="30004"/>
                      <a:pt x="111919" y="59531"/>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10" name="Freeform: Shape 109">
                <a:extLst>
                  <a:ext uri="{FF2B5EF4-FFF2-40B4-BE49-F238E27FC236}">
                    <a16:creationId xmlns:a16="http://schemas.microsoft.com/office/drawing/2014/main" id="{057305E8-D9CE-A0F3-91F7-6A8874386141}"/>
                  </a:ext>
                </a:extLst>
              </p:cNvPr>
              <p:cNvSpPr/>
              <p:nvPr/>
            </p:nvSpPr>
            <p:spPr>
              <a:xfrm rot="17539451">
                <a:off x="2047394" y="5483512"/>
                <a:ext cx="65610" cy="65614"/>
              </a:xfrm>
              <a:custGeom>
                <a:avLst/>
                <a:gdLst>
                  <a:gd name="connsiteX0" fmla="*/ 111919 w 114300"/>
                  <a:gd name="connsiteY0" fmla="*/ 59531 h 114300"/>
                  <a:gd name="connsiteX1" fmla="*/ 59531 w 114300"/>
                  <a:gd name="connsiteY1" fmla="*/ 111919 h 114300"/>
                  <a:gd name="connsiteX2" fmla="*/ 7144 w 114300"/>
                  <a:gd name="connsiteY2" fmla="*/ 59531 h 114300"/>
                  <a:gd name="connsiteX3" fmla="*/ 59531 w 114300"/>
                  <a:gd name="connsiteY3" fmla="*/ 7144 h 114300"/>
                  <a:gd name="connsiteX4" fmla="*/ 111919 w 114300"/>
                  <a:gd name="connsiteY4" fmla="*/ 5953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1919" y="59531"/>
                    </a:moveTo>
                    <a:cubicBezTo>
                      <a:pt x="111919" y="88106"/>
                      <a:pt x="89059" y="111919"/>
                      <a:pt x="59531" y="111919"/>
                    </a:cubicBezTo>
                    <a:cubicBezTo>
                      <a:pt x="30956" y="111919"/>
                      <a:pt x="7144" y="89059"/>
                      <a:pt x="7144" y="59531"/>
                    </a:cubicBezTo>
                    <a:cubicBezTo>
                      <a:pt x="7144" y="30956"/>
                      <a:pt x="30004" y="7144"/>
                      <a:pt x="59531" y="7144"/>
                    </a:cubicBezTo>
                    <a:cubicBezTo>
                      <a:pt x="88106" y="7144"/>
                      <a:pt x="111919" y="30956"/>
                      <a:pt x="111919" y="59531"/>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11" name="Freeform: Shape 110">
                <a:extLst>
                  <a:ext uri="{FF2B5EF4-FFF2-40B4-BE49-F238E27FC236}">
                    <a16:creationId xmlns:a16="http://schemas.microsoft.com/office/drawing/2014/main" id="{BDEA2717-424E-AC49-B91B-A0E7D8ED5B4D}"/>
                  </a:ext>
                </a:extLst>
              </p:cNvPr>
              <p:cNvSpPr/>
              <p:nvPr/>
            </p:nvSpPr>
            <p:spPr>
              <a:xfrm rot="17539451">
                <a:off x="2263287" y="4967092"/>
                <a:ext cx="65610" cy="65614"/>
              </a:xfrm>
              <a:custGeom>
                <a:avLst/>
                <a:gdLst>
                  <a:gd name="connsiteX0" fmla="*/ 111919 w 114300"/>
                  <a:gd name="connsiteY0" fmla="*/ 59531 h 114300"/>
                  <a:gd name="connsiteX1" fmla="*/ 59531 w 114300"/>
                  <a:gd name="connsiteY1" fmla="*/ 111919 h 114300"/>
                  <a:gd name="connsiteX2" fmla="*/ 7144 w 114300"/>
                  <a:gd name="connsiteY2" fmla="*/ 59531 h 114300"/>
                  <a:gd name="connsiteX3" fmla="*/ 59531 w 114300"/>
                  <a:gd name="connsiteY3" fmla="*/ 7144 h 114300"/>
                  <a:gd name="connsiteX4" fmla="*/ 111919 w 114300"/>
                  <a:gd name="connsiteY4" fmla="*/ 5953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1919" y="59531"/>
                    </a:moveTo>
                    <a:cubicBezTo>
                      <a:pt x="111919" y="88106"/>
                      <a:pt x="89059" y="111919"/>
                      <a:pt x="59531" y="111919"/>
                    </a:cubicBezTo>
                    <a:cubicBezTo>
                      <a:pt x="30956" y="111919"/>
                      <a:pt x="7144" y="89059"/>
                      <a:pt x="7144" y="59531"/>
                    </a:cubicBezTo>
                    <a:cubicBezTo>
                      <a:pt x="7144" y="30956"/>
                      <a:pt x="30004" y="7144"/>
                      <a:pt x="59531" y="7144"/>
                    </a:cubicBezTo>
                    <a:cubicBezTo>
                      <a:pt x="88106" y="7144"/>
                      <a:pt x="111919" y="30004"/>
                      <a:pt x="111919" y="59531"/>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grpSp>
          <p:nvGrpSpPr>
            <p:cNvPr id="93" name="Group 80">
              <a:extLst>
                <a:ext uri="{FF2B5EF4-FFF2-40B4-BE49-F238E27FC236}">
                  <a16:creationId xmlns:a16="http://schemas.microsoft.com/office/drawing/2014/main" id="{F47F03A0-8261-0E7B-E00D-068C4C9EE8A0}"/>
                </a:ext>
              </a:extLst>
            </p:cNvPr>
            <p:cNvGrpSpPr>
              <a:grpSpLocks/>
            </p:cNvGrpSpPr>
            <p:nvPr/>
          </p:nvGrpSpPr>
          <p:grpSpPr bwMode="auto">
            <a:xfrm rot="5400000">
              <a:off x="10463563" y="6080514"/>
              <a:ext cx="480582" cy="971910"/>
              <a:chOff x="4843561" y="4879292"/>
              <a:chExt cx="703090" cy="1421900"/>
            </a:xfrm>
            <a:grpFill/>
          </p:grpSpPr>
          <p:sp>
            <p:nvSpPr>
              <p:cNvPr id="94" name="Freeform: Shape 81">
                <a:extLst>
                  <a:ext uri="{FF2B5EF4-FFF2-40B4-BE49-F238E27FC236}">
                    <a16:creationId xmlns:a16="http://schemas.microsoft.com/office/drawing/2014/main" id="{B6228649-77B3-CB3C-950D-624B4E4E3B0B}"/>
                  </a:ext>
                </a:extLst>
              </p:cNvPr>
              <p:cNvSpPr>
                <a:spLocks/>
              </p:cNvSpPr>
              <p:nvPr/>
            </p:nvSpPr>
            <p:spPr bwMode="auto">
              <a:xfrm>
                <a:off x="4891339" y="4879292"/>
                <a:ext cx="559742" cy="832786"/>
              </a:xfrm>
              <a:custGeom>
                <a:avLst/>
                <a:gdLst>
                  <a:gd name="T0" fmla="*/ 38732 w 781050"/>
                  <a:gd name="T1" fmla="*/ 46284 h 1162050"/>
                  <a:gd name="T2" fmla="*/ 27951 w 781050"/>
                  <a:gd name="T3" fmla="*/ 57398 h 1162050"/>
                  <a:gd name="T4" fmla="*/ 12088 w 781050"/>
                  <a:gd name="T5" fmla="*/ 57635 h 1162050"/>
                  <a:gd name="T6" fmla="*/ 927 w 781050"/>
                  <a:gd name="T7" fmla="*/ 46902 h 1162050"/>
                  <a:gd name="T8" fmla="*/ 356 w 781050"/>
                  <a:gd name="T9" fmla="*/ 11756 h 1162050"/>
                  <a:gd name="T10" fmla="*/ 11138 w 781050"/>
                  <a:gd name="T11" fmla="*/ 596 h 1162050"/>
                  <a:gd name="T12" fmla="*/ 27049 w 781050"/>
                  <a:gd name="T13" fmla="*/ 358 h 1162050"/>
                  <a:gd name="T14" fmla="*/ 38163 w 781050"/>
                  <a:gd name="T15" fmla="*/ 11139 h 1162050"/>
                  <a:gd name="T16" fmla="*/ 38732 w 781050"/>
                  <a:gd name="T17" fmla="*/ 46284 h 11620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81050" h="1162050">
                    <a:moveTo>
                      <a:pt x="776771" y="928239"/>
                    </a:moveTo>
                    <a:cubicBezTo>
                      <a:pt x="778676" y="1049206"/>
                      <a:pt x="681521" y="1149219"/>
                      <a:pt x="560553" y="1151124"/>
                    </a:cubicBezTo>
                    <a:lnTo>
                      <a:pt x="242418" y="1155886"/>
                    </a:lnTo>
                    <a:cubicBezTo>
                      <a:pt x="121451" y="1157791"/>
                      <a:pt x="20486" y="1060636"/>
                      <a:pt x="18581" y="940621"/>
                    </a:cubicBezTo>
                    <a:lnTo>
                      <a:pt x="7151" y="235771"/>
                    </a:lnTo>
                    <a:cubicBezTo>
                      <a:pt x="6198" y="114804"/>
                      <a:pt x="103353" y="13839"/>
                      <a:pt x="223368" y="11934"/>
                    </a:cubicBezTo>
                    <a:lnTo>
                      <a:pt x="542456" y="7171"/>
                    </a:lnTo>
                    <a:cubicBezTo>
                      <a:pt x="663423" y="5266"/>
                      <a:pt x="763436" y="102421"/>
                      <a:pt x="765341" y="223389"/>
                    </a:cubicBezTo>
                    <a:lnTo>
                      <a:pt x="776771" y="928239"/>
                    </a:lnTo>
                    <a:close/>
                  </a:path>
                </a:pathLst>
              </a:custGeom>
              <a:grpFill/>
              <a:ln>
                <a:noFill/>
              </a:ln>
              <a:extLst>
                <a:ext uri="{91240B29-F687-4F45-9708-019B960494DF}">
                  <a14:hiddenLine xmlns:a14="http://schemas.microsoft.com/office/drawing/2010/main" w="9525" cap="flat">
                    <a:solidFill>
                      <a:srgbClr val="000000"/>
                    </a:solidFill>
                    <a:prstDash val="solid"/>
                    <a:miter lim="800000"/>
                    <a:headEnd/>
                    <a:tailEnd/>
                  </a14:hiddenLine>
                </a:ext>
              </a:extLst>
            </p:spPr>
            <p:txBody>
              <a:bodyPr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nvGrpSpPr>
              <p:cNvPr id="95" name="Group 94">
                <a:extLst>
                  <a:ext uri="{FF2B5EF4-FFF2-40B4-BE49-F238E27FC236}">
                    <a16:creationId xmlns:a16="http://schemas.microsoft.com/office/drawing/2014/main" id="{1B97D000-558F-2D7B-AC6F-04537799B23C}"/>
                  </a:ext>
                </a:extLst>
              </p:cNvPr>
              <p:cNvGrpSpPr/>
              <p:nvPr/>
            </p:nvGrpSpPr>
            <p:grpSpPr>
              <a:xfrm>
                <a:off x="4843561" y="5700494"/>
                <a:ext cx="703090" cy="600698"/>
                <a:chOff x="4843561" y="5700494"/>
                <a:chExt cx="703090" cy="600698"/>
              </a:xfrm>
              <a:grpFill/>
            </p:grpSpPr>
            <p:sp>
              <p:nvSpPr>
                <p:cNvPr id="97" name="Freeform: Shape 96">
                  <a:extLst>
                    <a:ext uri="{FF2B5EF4-FFF2-40B4-BE49-F238E27FC236}">
                      <a16:creationId xmlns:a16="http://schemas.microsoft.com/office/drawing/2014/main" id="{DD2D1ECF-A549-27D6-A2B4-106E46C9ABFB}"/>
                    </a:ext>
                  </a:extLst>
                </p:cNvPr>
                <p:cNvSpPr/>
                <p:nvPr/>
              </p:nvSpPr>
              <p:spPr>
                <a:xfrm>
                  <a:off x="4843561" y="5700494"/>
                  <a:ext cx="703090" cy="600698"/>
                </a:xfrm>
                <a:custGeom>
                  <a:avLst/>
                  <a:gdLst>
                    <a:gd name="connsiteX0" fmla="*/ 915829 w 981075"/>
                    <a:gd name="connsiteY0" fmla="*/ 729139 h 838200"/>
                    <a:gd name="connsiteX1" fmla="*/ 570071 w 981075"/>
                    <a:gd name="connsiteY1" fmla="*/ 734854 h 838200"/>
                    <a:gd name="connsiteX2" fmla="*/ 558641 w 981075"/>
                    <a:gd name="connsiteY2" fmla="*/ 7144 h 838200"/>
                    <a:gd name="connsiteX3" fmla="*/ 376714 w 981075"/>
                    <a:gd name="connsiteY3" fmla="*/ 10001 h 838200"/>
                    <a:gd name="connsiteX4" fmla="*/ 388144 w 981075"/>
                    <a:gd name="connsiteY4" fmla="*/ 737711 h 838200"/>
                    <a:gd name="connsiteX5" fmla="*/ 65246 w 981075"/>
                    <a:gd name="connsiteY5" fmla="*/ 742474 h 838200"/>
                    <a:gd name="connsiteX6" fmla="*/ 7144 w 981075"/>
                    <a:gd name="connsiteY6" fmla="*/ 789146 h 838200"/>
                    <a:gd name="connsiteX7" fmla="*/ 66199 w 981075"/>
                    <a:gd name="connsiteY7" fmla="*/ 833914 h 838200"/>
                    <a:gd name="connsiteX8" fmla="*/ 917734 w 981075"/>
                    <a:gd name="connsiteY8" fmla="*/ 820579 h 838200"/>
                    <a:gd name="connsiteX9" fmla="*/ 975836 w 981075"/>
                    <a:gd name="connsiteY9" fmla="*/ 773906 h 838200"/>
                    <a:gd name="connsiteX10" fmla="*/ 915829 w 981075"/>
                    <a:gd name="connsiteY10" fmla="*/ 729139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1075" h="838200">
                      <a:moveTo>
                        <a:pt x="915829" y="729139"/>
                      </a:moveTo>
                      <a:lnTo>
                        <a:pt x="570071" y="734854"/>
                      </a:lnTo>
                      <a:lnTo>
                        <a:pt x="558641" y="7144"/>
                      </a:lnTo>
                      <a:lnTo>
                        <a:pt x="376714" y="10001"/>
                      </a:lnTo>
                      <a:lnTo>
                        <a:pt x="388144" y="737711"/>
                      </a:lnTo>
                      <a:lnTo>
                        <a:pt x="65246" y="742474"/>
                      </a:lnTo>
                      <a:cubicBezTo>
                        <a:pt x="32861" y="743426"/>
                        <a:pt x="7144" y="763429"/>
                        <a:pt x="7144" y="789146"/>
                      </a:cubicBezTo>
                      <a:cubicBezTo>
                        <a:pt x="7144" y="813911"/>
                        <a:pt x="33814" y="833914"/>
                        <a:pt x="66199" y="833914"/>
                      </a:cubicBezTo>
                      <a:lnTo>
                        <a:pt x="917734" y="820579"/>
                      </a:lnTo>
                      <a:cubicBezTo>
                        <a:pt x="950119" y="819626"/>
                        <a:pt x="975836" y="799624"/>
                        <a:pt x="975836" y="773906"/>
                      </a:cubicBezTo>
                      <a:cubicBezTo>
                        <a:pt x="974884" y="748189"/>
                        <a:pt x="948214" y="728186"/>
                        <a:pt x="915829" y="729139"/>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98" name="Freeform: Shape 97">
                  <a:extLst>
                    <a:ext uri="{FF2B5EF4-FFF2-40B4-BE49-F238E27FC236}">
                      <a16:creationId xmlns:a16="http://schemas.microsoft.com/office/drawing/2014/main" id="{642903AE-96B8-2B1E-9DFB-18798632F9F9}"/>
                    </a:ext>
                  </a:extLst>
                </p:cNvPr>
                <p:cNvSpPr/>
                <p:nvPr/>
              </p:nvSpPr>
              <p:spPr>
                <a:xfrm>
                  <a:off x="5072236" y="5824035"/>
                  <a:ext cx="218436" cy="279871"/>
                </a:xfrm>
                <a:custGeom>
                  <a:avLst/>
                  <a:gdLst>
                    <a:gd name="connsiteX0" fmla="*/ 303371 w 304800"/>
                    <a:gd name="connsiteY0" fmla="*/ 223376 h 390525"/>
                    <a:gd name="connsiteX1" fmla="*/ 302419 w 304800"/>
                    <a:gd name="connsiteY1" fmla="*/ 181466 h 390525"/>
                    <a:gd name="connsiteX2" fmla="*/ 273844 w 304800"/>
                    <a:gd name="connsiteY2" fmla="*/ 158606 h 390525"/>
                    <a:gd name="connsiteX3" fmla="*/ 272891 w 304800"/>
                    <a:gd name="connsiteY3" fmla="*/ 107171 h 390525"/>
                    <a:gd name="connsiteX4" fmla="*/ 150019 w 304800"/>
                    <a:gd name="connsiteY4" fmla="*/ 7159 h 390525"/>
                    <a:gd name="connsiteX5" fmla="*/ 30004 w 304800"/>
                    <a:gd name="connsiteY5" fmla="*/ 110981 h 390525"/>
                    <a:gd name="connsiteX6" fmla="*/ 30956 w 304800"/>
                    <a:gd name="connsiteY6" fmla="*/ 158606 h 390525"/>
                    <a:gd name="connsiteX7" fmla="*/ 7144 w 304800"/>
                    <a:gd name="connsiteY7" fmla="*/ 182419 h 390525"/>
                    <a:gd name="connsiteX8" fmla="*/ 8096 w 304800"/>
                    <a:gd name="connsiteY8" fmla="*/ 224329 h 390525"/>
                    <a:gd name="connsiteX9" fmla="*/ 31909 w 304800"/>
                    <a:gd name="connsiteY9" fmla="*/ 247189 h 390525"/>
                    <a:gd name="connsiteX10" fmla="*/ 32861 w 304800"/>
                    <a:gd name="connsiteY10" fmla="*/ 291004 h 390525"/>
                    <a:gd name="connsiteX11" fmla="*/ 155734 w 304800"/>
                    <a:gd name="connsiteY11" fmla="*/ 391016 h 390525"/>
                    <a:gd name="connsiteX12" fmla="*/ 275749 w 304800"/>
                    <a:gd name="connsiteY12" fmla="*/ 287194 h 390525"/>
                    <a:gd name="connsiteX13" fmla="*/ 274796 w 304800"/>
                    <a:gd name="connsiteY13" fmla="*/ 247189 h 390525"/>
                    <a:gd name="connsiteX14" fmla="*/ 303371 w 304800"/>
                    <a:gd name="connsiteY14" fmla="*/ 223376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4800" h="390525">
                      <a:moveTo>
                        <a:pt x="303371" y="223376"/>
                      </a:moveTo>
                      <a:lnTo>
                        <a:pt x="302419" y="181466"/>
                      </a:lnTo>
                      <a:cubicBezTo>
                        <a:pt x="302419" y="168131"/>
                        <a:pt x="290036" y="158606"/>
                        <a:pt x="273844" y="158606"/>
                      </a:cubicBezTo>
                      <a:lnTo>
                        <a:pt x="272891" y="107171"/>
                      </a:lnTo>
                      <a:cubicBezTo>
                        <a:pt x="271939" y="50974"/>
                        <a:pt x="216694" y="6206"/>
                        <a:pt x="150019" y="7159"/>
                      </a:cubicBezTo>
                      <a:cubicBezTo>
                        <a:pt x="83344" y="8111"/>
                        <a:pt x="29051" y="54784"/>
                        <a:pt x="30004" y="110981"/>
                      </a:cubicBezTo>
                      <a:lnTo>
                        <a:pt x="30956" y="158606"/>
                      </a:lnTo>
                      <a:cubicBezTo>
                        <a:pt x="17621" y="160511"/>
                        <a:pt x="7144" y="170036"/>
                        <a:pt x="7144" y="182419"/>
                      </a:cubicBezTo>
                      <a:lnTo>
                        <a:pt x="8096" y="224329"/>
                      </a:lnTo>
                      <a:cubicBezTo>
                        <a:pt x="8096" y="235759"/>
                        <a:pt x="18574" y="245284"/>
                        <a:pt x="31909" y="247189"/>
                      </a:cubicBezTo>
                      <a:lnTo>
                        <a:pt x="32861" y="291004"/>
                      </a:lnTo>
                      <a:cubicBezTo>
                        <a:pt x="33814" y="347201"/>
                        <a:pt x="89059" y="391969"/>
                        <a:pt x="155734" y="391016"/>
                      </a:cubicBezTo>
                      <a:cubicBezTo>
                        <a:pt x="222409" y="390064"/>
                        <a:pt x="275749" y="343391"/>
                        <a:pt x="275749" y="287194"/>
                      </a:cubicBezTo>
                      <a:lnTo>
                        <a:pt x="274796" y="247189"/>
                      </a:lnTo>
                      <a:cubicBezTo>
                        <a:pt x="291941" y="247189"/>
                        <a:pt x="303371" y="236711"/>
                        <a:pt x="303371" y="223376"/>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
            <p:nvSpPr>
              <p:cNvPr id="96" name="Freeform: Shape 95">
                <a:extLst>
                  <a:ext uri="{FF2B5EF4-FFF2-40B4-BE49-F238E27FC236}">
                    <a16:creationId xmlns:a16="http://schemas.microsoft.com/office/drawing/2014/main" id="{C1A95A1D-7FA5-13B7-4C4B-6A0C92DF6C10}"/>
                  </a:ext>
                </a:extLst>
              </p:cNvPr>
              <p:cNvSpPr/>
              <p:nvPr/>
            </p:nvSpPr>
            <p:spPr>
              <a:xfrm>
                <a:off x="4892656" y="4880493"/>
                <a:ext cx="557352" cy="832979"/>
              </a:xfrm>
              <a:custGeom>
                <a:avLst/>
                <a:gdLst>
                  <a:gd name="connsiteX0" fmla="*/ 774886 w 781050"/>
                  <a:gd name="connsiteY0" fmla="*/ 876804 h 1162050"/>
                  <a:gd name="connsiteX1" fmla="*/ 591054 w 781050"/>
                  <a:gd name="connsiteY1" fmla="*/ 879661 h 1162050"/>
                  <a:gd name="connsiteX2" fmla="*/ 546286 w 781050"/>
                  <a:gd name="connsiteY2" fmla="*/ 836799 h 1162050"/>
                  <a:gd name="connsiteX3" fmla="*/ 589149 w 781050"/>
                  <a:gd name="connsiteY3" fmla="*/ 792031 h 1162050"/>
                  <a:gd name="connsiteX4" fmla="*/ 772981 w 781050"/>
                  <a:gd name="connsiteY4" fmla="*/ 789174 h 1162050"/>
                  <a:gd name="connsiteX5" fmla="*/ 772029 w 781050"/>
                  <a:gd name="connsiteY5" fmla="*/ 705354 h 1162050"/>
                  <a:gd name="connsiteX6" fmla="*/ 588196 w 781050"/>
                  <a:gd name="connsiteY6" fmla="*/ 708211 h 1162050"/>
                  <a:gd name="connsiteX7" fmla="*/ 543429 w 781050"/>
                  <a:gd name="connsiteY7" fmla="*/ 665349 h 1162050"/>
                  <a:gd name="connsiteX8" fmla="*/ 586291 w 781050"/>
                  <a:gd name="connsiteY8" fmla="*/ 620581 h 1162050"/>
                  <a:gd name="connsiteX9" fmla="*/ 770124 w 781050"/>
                  <a:gd name="connsiteY9" fmla="*/ 617724 h 1162050"/>
                  <a:gd name="connsiteX10" fmla="*/ 769171 w 781050"/>
                  <a:gd name="connsiteY10" fmla="*/ 533904 h 1162050"/>
                  <a:gd name="connsiteX11" fmla="*/ 585339 w 781050"/>
                  <a:gd name="connsiteY11" fmla="*/ 536761 h 1162050"/>
                  <a:gd name="connsiteX12" fmla="*/ 540571 w 781050"/>
                  <a:gd name="connsiteY12" fmla="*/ 493899 h 1162050"/>
                  <a:gd name="connsiteX13" fmla="*/ 583434 w 781050"/>
                  <a:gd name="connsiteY13" fmla="*/ 449131 h 1162050"/>
                  <a:gd name="connsiteX14" fmla="*/ 768219 w 781050"/>
                  <a:gd name="connsiteY14" fmla="*/ 448179 h 1162050"/>
                  <a:gd name="connsiteX15" fmla="*/ 767266 w 781050"/>
                  <a:gd name="connsiteY15" fmla="*/ 364359 h 1162050"/>
                  <a:gd name="connsiteX16" fmla="*/ 583434 w 781050"/>
                  <a:gd name="connsiteY16" fmla="*/ 367216 h 1162050"/>
                  <a:gd name="connsiteX17" fmla="*/ 538666 w 781050"/>
                  <a:gd name="connsiteY17" fmla="*/ 324354 h 1162050"/>
                  <a:gd name="connsiteX18" fmla="*/ 581529 w 781050"/>
                  <a:gd name="connsiteY18" fmla="*/ 279586 h 1162050"/>
                  <a:gd name="connsiteX19" fmla="*/ 765361 w 781050"/>
                  <a:gd name="connsiteY19" fmla="*/ 276729 h 1162050"/>
                  <a:gd name="connsiteX20" fmla="*/ 764409 w 781050"/>
                  <a:gd name="connsiteY20" fmla="*/ 222436 h 1162050"/>
                  <a:gd name="connsiteX21" fmla="*/ 541524 w 781050"/>
                  <a:gd name="connsiteY21" fmla="*/ 7171 h 1162050"/>
                  <a:gd name="connsiteX22" fmla="*/ 222436 w 781050"/>
                  <a:gd name="connsiteY22" fmla="*/ 11934 h 1162050"/>
                  <a:gd name="connsiteX23" fmla="*/ 7171 w 781050"/>
                  <a:gd name="connsiteY23" fmla="*/ 234819 h 1162050"/>
                  <a:gd name="connsiteX24" fmla="*/ 8124 w 781050"/>
                  <a:gd name="connsiteY24" fmla="*/ 289111 h 1162050"/>
                  <a:gd name="connsiteX25" fmla="*/ 177669 w 781050"/>
                  <a:gd name="connsiteY25" fmla="*/ 286254 h 1162050"/>
                  <a:gd name="connsiteX26" fmla="*/ 222436 w 781050"/>
                  <a:gd name="connsiteY26" fmla="*/ 329116 h 1162050"/>
                  <a:gd name="connsiteX27" fmla="*/ 179574 w 781050"/>
                  <a:gd name="connsiteY27" fmla="*/ 373884 h 1162050"/>
                  <a:gd name="connsiteX28" fmla="*/ 9076 w 781050"/>
                  <a:gd name="connsiteY28" fmla="*/ 376741 h 1162050"/>
                  <a:gd name="connsiteX29" fmla="*/ 10029 w 781050"/>
                  <a:gd name="connsiteY29" fmla="*/ 460561 h 1162050"/>
                  <a:gd name="connsiteX30" fmla="*/ 179574 w 781050"/>
                  <a:gd name="connsiteY30" fmla="*/ 457704 h 1162050"/>
                  <a:gd name="connsiteX31" fmla="*/ 224341 w 781050"/>
                  <a:gd name="connsiteY31" fmla="*/ 500566 h 1162050"/>
                  <a:gd name="connsiteX32" fmla="*/ 181479 w 781050"/>
                  <a:gd name="connsiteY32" fmla="*/ 545334 h 1162050"/>
                  <a:gd name="connsiteX33" fmla="*/ 11934 w 781050"/>
                  <a:gd name="connsiteY33" fmla="*/ 547239 h 1162050"/>
                  <a:gd name="connsiteX34" fmla="*/ 12886 w 781050"/>
                  <a:gd name="connsiteY34" fmla="*/ 631059 h 1162050"/>
                  <a:gd name="connsiteX35" fmla="*/ 182431 w 781050"/>
                  <a:gd name="connsiteY35" fmla="*/ 628201 h 1162050"/>
                  <a:gd name="connsiteX36" fmla="*/ 227199 w 781050"/>
                  <a:gd name="connsiteY36" fmla="*/ 671064 h 1162050"/>
                  <a:gd name="connsiteX37" fmla="*/ 184336 w 781050"/>
                  <a:gd name="connsiteY37" fmla="*/ 715831 h 1162050"/>
                  <a:gd name="connsiteX38" fmla="*/ 14791 w 781050"/>
                  <a:gd name="connsiteY38" fmla="*/ 717736 h 1162050"/>
                  <a:gd name="connsiteX39" fmla="*/ 15744 w 781050"/>
                  <a:gd name="connsiteY39" fmla="*/ 801556 h 1162050"/>
                  <a:gd name="connsiteX40" fmla="*/ 185289 w 781050"/>
                  <a:gd name="connsiteY40" fmla="*/ 798699 h 1162050"/>
                  <a:gd name="connsiteX41" fmla="*/ 230056 w 781050"/>
                  <a:gd name="connsiteY41" fmla="*/ 841561 h 1162050"/>
                  <a:gd name="connsiteX42" fmla="*/ 187194 w 781050"/>
                  <a:gd name="connsiteY42" fmla="*/ 886329 h 1162050"/>
                  <a:gd name="connsiteX43" fmla="*/ 16696 w 781050"/>
                  <a:gd name="connsiteY43" fmla="*/ 888234 h 1162050"/>
                  <a:gd name="connsiteX44" fmla="*/ 17649 w 781050"/>
                  <a:gd name="connsiteY44" fmla="*/ 940621 h 1162050"/>
                  <a:gd name="connsiteX45" fmla="*/ 240534 w 781050"/>
                  <a:gd name="connsiteY45" fmla="*/ 1156839 h 1162050"/>
                  <a:gd name="connsiteX46" fmla="*/ 558669 w 781050"/>
                  <a:gd name="connsiteY46" fmla="*/ 1152076 h 1162050"/>
                  <a:gd name="connsiteX47" fmla="*/ 774886 w 781050"/>
                  <a:gd name="connsiteY47" fmla="*/ 929191 h 1162050"/>
                  <a:gd name="connsiteX48" fmla="*/ 774886 w 781050"/>
                  <a:gd name="connsiteY48" fmla="*/ 876804 h 1162050"/>
                  <a:gd name="connsiteX49" fmla="*/ 383409 w 781050"/>
                  <a:gd name="connsiteY49" fmla="*/ 669159 h 1162050"/>
                  <a:gd name="connsiteX50" fmla="*/ 297684 w 781050"/>
                  <a:gd name="connsiteY50" fmla="*/ 583434 h 1162050"/>
                  <a:gd name="connsiteX51" fmla="*/ 383409 w 781050"/>
                  <a:gd name="connsiteY51" fmla="*/ 497709 h 1162050"/>
                  <a:gd name="connsiteX52" fmla="*/ 469134 w 781050"/>
                  <a:gd name="connsiteY52" fmla="*/ 583434 h 1162050"/>
                  <a:gd name="connsiteX53" fmla="*/ 383409 w 781050"/>
                  <a:gd name="connsiteY53" fmla="*/ 669159 h 116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81050" h="1162050">
                    <a:moveTo>
                      <a:pt x="774886" y="876804"/>
                    </a:moveTo>
                    <a:lnTo>
                      <a:pt x="591054" y="879661"/>
                    </a:lnTo>
                    <a:cubicBezTo>
                      <a:pt x="567241" y="879661"/>
                      <a:pt x="547239" y="860611"/>
                      <a:pt x="546286" y="836799"/>
                    </a:cubicBezTo>
                    <a:cubicBezTo>
                      <a:pt x="546286" y="812986"/>
                      <a:pt x="565336" y="792984"/>
                      <a:pt x="589149" y="792031"/>
                    </a:cubicBezTo>
                    <a:lnTo>
                      <a:pt x="772981" y="789174"/>
                    </a:lnTo>
                    <a:lnTo>
                      <a:pt x="772029" y="705354"/>
                    </a:lnTo>
                    <a:lnTo>
                      <a:pt x="588196" y="708211"/>
                    </a:lnTo>
                    <a:cubicBezTo>
                      <a:pt x="564384" y="708211"/>
                      <a:pt x="544381" y="689161"/>
                      <a:pt x="543429" y="665349"/>
                    </a:cubicBezTo>
                    <a:cubicBezTo>
                      <a:pt x="543429" y="641536"/>
                      <a:pt x="562479" y="621534"/>
                      <a:pt x="586291" y="620581"/>
                    </a:cubicBezTo>
                    <a:lnTo>
                      <a:pt x="770124" y="617724"/>
                    </a:lnTo>
                    <a:lnTo>
                      <a:pt x="769171" y="533904"/>
                    </a:lnTo>
                    <a:lnTo>
                      <a:pt x="585339" y="536761"/>
                    </a:lnTo>
                    <a:cubicBezTo>
                      <a:pt x="561526" y="536761"/>
                      <a:pt x="541524" y="517711"/>
                      <a:pt x="540571" y="493899"/>
                    </a:cubicBezTo>
                    <a:cubicBezTo>
                      <a:pt x="540571" y="470086"/>
                      <a:pt x="559621" y="450084"/>
                      <a:pt x="583434" y="449131"/>
                    </a:cubicBezTo>
                    <a:lnTo>
                      <a:pt x="768219" y="448179"/>
                    </a:lnTo>
                    <a:lnTo>
                      <a:pt x="767266" y="364359"/>
                    </a:lnTo>
                    <a:lnTo>
                      <a:pt x="583434" y="367216"/>
                    </a:lnTo>
                    <a:cubicBezTo>
                      <a:pt x="559621" y="367216"/>
                      <a:pt x="539619" y="348166"/>
                      <a:pt x="538666" y="324354"/>
                    </a:cubicBezTo>
                    <a:cubicBezTo>
                      <a:pt x="538666" y="300541"/>
                      <a:pt x="557716" y="280539"/>
                      <a:pt x="581529" y="279586"/>
                    </a:cubicBezTo>
                    <a:lnTo>
                      <a:pt x="765361" y="276729"/>
                    </a:lnTo>
                    <a:lnTo>
                      <a:pt x="764409" y="222436"/>
                    </a:lnTo>
                    <a:cubicBezTo>
                      <a:pt x="762504" y="102421"/>
                      <a:pt x="662491" y="5266"/>
                      <a:pt x="541524" y="7171"/>
                    </a:cubicBezTo>
                    <a:lnTo>
                      <a:pt x="222436" y="11934"/>
                    </a:lnTo>
                    <a:cubicBezTo>
                      <a:pt x="102421" y="13839"/>
                      <a:pt x="5266" y="114804"/>
                      <a:pt x="7171" y="234819"/>
                    </a:cubicBezTo>
                    <a:lnTo>
                      <a:pt x="8124" y="289111"/>
                    </a:lnTo>
                    <a:lnTo>
                      <a:pt x="177669" y="286254"/>
                    </a:lnTo>
                    <a:cubicBezTo>
                      <a:pt x="201481" y="286254"/>
                      <a:pt x="221484" y="305304"/>
                      <a:pt x="222436" y="329116"/>
                    </a:cubicBezTo>
                    <a:cubicBezTo>
                      <a:pt x="222436" y="352929"/>
                      <a:pt x="203386" y="372931"/>
                      <a:pt x="179574" y="373884"/>
                    </a:cubicBezTo>
                    <a:lnTo>
                      <a:pt x="9076" y="376741"/>
                    </a:lnTo>
                    <a:lnTo>
                      <a:pt x="10029" y="460561"/>
                    </a:lnTo>
                    <a:lnTo>
                      <a:pt x="179574" y="457704"/>
                    </a:lnTo>
                    <a:cubicBezTo>
                      <a:pt x="203386" y="457704"/>
                      <a:pt x="223389" y="476754"/>
                      <a:pt x="224341" y="500566"/>
                    </a:cubicBezTo>
                    <a:cubicBezTo>
                      <a:pt x="224341" y="524379"/>
                      <a:pt x="205291" y="544381"/>
                      <a:pt x="181479" y="545334"/>
                    </a:cubicBezTo>
                    <a:lnTo>
                      <a:pt x="11934" y="547239"/>
                    </a:lnTo>
                    <a:lnTo>
                      <a:pt x="12886" y="631059"/>
                    </a:lnTo>
                    <a:lnTo>
                      <a:pt x="182431" y="628201"/>
                    </a:lnTo>
                    <a:cubicBezTo>
                      <a:pt x="206244" y="628201"/>
                      <a:pt x="226246" y="647251"/>
                      <a:pt x="227199" y="671064"/>
                    </a:cubicBezTo>
                    <a:cubicBezTo>
                      <a:pt x="227199" y="694876"/>
                      <a:pt x="208149" y="714879"/>
                      <a:pt x="184336" y="715831"/>
                    </a:cubicBezTo>
                    <a:lnTo>
                      <a:pt x="14791" y="717736"/>
                    </a:lnTo>
                    <a:lnTo>
                      <a:pt x="15744" y="801556"/>
                    </a:lnTo>
                    <a:lnTo>
                      <a:pt x="185289" y="798699"/>
                    </a:lnTo>
                    <a:cubicBezTo>
                      <a:pt x="209101" y="798699"/>
                      <a:pt x="229104" y="817749"/>
                      <a:pt x="230056" y="841561"/>
                    </a:cubicBezTo>
                    <a:cubicBezTo>
                      <a:pt x="230056" y="865374"/>
                      <a:pt x="211006" y="885376"/>
                      <a:pt x="187194" y="886329"/>
                    </a:cubicBezTo>
                    <a:lnTo>
                      <a:pt x="16696" y="888234"/>
                    </a:lnTo>
                    <a:lnTo>
                      <a:pt x="17649" y="940621"/>
                    </a:lnTo>
                    <a:cubicBezTo>
                      <a:pt x="19554" y="1061589"/>
                      <a:pt x="119566" y="1158744"/>
                      <a:pt x="240534" y="1156839"/>
                    </a:cubicBezTo>
                    <a:lnTo>
                      <a:pt x="558669" y="1152076"/>
                    </a:lnTo>
                    <a:cubicBezTo>
                      <a:pt x="679636" y="1150171"/>
                      <a:pt x="776791" y="1050159"/>
                      <a:pt x="774886" y="929191"/>
                    </a:cubicBezTo>
                    <a:lnTo>
                      <a:pt x="774886" y="876804"/>
                    </a:lnTo>
                    <a:close/>
                    <a:moveTo>
                      <a:pt x="383409" y="669159"/>
                    </a:moveTo>
                    <a:cubicBezTo>
                      <a:pt x="335784" y="669159"/>
                      <a:pt x="297684" y="631059"/>
                      <a:pt x="297684" y="583434"/>
                    </a:cubicBezTo>
                    <a:cubicBezTo>
                      <a:pt x="297684" y="535809"/>
                      <a:pt x="335784" y="497709"/>
                      <a:pt x="383409" y="497709"/>
                    </a:cubicBezTo>
                    <a:cubicBezTo>
                      <a:pt x="431034" y="497709"/>
                      <a:pt x="469134" y="535809"/>
                      <a:pt x="469134" y="583434"/>
                    </a:cubicBezTo>
                    <a:cubicBezTo>
                      <a:pt x="469134" y="631059"/>
                      <a:pt x="431034" y="669159"/>
                      <a:pt x="383409" y="669159"/>
                    </a:cubicBezTo>
                    <a:close/>
                  </a:path>
                </a:pathLst>
              </a:custGeom>
              <a:grpFill/>
              <a:ln w="9525" cap="flat">
                <a:noFill/>
                <a:prstDash val="solid"/>
                <a:miter/>
              </a:ln>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grpSp>
      <p:sp>
        <p:nvSpPr>
          <p:cNvPr id="76" name="Chord 75">
            <a:extLst>
              <a:ext uri="{FF2B5EF4-FFF2-40B4-BE49-F238E27FC236}">
                <a16:creationId xmlns:a16="http://schemas.microsoft.com/office/drawing/2014/main" id="{A4F132DB-5B45-C691-4735-7343BBB1C060}"/>
              </a:ext>
            </a:extLst>
          </p:cNvPr>
          <p:cNvSpPr>
            <a:spLocks noChangeAspect="1"/>
          </p:cNvSpPr>
          <p:nvPr/>
        </p:nvSpPr>
        <p:spPr>
          <a:xfrm rot="5400000">
            <a:off x="-1932443" y="1150780"/>
            <a:ext cx="4535759" cy="4563978"/>
          </a:xfrm>
          <a:prstGeom prst="chord">
            <a:avLst>
              <a:gd name="adj1" fmla="val 10808531"/>
              <a:gd name="adj2" fmla="val 3463"/>
            </a:avLst>
          </a:prstGeom>
          <a:solidFill>
            <a:srgbClr val="262344"/>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a:ea typeface="+mn-ea"/>
              <a:cs typeface="Arial"/>
            </a:endParaRPr>
          </a:p>
        </p:txBody>
      </p:sp>
      <p:sp>
        <p:nvSpPr>
          <p:cNvPr id="137" name="Chord 136">
            <a:extLst>
              <a:ext uri="{FF2B5EF4-FFF2-40B4-BE49-F238E27FC236}">
                <a16:creationId xmlns:a16="http://schemas.microsoft.com/office/drawing/2014/main" id="{446F8421-FCA0-28A3-A02E-32781D96FE68}"/>
              </a:ext>
            </a:extLst>
          </p:cNvPr>
          <p:cNvSpPr>
            <a:spLocks noChangeAspect="1"/>
          </p:cNvSpPr>
          <p:nvPr/>
        </p:nvSpPr>
        <p:spPr>
          <a:xfrm rot="5400000">
            <a:off x="-694859" y="2259030"/>
            <a:ext cx="2068066" cy="2355247"/>
          </a:xfrm>
          <a:prstGeom prst="chord">
            <a:avLst>
              <a:gd name="adj1" fmla="val 10830963"/>
              <a:gd name="adj2" fmla="val 21565407"/>
            </a:avLst>
          </a:prstGeom>
          <a:solidFill>
            <a:schemeClr val="bg1"/>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a:ea typeface="+mn-ea"/>
              <a:cs typeface="Arial"/>
            </a:endParaRPr>
          </a:p>
        </p:txBody>
      </p:sp>
      <p:sp>
        <p:nvSpPr>
          <p:cNvPr id="138" name="Chord 137">
            <a:extLst>
              <a:ext uri="{FF2B5EF4-FFF2-40B4-BE49-F238E27FC236}">
                <a16:creationId xmlns:a16="http://schemas.microsoft.com/office/drawing/2014/main" id="{5673F523-85BE-3C19-11B5-BB9F575363C3}"/>
              </a:ext>
            </a:extLst>
          </p:cNvPr>
          <p:cNvSpPr>
            <a:spLocks noChangeAspect="1"/>
          </p:cNvSpPr>
          <p:nvPr/>
        </p:nvSpPr>
        <p:spPr>
          <a:xfrm rot="5400000">
            <a:off x="-57815" y="3072532"/>
            <a:ext cx="779669" cy="833401"/>
          </a:xfrm>
          <a:prstGeom prst="chord">
            <a:avLst>
              <a:gd name="adj1" fmla="val 11023915"/>
              <a:gd name="adj2" fmla="val 21480584"/>
            </a:avLst>
          </a:prstGeom>
          <a:solidFill>
            <a:srgbClr val="262344"/>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Arial"/>
            </a:endParaRPr>
          </a:p>
        </p:txBody>
      </p:sp>
      <p:grpSp>
        <p:nvGrpSpPr>
          <p:cNvPr id="140" name="Group 1">
            <a:extLst>
              <a:ext uri="{FF2B5EF4-FFF2-40B4-BE49-F238E27FC236}">
                <a16:creationId xmlns:a16="http://schemas.microsoft.com/office/drawing/2014/main" id="{E5CF8491-AD6A-6746-3671-83DF1BABDFDD}"/>
              </a:ext>
            </a:extLst>
          </p:cNvPr>
          <p:cNvGrpSpPr>
            <a:grpSpLocks/>
          </p:cNvGrpSpPr>
          <p:nvPr/>
        </p:nvGrpSpPr>
        <p:grpSpPr bwMode="auto">
          <a:xfrm rot="5400000">
            <a:off x="-1792322" y="1826765"/>
            <a:ext cx="4307777" cy="3154472"/>
            <a:chOff x="2056078" y="2835093"/>
            <a:chExt cx="8087816" cy="8046724"/>
          </a:xfrm>
        </p:grpSpPr>
        <p:grpSp>
          <p:nvGrpSpPr>
            <p:cNvPr id="141" name="Group 116">
              <a:extLst>
                <a:ext uri="{FF2B5EF4-FFF2-40B4-BE49-F238E27FC236}">
                  <a16:creationId xmlns:a16="http://schemas.microsoft.com/office/drawing/2014/main" id="{D3327E4B-5C7E-5796-2265-C71581093938}"/>
                </a:ext>
              </a:extLst>
            </p:cNvPr>
            <p:cNvGrpSpPr>
              <a:grpSpLocks/>
            </p:cNvGrpSpPr>
            <p:nvPr/>
          </p:nvGrpSpPr>
          <p:grpSpPr bwMode="auto">
            <a:xfrm>
              <a:off x="2097174" y="2835093"/>
              <a:ext cx="8046720" cy="8046724"/>
              <a:chOff x="2097174" y="2835093"/>
              <a:chExt cx="8046720" cy="8046724"/>
            </a:xfrm>
          </p:grpSpPr>
          <p:sp>
            <p:nvSpPr>
              <p:cNvPr id="154" name="Block Arc 153">
                <a:extLst>
                  <a:ext uri="{FF2B5EF4-FFF2-40B4-BE49-F238E27FC236}">
                    <a16:creationId xmlns:a16="http://schemas.microsoft.com/office/drawing/2014/main" id="{11733301-CA44-B4D8-7D01-B63574AA594B}"/>
                  </a:ext>
                </a:extLst>
              </p:cNvPr>
              <p:cNvSpPr>
                <a:spLocks noChangeAspect="1"/>
              </p:cNvSpPr>
              <p:nvPr/>
            </p:nvSpPr>
            <p:spPr>
              <a:xfrm>
                <a:off x="3925102" y="4663702"/>
                <a:ext cx="4389985" cy="4389507"/>
              </a:xfrm>
              <a:prstGeom prst="blockArc">
                <a:avLst>
                  <a:gd name="adj1" fmla="val 20757369"/>
                  <a:gd name="adj2" fmla="val 9628"/>
                  <a:gd name="adj3" fmla="val 302"/>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55" name="Block Arc 154">
                <a:extLst>
                  <a:ext uri="{FF2B5EF4-FFF2-40B4-BE49-F238E27FC236}">
                    <a16:creationId xmlns:a16="http://schemas.microsoft.com/office/drawing/2014/main" id="{79D8C074-9DC2-8F56-5AAD-AECCE732B214}"/>
                  </a:ext>
                </a:extLst>
              </p:cNvPr>
              <p:cNvSpPr>
                <a:spLocks noChangeAspect="1"/>
              </p:cNvSpPr>
              <p:nvPr/>
            </p:nvSpPr>
            <p:spPr>
              <a:xfrm>
                <a:off x="2462480" y="3201237"/>
                <a:ext cx="7315230" cy="7314434"/>
              </a:xfrm>
              <a:prstGeom prst="blockArc">
                <a:avLst>
                  <a:gd name="adj1" fmla="val 20263209"/>
                  <a:gd name="adj2" fmla="val 3310"/>
                  <a:gd name="adj3" fmla="val 211"/>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Arial"/>
                </a:endParaRPr>
              </a:p>
            </p:txBody>
          </p:sp>
          <p:sp>
            <p:nvSpPr>
              <p:cNvPr id="156" name="Block Arc 155">
                <a:extLst>
                  <a:ext uri="{FF2B5EF4-FFF2-40B4-BE49-F238E27FC236}">
                    <a16:creationId xmlns:a16="http://schemas.microsoft.com/office/drawing/2014/main" id="{5778E382-4FDE-DFA4-0CD4-26F9A10DEE5F}"/>
                  </a:ext>
                </a:extLst>
              </p:cNvPr>
              <p:cNvSpPr>
                <a:spLocks noChangeAspect="1"/>
              </p:cNvSpPr>
              <p:nvPr/>
            </p:nvSpPr>
            <p:spPr>
              <a:xfrm>
                <a:off x="2096294" y="2835093"/>
                <a:ext cx="8047600" cy="8046724"/>
              </a:xfrm>
              <a:prstGeom prst="blockArc">
                <a:avLst>
                  <a:gd name="adj1" fmla="val 20158514"/>
                  <a:gd name="adj2" fmla="val 21598191"/>
                  <a:gd name="adj3" fmla="val 170"/>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57" name="Block Arc 156">
                <a:extLst>
                  <a:ext uri="{FF2B5EF4-FFF2-40B4-BE49-F238E27FC236}">
                    <a16:creationId xmlns:a16="http://schemas.microsoft.com/office/drawing/2014/main" id="{BB7355DA-2F01-670B-63C1-E94F04B2C166}"/>
                  </a:ext>
                </a:extLst>
              </p:cNvPr>
              <p:cNvSpPr>
                <a:spLocks noChangeAspect="1"/>
              </p:cNvSpPr>
              <p:nvPr/>
            </p:nvSpPr>
            <p:spPr>
              <a:xfrm>
                <a:off x="2278328" y="3017107"/>
                <a:ext cx="7683532" cy="7682695"/>
              </a:xfrm>
              <a:prstGeom prst="blockArc">
                <a:avLst>
                  <a:gd name="adj1" fmla="val 20197954"/>
                  <a:gd name="adj2" fmla="val 21597613"/>
                  <a:gd name="adj3" fmla="val 172"/>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58" name="Block Arc 157">
                <a:extLst>
                  <a:ext uri="{FF2B5EF4-FFF2-40B4-BE49-F238E27FC236}">
                    <a16:creationId xmlns:a16="http://schemas.microsoft.com/office/drawing/2014/main" id="{7B9A3290-FC8A-B81A-35AD-341D679CC639}"/>
                  </a:ext>
                </a:extLst>
              </p:cNvPr>
              <p:cNvSpPr>
                <a:spLocks noChangeAspect="1"/>
              </p:cNvSpPr>
              <p:nvPr/>
            </p:nvSpPr>
            <p:spPr>
              <a:xfrm>
                <a:off x="2644514" y="3383252"/>
                <a:ext cx="6951162" cy="6950405"/>
              </a:xfrm>
              <a:prstGeom prst="blockArc">
                <a:avLst>
                  <a:gd name="adj1" fmla="val 20310872"/>
                  <a:gd name="adj2" fmla="val 21596348"/>
                  <a:gd name="adj3" fmla="val 206"/>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59" name="Block Arc 158">
                <a:extLst>
                  <a:ext uri="{FF2B5EF4-FFF2-40B4-BE49-F238E27FC236}">
                    <a16:creationId xmlns:a16="http://schemas.microsoft.com/office/drawing/2014/main" id="{03AE0A1E-E96E-21E4-67D6-0E45546D105E}"/>
                  </a:ext>
                </a:extLst>
              </p:cNvPr>
              <p:cNvSpPr>
                <a:spLocks noChangeAspect="1"/>
              </p:cNvSpPr>
              <p:nvPr/>
            </p:nvSpPr>
            <p:spPr>
              <a:xfrm>
                <a:off x="3743067" y="4481687"/>
                <a:ext cx="4754053" cy="4753536"/>
              </a:xfrm>
              <a:prstGeom prst="blockArc">
                <a:avLst>
                  <a:gd name="adj1" fmla="val 20664428"/>
                  <a:gd name="adj2" fmla="val 21595069"/>
                  <a:gd name="adj3" fmla="val 232"/>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Arial"/>
                </a:endParaRPr>
              </a:p>
            </p:txBody>
          </p:sp>
          <p:sp>
            <p:nvSpPr>
              <p:cNvPr id="160" name="Block Arc 159">
                <a:extLst>
                  <a:ext uri="{FF2B5EF4-FFF2-40B4-BE49-F238E27FC236}">
                    <a16:creationId xmlns:a16="http://schemas.microsoft.com/office/drawing/2014/main" id="{5C961AB4-7FF2-7FE4-E3EE-CBE7D6CBB930}"/>
                  </a:ext>
                </a:extLst>
              </p:cNvPr>
              <p:cNvSpPr>
                <a:spLocks noChangeAspect="1"/>
              </p:cNvSpPr>
              <p:nvPr/>
            </p:nvSpPr>
            <p:spPr>
              <a:xfrm>
                <a:off x="3192732" y="3931412"/>
                <a:ext cx="5854724" cy="5854087"/>
              </a:xfrm>
              <a:prstGeom prst="blockArc">
                <a:avLst>
                  <a:gd name="adj1" fmla="val 20489730"/>
                  <a:gd name="adj2" fmla="val 9605"/>
                  <a:gd name="adj3" fmla="val 188"/>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Arial"/>
                </a:endParaRPr>
              </a:p>
            </p:txBody>
          </p:sp>
          <p:sp>
            <p:nvSpPr>
              <p:cNvPr id="161" name="Block Arc 160">
                <a:extLst>
                  <a:ext uri="{FF2B5EF4-FFF2-40B4-BE49-F238E27FC236}">
                    <a16:creationId xmlns:a16="http://schemas.microsoft.com/office/drawing/2014/main" id="{F304BE66-50FF-E8E2-B4A1-26C6F1DF83EA}"/>
                  </a:ext>
                </a:extLst>
              </p:cNvPr>
              <p:cNvSpPr>
                <a:spLocks noChangeAspect="1"/>
              </p:cNvSpPr>
              <p:nvPr/>
            </p:nvSpPr>
            <p:spPr>
              <a:xfrm>
                <a:off x="2828664" y="3567383"/>
                <a:ext cx="6582861" cy="6582144"/>
              </a:xfrm>
              <a:prstGeom prst="blockArc">
                <a:avLst>
                  <a:gd name="adj1" fmla="val 20383598"/>
                  <a:gd name="adj2" fmla="val 21592113"/>
                  <a:gd name="adj3" fmla="val 201"/>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62" name="Block Arc 161">
                <a:extLst>
                  <a:ext uri="{FF2B5EF4-FFF2-40B4-BE49-F238E27FC236}">
                    <a16:creationId xmlns:a16="http://schemas.microsoft.com/office/drawing/2014/main" id="{D1D9089C-A9A4-FD0F-A531-ECAA6CDC8299}"/>
                  </a:ext>
                </a:extLst>
              </p:cNvPr>
              <p:cNvSpPr>
                <a:spLocks noChangeAspect="1"/>
              </p:cNvSpPr>
              <p:nvPr/>
            </p:nvSpPr>
            <p:spPr>
              <a:xfrm>
                <a:off x="3010698" y="3749397"/>
                <a:ext cx="6218792" cy="6218115"/>
              </a:xfrm>
              <a:prstGeom prst="blockArc">
                <a:avLst>
                  <a:gd name="adj1" fmla="val 20419191"/>
                  <a:gd name="adj2" fmla="val 2198"/>
                  <a:gd name="adj3" fmla="val 195"/>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63" name="Block Arc 162">
                <a:extLst>
                  <a:ext uri="{FF2B5EF4-FFF2-40B4-BE49-F238E27FC236}">
                    <a16:creationId xmlns:a16="http://schemas.microsoft.com/office/drawing/2014/main" id="{49EE91B8-8BEE-7F54-225C-08357D5692B0}"/>
                  </a:ext>
                </a:extLst>
              </p:cNvPr>
              <p:cNvSpPr>
                <a:spLocks noChangeAspect="1"/>
              </p:cNvSpPr>
              <p:nvPr/>
            </p:nvSpPr>
            <p:spPr>
              <a:xfrm>
                <a:off x="3376883" y="4115542"/>
                <a:ext cx="5486423" cy="5485826"/>
              </a:xfrm>
              <a:prstGeom prst="blockArc">
                <a:avLst>
                  <a:gd name="adj1" fmla="val 20540286"/>
                  <a:gd name="adj2" fmla="val 9628"/>
                  <a:gd name="adj3" fmla="val 302"/>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64" name="Block Arc 163">
                <a:extLst>
                  <a:ext uri="{FF2B5EF4-FFF2-40B4-BE49-F238E27FC236}">
                    <a16:creationId xmlns:a16="http://schemas.microsoft.com/office/drawing/2014/main" id="{434698CE-0B37-520B-E13E-D926F59A528C}"/>
                  </a:ext>
                </a:extLst>
              </p:cNvPr>
              <p:cNvSpPr>
                <a:spLocks noChangeAspect="1"/>
              </p:cNvSpPr>
              <p:nvPr/>
            </p:nvSpPr>
            <p:spPr>
              <a:xfrm>
                <a:off x="3558917" y="4297556"/>
                <a:ext cx="5122355" cy="5121797"/>
              </a:xfrm>
              <a:prstGeom prst="blockArc">
                <a:avLst>
                  <a:gd name="adj1" fmla="val 20618730"/>
                  <a:gd name="adj2" fmla="val 9615"/>
                  <a:gd name="adj3" fmla="val 237"/>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Arial"/>
                </a:endParaRPr>
              </a:p>
            </p:txBody>
          </p:sp>
        </p:grpSp>
        <p:grpSp>
          <p:nvGrpSpPr>
            <p:cNvPr id="142" name="Group 107">
              <a:extLst>
                <a:ext uri="{FF2B5EF4-FFF2-40B4-BE49-F238E27FC236}">
                  <a16:creationId xmlns:a16="http://schemas.microsoft.com/office/drawing/2014/main" id="{C37F8D67-695A-770D-66B6-87B08AE7C9D2}"/>
                </a:ext>
              </a:extLst>
            </p:cNvPr>
            <p:cNvGrpSpPr>
              <a:grpSpLocks/>
            </p:cNvGrpSpPr>
            <p:nvPr/>
          </p:nvGrpSpPr>
          <p:grpSpPr bwMode="auto">
            <a:xfrm flipH="1">
              <a:off x="2056078" y="2835093"/>
              <a:ext cx="8046720" cy="8046724"/>
              <a:chOff x="2097174" y="2835093"/>
              <a:chExt cx="8046720" cy="8046724"/>
            </a:xfrm>
          </p:grpSpPr>
          <p:sp>
            <p:nvSpPr>
              <p:cNvPr id="143" name="Block Arc 142">
                <a:extLst>
                  <a:ext uri="{FF2B5EF4-FFF2-40B4-BE49-F238E27FC236}">
                    <a16:creationId xmlns:a16="http://schemas.microsoft.com/office/drawing/2014/main" id="{0E85EF80-46AE-03AB-34BD-1CBF61429446}"/>
                  </a:ext>
                </a:extLst>
              </p:cNvPr>
              <p:cNvSpPr>
                <a:spLocks noChangeAspect="1"/>
              </p:cNvSpPr>
              <p:nvPr/>
            </p:nvSpPr>
            <p:spPr>
              <a:xfrm>
                <a:off x="3925102" y="4663702"/>
                <a:ext cx="4389985" cy="4389507"/>
              </a:xfrm>
              <a:prstGeom prst="blockArc">
                <a:avLst>
                  <a:gd name="adj1" fmla="val 20757369"/>
                  <a:gd name="adj2" fmla="val 9628"/>
                  <a:gd name="adj3" fmla="val 302"/>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44" name="Block Arc 143">
                <a:extLst>
                  <a:ext uri="{FF2B5EF4-FFF2-40B4-BE49-F238E27FC236}">
                    <a16:creationId xmlns:a16="http://schemas.microsoft.com/office/drawing/2014/main" id="{85DFE81D-6304-D151-A556-E6148F42A034}"/>
                  </a:ext>
                </a:extLst>
              </p:cNvPr>
              <p:cNvSpPr>
                <a:spLocks noChangeAspect="1"/>
              </p:cNvSpPr>
              <p:nvPr/>
            </p:nvSpPr>
            <p:spPr>
              <a:xfrm>
                <a:off x="2462480" y="3201237"/>
                <a:ext cx="7315230" cy="7314434"/>
              </a:xfrm>
              <a:prstGeom prst="blockArc">
                <a:avLst>
                  <a:gd name="adj1" fmla="val 20263209"/>
                  <a:gd name="adj2" fmla="val 3310"/>
                  <a:gd name="adj3" fmla="val 211"/>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Arial"/>
                </a:endParaRPr>
              </a:p>
            </p:txBody>
          </p:sp>
          <p:sp>
            <p:nvSpPr>
              <p:cNvPr id="145" name="Block Arc 144">
                <a:extLst>
                  <a:ext uri="{FF2B5EF4-FFF2-40B4-BE49-F238E27FC236}">
                    <a16:creationId xmlns:a16="http://schemas.microsoft.com/office/drawing/2014/main" id="{C712331D-99EE-D3F2-21A0-D7912D7155A8}"/>
                  </a:ext>
                </a:extLst>
              </p:cNvPr>
              <p:cNvSpPr>
                <a:spLocks noChangeAspect="1"/>
              </p:cNvSpPr>
              <p:nvPr/>
            </p:nvSpPr>
            <p:spPr>
              <a:xfrm>
                <a:off x="2096294" y="2835093"/>
                <a:ext cx="8047600" cy="8046724"/>
              </a:xfrm>
              <a:prstGeom prst="blockArc">
                <a:avLst>
                  <a:gd name="adj1" fmla="val 20158514"/>
                  <a:gd name="adj2" fmla="val 21598191"/>
                  <a:gd name="adj3" fmla="val 170"/>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46" name="Block Arc 145">
                <a:extLst>
                  <a:ext uri="{FF2B5EF4-FFF2-40B4-BE49-F238E27FC236}">
                    <a16:creationId xmlns:a16="http://schemas.microsoft.com/office/drawing/2014/main" id="{B93A9CDC-3D8C-8FE6-D970-9797F04264C4}"/>
                  </a:ext>
                </a:extLst>
              </p:cNvPr>
              <p:cNvSpPr>
                <a:spLocks noChangeAspect="1"/>
              </p:cNvSpPr>
              <p:nvPr/>
            </p:nvSpPr>
            <p:spPr>
              <a:xfrm>
                <a:off x="2278328" y="3017107"/>
                <a:ext cx="7683532" cy="7682695"/>
              </a:xfrm>
              <a:prstGeom prst="blockArc">
                <a:avLst>
                  <a:gd name="adj1" fmla="val 20197954"/>
                  <a:gd name="adj2" fmla="val 21597613"/>
                  <a:gd name="adj3" fmla="val 172"/>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47" name="Block Arc 146">
                <a:extLst>
                  <a:ext uri="{FF2B5EF4-FFF2-40B4-BE49-F238E27FC236}">
                    <a16:creationId xmlns:a16="http://schemas.microsoft.com/office/drawing/2014/main" id="{A603A446-701B-B38C-0603-55F76A80EBA7}"/>
                  </a:ext>
                </a:extLst>
              </p:cNvPr>
              <p:cNvSpPr>
                <a:spLocks noChangeAspect="1"/>
              </p:cNvSpPr>
              <p:nvPr/>
            </p:nvSpPr>
            <p:spPr>
              <a:xfrm>
                <a:off x="2644514" y="3383252"/>
                <a:ext cx="6951162" cy="6950405"/>
              </a:xfrm>
              <a:prstGeom prst="blockArc">
                <a:avLst>
                  <a:gd name="adj1" fmla="val 20310872"/>
                  <a:gd name="adj2" fmla="val 21596348"/>
                  <a:gd name="adj3" fmla="val 206"/>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48" name="Block Arc 147">
                <a:extLst>
                  <a:ext uri="{FF2B5EF4-FFF2-40B4-BE49-F238E27FC236}">
                    <a16:creationId xmlns:a16="http://schemas.microsoft.com/office/drawing/2014/main" id="{19758E09-EBE0-56F1-4053-3EAA8393B8D3}"/>
                  </a:ext>
                </a:extLst>
              </p:cNvPr>
              <p:cNvSpPr>
                <a:spLocks noChangeAspect="1"/>
              </p:cNvSpPr>
              <p:nvPr/>
            </p:nvSpPr>
            <p:spPr>
              <a:xfrm>
                <a:off x="3743067" y="4481687"/>
                <a:ext cx="4754053" cy="4753536"/>
              </a:xfrm>
              <a:prstGeom prst="blockArc">
                <a:avLst>
                  <a:gd name="adj1" fmla="val 20664428"/>
                  <a:gd name="adj2" fmla="val 21595069"/>
                  <a:gd name="adj3" fmla="val 232"/>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Arial"/>
                </a:endParaRPr>
              </a:p>
            </p:txBody>
          </p:sp>
          <p:sp>
            <p:nvSpPr>
              <p:cNvPr id="149" name="Block Arc 148">
                <a:extLst>
                  <a:ext uri="{FF2B5EF4-FFF2-40B4-BE49-F238E27FC236}">
                    <a16:creationId xmlns:a16="http://schemas.microsoft.com/office/drawing/2014/main" id="{68D72FFF-A7A9-77A0-D43B-32229EDB36BC}"/>
                  </a:ext>
                </a:extLst>
              </p:cNvPr>
              <p:cNvSpPr>
                <a:spLocks noChangeAspect="1"/>
              </p:cNvSpPr>
              <p:nvPr/>
            </p:nvSpPr>
            <p:spPr>
              <a:xfrm>
                <a:off x="3192732" y="3931412"/>
                <a:ext cx="5854724" cy="5854087"/>
              </a:xfrm>
              <a:prstGeom prst="blockArc">
                <a:avLst>
                  <a:gd name="adj1" fmla="val 20489730"/>
                  <a:gd name="adj2" fmla="val 9605"/>
                  <a:gd name="adj3" fmla="val 188"/>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Arial"/>
                </a:endParaRPr>
              </a:p>
            </p:txBody>
          </p:sp>
          <p:sp>
            <p:nvSpPr>
              <p:cNvPr id="150" name="Block Arc 149">
                <a:extLst>
                  <a:ext uri="{FF2B5EF4-FFF2-40B4-BE49-F238E27FC236}">
                    <a16:creationId xmlns:a16="http://schemas.microsoft.com/office/drawing/2014/main" id="{DC8E5421-0527-7403-78DA-0963BFF1326E}"/>
                  </a:ext>
                </a:extLst>
              </p:cNvPr>
              <p:cNvSpPr>
                <a:spLocks noChangeAspect="1"/>
              </p:cNvSpPr>
              <p:nvPr/>
            </p:nvSpPr>
            <p:spPr>
              <a:xfrm>
                <a:off x="2828664" y="3567383"/>
                <a:ext cx="6582861" cy="6582144"/>
              </a:xfrm>
              <a:prstGeom prst="blockArc">
                <a:avLst>
                  <a:gd name="adj1" fmla="val 20383598"/>
                  <a:gd name="adj2" fmla="val 21592113"/>
                  <a:gd name="adj3" fmla="val 201"/>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51" name="Block Arc 150">
                <a:extLst>
                  <a:ext uri="{FF2B5EF4-FFF2-40B4-BE49-F238E27FC236}">
                    <a16:creationId xmlns:a16="http://schemas.microsoft.com/office/drawing/2014/main" id="{51E914C7-CBEF-EF5B-8D1F-BFAC7F974F3A}"/>
                  </a:ext>
                </a:extLst>
              </p:cNvPr>
              <p:cNvSpPr>
                <a:spLocks noChangeAspect="1"/>
              </p:cNvSpPr>
              <p:nvPr/>
            </p:nvSpPr>
            <p:spPr>
              <a:xfrm>
                <a:off x="3010698" y="3749397"/>
                <a:ext cx="6218792" cy="6218115"/>
              </a:xfrm>
              <a:prstGeom prst="blockArc">
                <a:avLst>
                  <a:gd name="adj1" fmla="val 20419191"/>
                  <a:gd name="adj2" fmla="val 2198"/>
                  <a:gd name="adj3" fmla="val 195"/>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52" name="Block Arc 151">
                <a:extLst>
                  <a:ext uri="{FF2B5EF4-FFF2-40B4-BE49-F238E27FC236}">
                    <a16:creationId xmlns:a16="http://schemas.microsoft.com/office/drawing/2014/main" id="{9592CE7E-FCDF-DCB0-5784-14B474DB5B69}"/>
                  </a:ext>
                </a:extLst>
              </p:cNvPr>
              <p:cNvSpPr>
                <a:spLocks noChangeAspect="1"/>
              </p:cNvSpPr>
              <p:nvPr/>
            </p:nvSpPr>
            <p:spPr>
              <a:xfrm>
                <a:off x="3376883" y="4115542"/>
                <a:ext cx="5486423" cy="5485826"/>
              </a:xfrm>
              <a:prstGeom prst="blockArc">
                <a:avLst>
                  <a:gd name="adj1" fmla="val 20540286"/>
                  <a:gd name="adj2" fmla="val 9628"/>
                  <a:gd name="adj3" fmla="val 302"/>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53" name="Block Arc 152">
                <a:extLst>
                  <a:ext uri="{FF2B5EF4-FFF2-40B4-BE49-F238E27FC236}">
                    <a16:creationId xmlns:a16="http://schemas.microsoft.com/office/drawing/2014/main" id="{E83CA11A-E22E-F3EA-92FD-A80CE9CDB726}"/>
                  </a:ext>
                </a:extLst>
              </p:cNvPr>
              <p:cNvSpPr>
                <a:spLocks noChangeAspect="1"/>
              </p:cNvSpPr>
              <p:nvPr/>
            </p:nvSpPr>
            <p:spPr>
              <a:xfrm>
                <a:off x="3558917" y="4297556"/>
                <a:ext cx="5122355" cy="5121797"/>
              </a:xfrm>
              <a:prstGeom prst="blockArc">
                <a:avLst>
                  <a:gd name="adj1" fmla="val 20618730"/>
                  <a:gd name="adj2" fmla="val 9615"/>
                  <a:gd name="adj3" fmla="val 237"/>
                </a:avLst>
              </a:prstGeom>
              <a:solidFill>
                <a:srgbClr val="FFFFFF"/>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Arial"/>
                </a:endParaRPr>
              </a:p>
            </p:txBody>
          </p:sp>
        </p:grpSp>
      </p:grpSp>
      <p:sp>
        <p:nvSpPr>
          <p:cNvPr id="139" name="Block Arc 138">
            <a:extLst>
              <a:ext uri="{FF2B5EF4-FFF2-40B4-BE49-F238E27FC236}">
                <a16:creationId xmlns:a16="http://schemas.microsoft.com/office/drawing/2014/main" id="{A0E119BF-8CCD-8796-4922-D2CACFA05BF9}"/>
              </a:ext>
            </a:extLst>
          </p:cNvPr>
          <p:cNvSpPr/>
          <p:nvPr/>
        </p:nvSpPr>
        <p:spPr>
          <a:xfrm rot="5400000">
            <a:off x="-598237" y="2317839"/>
            <a:ext cx="1916315" cy="2229864"/>
          </a:xfrm>
          <a:prstGeom prst="blockArc">
            <a:avLst>
              <a:gd name="adj1" fmla="val 10716181"/>
              <a:gd name="adj2" fmla="val 21599232"/>
              <a:gd name="adj3" fmla="val 602"/>
            </a:avLst>
          </a:prstGeom>
          <a:solidFill>
            <a:srgbClr val="000000">
              <a:lumMod val="85000"/>
              <a:lumOff val="15000"/>
            </a:srgbClr>
          </a:solidFill>
          <a:ln w="12700" cap="flat" cmpd="sng" algn="ctr">
            <a:noFill/>
            <a:prstDash val="solid"/>
            <a:miter lim="800000"/>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pic>
        <p:nvPicPr>
          <p:cNvPr id="169" name="Picture 168">
            <a:extLst>
              <a:ext uri="{FF2B5EF4-FFF2-40B4-BE49-F238E27FC236}">
                <a16:creationId xmlns:a16="http://schemas.microsoft.com/office/drawing/2014/main" id="{52F2EF57-37DC-AA36-A0D6-4F4A8ED5510B}"/>
              </a:ext>
            </a:extLst>
          </p:cNvPr>
          <p:cNvPicPr>
            <a:picLocks noChangeAspect="1"/>
          </p:cNvPicPr>
          <p:nvPr/>
        </p:nvPicPr>
        <p:blipFill>
          <a:blip r:embed="rId6"/>
          <a:stretch>
            <a:fillRect/>
          </a:stretch>
        </p:blipFill>
        <p:spPr>
          <a:xfrm>
            <a:off x="3757195" y="504610"/>
            <a:ext cx="5947469" cy="5878773"/>
          </a:xfrm>
          <a:prstGeom prst="rect">
            <a:avLst/>
          </a:prstGeom>
        </p:spPr>
      </p:pic>
      <p:pic>
        <p:nvPicPr>
          <p:cNvPr id="173" name="Picture 4">
            <a:extLst>
              <a:ext uri="{FF2B5EF4-FFF2-40B4-BE49-F238E27FC236}">
                <a16:creationId xmlns:a16="http://schemas.microsoft.com/office/drawing/2014/main" id="{4D2FB0FE-2798-5323-5553-1410677408D0}"/>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130628" y="2952449"/>
            <a:ext cx="1024367" cy="1059010"/>
          </a:xfrm>
          <a:prstGeom prst="rect">
            <a:avLst/>
          </a:prstGeom>
          <a:noFill/>
          <a:extLst>
            <a:ext uri="{909E8E84-426E-40DD-AFC4-6F175D3DCCD1}">
              <a14:hiddenFill xmlns:a14="http://schemas.microsoft.com/office/drawing/2010/main">
                <a:solidFill>
                  <a:srgbClr val="FFFFFF"/>
                </a:solidFill>
              </a14:hiddenFill>
            </a:ext>
          </a:extLst>
        </p:spPr>
      </p:pic>
      <p:sp>
        <p:nvSpPr>
          <p:cNvPr id="174" name="Freeform: Shape 173">
            <a:extLst>
              <a:ext uri="{FF2B5EF4-FFF2-40B4-BE49-F238E27FC236}">
                <a16:creationId xmlns:a16="http://schemas.microsoft.com/office/drawing/2014/main" id="{8D5A1AA7-8A33-2AE5-7DD9-00A58EFFCFF2}"/>
              </a:ext>
            </a:extLst>
          </p:cNvPr>
          <p:cNvSpPr/>
          <p:nvPr/>
        </p:nvSpPr>
        <p:spPr>
          <a:xfrm flipH="1">
            <a:off x="1169247" y="3099398"/>
            <a:ext cx="861810" cy="315720"/>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دانشگاه اصفهان</a:t>
            </a:r>
          </a:p>
        </p:txBody>
      </p:sp>
      <p:sp>
        <p:nvSpPr>
          <p:cNvPr id="175" name="Freeform: Shape 174">
            <a:extLst>
              <a:ext uri="{FF2B5EF4-FFF2-40B4-BE49-F238E27FC236}">
                <a16:creationId xmlns:a16="http://schemas.microsoft.com/office/drawing/2014/main" id="{F20D9EB9-963A-8761-FA34-228DE3EC1AE8}"/>
              </a:ext>
            </a:extLst>
          </p:cNvPr>
          <p:cNvSpPr/>
          <p:nvPr/>
        </p:nvSpPr>
        <p:spPr>
          <a:xfrm flipH="1">
            <a:off x="1152306" y="3485354"/>
            <a:ext cx="1324198" cy="315720"/>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دانشکده مهندسی کامپیوتر</a:t>
            </a:r>
          </a:p>
        </p:txBody>
      </p:sp>
      <p:sp>
        <p:nvSpPr>
          <p:cNvPr id="176" name="Freeform: Shape 175">
            <a:extLst>
              <a:ext uri="{FF2B5EF4-FFF2-40B4-BE49-F238E27FC236}">
                <a16:creationId xmlns:a16="http://schemas.microsoft.com/office/drawing/2014/main" id="{4E2DB773-482E-DC3F-1F0F-9A8CBD3192AF}"/>
              </a:ext>
            </a:extLst>
          </p:cNvPr>
          <p:cNvSpPr/>
          <p:nvPr/>
        </p:nvSpPr>
        <p:spPr>
          <a:xfrm flipH="1">
            <a:off x="934521" y="3869871"/>
            <a:ext cx="1375323" cy="315720"/>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800" b="1" dirty="0">
                <a:solidFill>
                  <a:prstClr val="white"/>
                </a:solidFill>
                <a:latin typeface="Shabnam" panose="020B0603030804020204" pitchFamily="34" charset="-78"/>
                <a:cs typeface="Shabnam" panose="020B0603030804020204" pitchFamily="34" charset="-78"/>
              </a:rPr>
              <a:t>گروه هوش مصنوعی و رباتیک</a:t>
            </a:r>
          </a:p>
        </p:txBody>
      </p:sp>
      <p:sp>
        <p:nvSpPr>
          <p:cNvPr id="177" name="TextBox 176">
            <a:extLst>
              <a:ext uri="{FF2B5EF4-FFF2-40B4-BE49-F238E27FC236}">
                <a16:creationId xmlns:a16="http://schemas.microsoft.com/office/drawing/2014/main" id="{29BD046B-0BBD-64FD-D800-4D564248C2DE}"/>
              </a:ext>
            </a:extLst>
          </p:cNvPr>
          <p:cNvSpPr txBox="1"/>
          <p:nvPr/>
        </p:nvSpPr>
        <p:spPr>
          <a:xfrm>
            <a:off x="394775" y="6162908"/>
            <a:ext cx="3238519" cy="27699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lgn="r"/>
            <a:r>
              <a:rPr lang="fa-IR" sz="1200" b="1" dirty="0">
                <a:latin typeface="Vazir Light FD" panose="020B0604020202020204" charset="-78"/>
                <a:cs typeface="Vazir Light FD" panose="020B0604020202020204" charset="-78"/>
              </a:rPr>
              <a:t>محمد امین کیانی، ارائه درس سمینار و روش پژوهش</a:t>
            </a:r>
            <a:endParaRPr lang="en-US" sz="1200" b="1" dirty="0">
              <a:latin typeface="Vazir Light FD" panose="020B0604020202020204" charset="-78"/>
              <a:cs typeface="Vazir Light FD" panose="020B0604020202020204" charset="-78"/>
            </a:endParaRPr>
          </a:p>
        </p:txBody>
      </p:sp>
    </p:spTree>
    <p:extLst>
      <p:ext uri="{BB962C8B-B14F-4D97-AF65-F5344CB8AC3E}">
        <p14:creationId xmlns:p14="http://schemas.microsoft.com/office/powerpoint/2010/main" val="556642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2F2">
            <a:alpha val="40000"/>
          </a:srgbClr>
        </a:solidFill>
        <a:effectLst/>
      </p:bgPr>
    </p:bg>
    <p:spTree>
      <p:nvGrpSpPr>
        <p:cNvPr id="1" name="">
          <a:extLst>
            <a:ext uri="{FF2B5EF4-FFF2-40B4-BE49-F238E27FC236}">
              <a16:creationId xmlns:a16="http://schemas.microsoft.com/office/drawing/2014/main" id="{3588CCE6-C30D-6C3C-C276-CB9D9CA34275}"/>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2303CB0F-266D-D2AD-4091-04C47F687799}"/>
              </a:ext>
            </a:extLst>
          </p:cNvPr>
          <p:cNvPicPr>
            <a:picLocks noChangeAspect="1"/>
          </p:cNvPicPr>
          <p:nvPr/>
        </p:nvPicPr>
        <p:blipFill>
          <a:blip r:embed="rId2"/>
          <a:stretch>
            <a:fillRect/>
          </a:stretch>
        </p:blipFill>
        <p:spPr>
          <a:xfrm>
            <a:off x="80123" y="1765477"/>
            <a:ext cx="12031754" cy="5007264"/>
          </a:xfrm>
          <a:prstGeom prst="rect">
            <a:avLst/>
          </a:prstGeom>
        </p:spPr>
      </p:pic>
      <p:sp>
        <p:nvSpPr>
          <p:cNvPr id="2" name="Freeform: Shape 1">
            <a:extLst>
              <a:ext uri="{FF2B5EF4-FFF2-40B4-BE49-F238E27FC236}">
                <a16:creationId xmlns:a16="http://schemas.microsoft.com/office/drawing/2014/main" id="{096CE2A3-1194-5D74-8D0C-915E32D3AF2F}"/>
              </a:ext>
            </a:extLst>
          </p:cNvPr>
          <p:cNvSpPr/>
          <p:nvPr/>
        </p:nvSpPr>
        <p:spPr>
          <a:xfrm>
            <a:off x="11498811" y="6010082"/>
            <a:ext cx="1082559" cy="490325"/>
          </a:xfrm>
          <a:custGeom>
            <a:avLst/>
            <a:gdLst>
              <a:gd name="connsiteX0" fmla="*/ 953469 w 1082559"/>
              <a:gd name="connsiteY0" fmla="*/ 0 h 490325"/>
              <a:gd name="connsiteX1" fmla="*/ 801232 w 1082559"/>
              <a:gd name="connsiteY1" fmla="*/ 0 h 490325"/>
              <a:gd name="connsiteX2" fmla="*/ 281327 w 1082559"/>
              <a:gd name="connsiteY2" fmla="*/ 0 h 490325"/>
              <a:gd name="connsiteX3" fmla="*/ 129090 w 1082559"/>
              <a:gd name="connsiteY3" fmla="*/ 0 h 490325"/>
              <a:gd name="connsiteX4" fmla="*/ 0 w 1082559"/>
              <a:gd name="connsiteY4" fmla="*/ 245162 h 490325"/>
              <a:gd name="connsiteX5" fmla="*/ 129090 w 1082559"/>
              <a:gd name="connsiteY5" fmla="*/ 490325 h 490325"/>
              <a:gd name="connsiteX6" fmla="*/ 281327 w 1082559"/>
              <a:gd name="connsiteY6" fmla="*/ 490325 h 490325"/>
              <a:gd name="connsiteX7" fmla="*/ 801232 w 1082559"/>
              <a:gd name="connsiteY7" fmla="*/ 490325 h 490325"/>
              <a:gd name="connsiteX8" fmla="*/ 953469 w 1082559"/>
              <a:gd name="connsiteY8" fmla="*/ 490325 h 490325"/>
              <a:gd name="connsiteX9" fmla="*/ 1082559 w 1082559"/>
              <a:gd name="connsiteY9" fmla="*/ 245162 h 49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559" h="490325">
                <a:moveTo>
                  <a:pt x="953469" y="0"/>
                </a:moveTo>
                <a:lnTo>
                  <a:pt x="801232" y="0"/>
                </a:lnTo>
                <a:lnTo>
                  <a:pt x="281327" y="0"/>
                </a:lnTo>
                <a:lnTo>
                  <a:pt x="129090" y="0"/>
                </a:lnTo>
                <a:lnTo>
                  <a:pt x="0" y="245162"/>
                </a:lnTo>
                <a:lnTo>
                  <a:pt x="129090" y="490325"/>
                </a:lnTo>
                <a:lnTo>
                  <a:pt x="281327" y="490325"/>
                </a:lnTo>
                <a:lnTo>
                  <a:pt x="801232" y="490325"/>
                </a:lnTo>
                <a:lnTo>
                  <a:pt x="953469" y="490325"/>
                </a:lnTo>
                <a:lnTo>
                  <a:pt x="1082559" y="245162"/>
                </a:lnTo>
                <a:close/>
              </a:path>
            </a:pathLst>
          </a:custGeom>
          <a:solidFill>
            <a:srgbClr val="262344"/>
          </a:solidFill>
          <a:ln w="28575">
            <a:noFill/>
            <a:prstDash val="sysDot"/>
          </a:ln>
          <a:effectLst>
            <a:outerShdw blurRad="127000" dist="508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1800" b="0" i="0" u="none" strike="noStrike" kern="1200" cap="none" spc="0" normalizeH="0" baseline="0" noProof="0" dirty="0">
              <a:ln>
                <a:noFill/>
              </a:ln>
              <a:solidFill>
                <a:prstClr val="white"/>
              </a:solidFill>
              <a:effectLst/>
              <a:uLnTx/>
              <a:uFillTx/>
              <a:latin typeface="Calibri" panose="020F0502020204030204"/>
              <a:ea typeface="+mn-ea"/>
              <a:cs typeface="Arial"/>
            </a:endParaRPr>
          </a:p>
        </p:txBody>
      </p:sp>
      <p:sp>
        <p:nvSpPr>
          <p:cNvPr id="5" name="TextBox 4">
            <a:extLst>
              <a:ext uri="{FF2B5EF4-FFF2-40B4-BE49-F238E27FC236}">
                <a16:creationId xmlns:a16="http://schemas.microsoft.com/office/drawing/2014/main" id="{7F742AC3-BD16-2F27-1408-2A0E7BF29B6B}"/>
              </a:ext>
            </a:extLst>
          </p:cNvPr>
          <p:cNvSpPr txBox="1"/>
          <p:nvPr/>
        </p:nvSpPr>
        <p:spPr>
          <a:xfrm>
            <a:off x="11498811" y="6112895"/>
            <a:ext cx="806054" cy="320088"/>
          </a:xfrm>
          <a:prstGeom prst="rect">
            <a:avLst/>
          </a:prstGeom>
          <a:noFill/>
        </p:spPr>
        <p:txBody>
          <a:bodyPr wrap="square">
            <a:spAutoFit/>
          </a:bodyPr>
          <a:lstStyle/>
          <a:p>
            <a:pPr marL="0" marR="0" lvl="0" indent="0" algn="ctr" defTabSz="1466850" rtl="0" eaLnBrk="1" fontAlgn="auto" latinLnBrk="0" hangingPunct="1">
              <a:lnSpc>
                <a:spcPct val="90000"/>
              </a:lnSpc>
              <a:spcBef>
                <a:spcPct val="0"/>
              </a:spcBef>
              <a:spcAft>
                <a:spcPct val="35000"/>
              </a:spcAft>
              <a:buClrTx/>
              <a:buSzTx/>
              <a:buFontTx/>
              <a:buNone/>
              <a:tabLst/>
              <a:defRPr/>
            </a:pPr>
            <a:r>
              <a:rPr kumimoji="0" lang="fa-IR" sz="1600" b="1" i="0" u="none" strike="noStrike" kern="1200" cap="none" spc="0" normalizeH="0" baseline="0" noProof="0" dirty="0">
                <a:ln>
                  <a:noFill/>
                </a:ln>
                <a:solidFill>
                  <a:srgbClr val="FFFFFF"/>
                </a:solidFill>
                <a:effectLst/>
                <a:uLnTx/>
                <a:uFillTx/>
                <a:latin typeface="Vazir Light FD" panose="020B0604020202020204" charset="-78"/>
                <a:cs typeface="Vazir Light FD" panose="020B0604020202020204" charset="-78"/>
              </a:rPr>
              <a:t>23/23</a:t>
            </a:r>
          </a:p>
        </p:txBody>
      </p:sp>
      <p:grpSp>
        <p:nvGrpSpPr>
          <p:cNvPr id="27" name="Group 26">
            <a:extLst>
              <a:ext uri="{FF2B5EF4-FFF2-40B4-BE49-F238E27FC236}">
                <a16:creationId xmlns:a16="http://schemas.microsoft.com/office/drawing/2014/main" id="{1BC906CD-FDFC-D844-42AD-F91DBAFB0CA3}"/>
              </a:ext>
            </a:extLst>
          </p:cNvPr>
          <p:cNvGrpSpPr/>
          <p:nvPr/>
        </p:nvGrpSpPr>
        <p:grpSpPr>
          <a:xfrm>
            <a:off x="1434812" y="2116043"/>
            <a:ext cx="9228138" cy="840708"/>
            <a:chOff x="96972" y="3329166"/>
            <a:chExt cx="12012789" cy="1378106"/>
          </a:xfrm>
          <a:solidFill>
            <a:srgbClr val="FFD966">
              <a:alpha val="70000"/>
            </a:srgbClr>
          </a:solidFill>
        </p:grpSpPr>
        <p:sp>
          <p:nvSpPr>
            <p:cNvPr id="28" name="Freeform: Shape 27">
              <a:extLst>
                <a:ext uri="{FF2B5EF4-FFF2-40B4-BE49-F238E27FC236}">
                  <a16:creationId xmlns:a16="http://schemas.microsoft.com/office/drawing/2014/main" id="{F1DEC26F-946B-D9FF-DA34-8EB08885BF4F}"/>
                </a:ext>
              </a:extLst>
            </p:cNvPr>
            <p:cNvSpPr/>
            <p:nvPr/>
          </p:nvSpPr>
          <p:spPr>
            <a:xfrm>
              <a:off x="96972" y="3457933"/>
              <a:ext cx="5982915" cy="1120573"/>
            </a:xfrm>
            <a:custGeom>
              <a:avLst/>
              <a:gdLst>
                <a:gd name="connsiteX0" fmla="*/ 5655946 w 7915276"/>
                <a:gd name="connsiteY0" fmla="*/ 914400 h 1920240"/>
                <a:gd name="connsiteX1" fmla="*/ 5697856 w 7915276"/>
                <a:gd name="connsiteY1" fmla="*/ 914400 h 1920240"/>
                <a:gd name="connsiteX2" fmla="*/ 5743576 w 7915276"/>
                <a:gd name="connsiteY2" fmla="*/ 960120 h 1920240"/>
                <a:gd name="connsiteX3" fmla="*/ 5697856 w 7915276"/>
                <a:gd name="connsiteY3" fmla="*/ 1005840 h 1920240"/>
                <a:gd name="connsiteX4" fmla="*/ 5655946 w 7915276"/>
                <a:gd name="connsiteY4" fmla="*/ 1005840 h 1920240"/>
                <a:gd name="connsiteX5" fmla="*/ 5610226 w 7915276"/>
                <a:gd name="connsiteY5" fmla="*/ 960120 h 1920240"/>
                <a:gd name="connsiteX6" fmla="*/ 5655946 w 7915276"/>
                <a:gd name="connsiteY6" fmla="*/ 914400 h 1920240"/>
                <a:gd name="connsiteX7" fmla="*/ 1514477 w 7915276"/>
                <a:gd name="connsiteY7" fmla="*/ 868680 h 1920240"/>
                <a:gd name="connsiteX8" fmla="*/ 1581151 w 7915276"/>
                <a:gd name="connsiteY8" fmla="*/ 935355 h 1920240"/>
                <a:gd name="connsiteX9" fmla="*/ 1581151 w 7915276"/>
                <a:gd name="connsiteY9" fmla="*/ 984885 h 1920240"/>
                <a:gd name="connsiteX10" fmla="*/ 1514477 w 7915276"/>
                <a:gd name="connsiteY10" fmla="*/ 1051560 h 1920240"/>
                <a:gd name="connsiteX11" fmla="*/ 1447801 w 7915276"/>
                <a:gd name="connsiteY11" fmla="*/ 984885 h 1920240"/>
                <a:gd name="connsiteX12" fmla="*/ 1447801 w 7915276"/>
                <a:gd name="connsiteY12" fmla="*/ 935355 h 1920240"/>
                <a:gd name="connsiteX13" fmla="*/ 1514477 w 7915276"/>
                <a:gd name="connsiteY13" fmla="*/ 868680 h 1920240"/>
                <a:gd name="connsiteX14" fmla="*/ 1695451 w 7915276"/>
                <a:gd name="connsiteY14" fmla="*/ 822960 h 1920240"/>
                <a:gd name="connsiteX15" fmla="*/ 1762126 w 7915276"/>
                <a:gd name="connsiteY15" fmla="*/ 889635 h 1920240"/>
                <a:gd name="connsiteX16" fmla="*/ 1762126 w 7915276"/>
                <a:gd name="connsiteY16" fmla="*/ 1030605 h 1920240"/>
                <a:gd name="connsiteX17" fmla="*/ 1695451 w 7915276"/>
                <a:gd name="connsiteY17" fmla="*/ 1097280 h 1920240"/>
                <a:gd name="connsiteX18" fmla="*/ 1628777 w 7915276"/>
                <a:gd name="connsiteY18" fmla="*/ 1030605 h 1920240"/>
                <a:gd name="connsiteX19" fmla="*/ 1628777 w 7915276"/>
                <a:gd name="connsiteY19" fmla="*/ 889635 h 1920240"/>
                <a:gd name="connsiteX20" fmla="*/ 1695451 w 7915276"/>
                <a:gd name="connsiteY20" fmla="*/ 822960 h 1920240"/>
                <a:gd name="connsiteX21" fmla="*/ 1152526 w 7915276"/>
                <a:gd name="connsiteY21" fmla="*/ 822960 h 1920240"/>
                <a:gd name="connsiteX22" fmla="*/ 1219202 w 7915276"/>
                <a:gd name="connsiteY22" fmla="*/ 889635 h 1920240"/>
                <a:gd name="connsiteX23" fmla="*/ 1219202 w 7915276"/>
                <a:gd name="connsiteY23" fmla="*/ 1030605 h 1920240"/>
                <a:gd name="connsiteX24" fmla="*/ 1152526 w 7915276"/>
                <a:gd name="connsiteY24" fmla="*/ 1097280 h 1920240"/>
                <a:gd name="connsiteX25" fmla="*/ 1085851 w 7915276"/>
                <a:gd name="connsiteY25" fmla="*/ 1030605 h 1920240"/>
                <a:gd name="connsiteX26" fmla="*/ 1085851 w 7915276"/>
                <a:gd name="connsiteY26" fmla="*/ 889635 h 1920240"/>
                <a:gd name="connsiteX27" fmla="*/ 1152526 w 7915276"/>
                <a:gd name="connsiteY27" fmla="*/ 822960 h 1920240"/>
                <a:gd name="connsiteX28" fmla="*/ 7848601 w 7915276"/>
                <a:gd name="connsiteY28" fmla="*/ 777240 h 1920240"/>
                <a:gd name="connsiteX29" fmla="*/ 7915276 w 7915276"/>
                <a:gd name="connsiteY29" fmla="*/ 843915 h 1920240"/>
                <a:gd name="connsiteX30" fmla="*/ 7915276 w 7915276"/>
                <a:gd name="connsiteY30" fmla="*/ 1076325 h 1920240"/>
                <a:gd name="connsiteX31" fmla="*/ 7848601 w 7915276"/>
                <a:gd name="connsiteY31" fmla="*/ 1143000 h 1920240"/>
                <a:gd name="connsiteX32" fmla="*/ 7781926 w 7915276"/>
                <a:gd name="connsiteY32" fmla="*/ 1076325 h 1920240"/>
                <a:gd name="connsiteX33" fmla="*/ 7781926 w 7915276"/>
                <a:gd name="connsiteY33" fmla="*/ 843915 h 1920240"/>
                <a:gd name="connsiteX34" fmla="*/ 7848601 w 7915276"/>
                <a:gd name="connsiteY34" fmla="*/ 777240 h 1920240"/>
                <a:gd name="connsiteX35" fmla="*/ 1876426 w 7915276"/>
                <a:gd name="connsiteY35" fmla="*/ 777240 h 1920240"/>
                <a:gd name="connsiteX36" fmla="*/ 1943101 w 7915276"/>
                <a:gd name="connsiteY36" fmla="*/ 843915 h 1920240"/>
                <a:gd name="connsiteX37" fmla="*/ 1943101 w 7915276"/>
                <a:gd name="connsiteY37" fmla="*/ 1076325 h 1920240"/>
                <a:gd name="connsiteX38" fmla="*/ 1876426 w 7915276"/>
                <a:gd name="connsiteY38" fmla="*/ 1143000 h 1920240"/>
                <a:gd name="connsiteX39" fmla="*/ 1809751 w 7915276"/>
                <a:gd name="connsiteY39" fmla="*/ 1076325 h 1920240"/>
                <a:gd name="connsiteX40" fmla="*/ 1809751 w 7915276"/>
                <a:gd name="connsiteY40" fmla="*/ 843915 h 1920240"/>
                <a:gd name="connsiteX41" fmla="*/ 1876426 w 7915276"/>
                <a:gd name="connsiteY41" fmla="*/ 777240 h 1920240"/>
                <a:gd name="connsiteX42" fmla="*/ 1333501 w 7915276"/>
                <a:gd name="connsiteY42" fmla="*/ 777240 h 1920240"/>
                <a:gd name="connsiteX43" fmla="*/ 1400176 w 7915276"/>
                <a:gd name="connsiteY43" fmla="*/ 843915 h 1920240"/>
                <a:gd name="connsiteX44" fmla="*/ 1400176 w 7915276"/>
                <a:gd name="connsiteY44" fmla="*/ 1076325 h 1920240"/>
                <a:gd name="connsiteX45" fmla="*/ 1333501 w 7915276"/>
                <a:gd name="connsiteY45" fmla="*/ 1143000 h 1920240"/>
                <a:gd name="connsiteX46" fmla="*/ 1266826 w 7915276"/>
                <a:gd name="connsiteY46" fmla="*/ 1076325 h 1920240"/>
                <a:gd name="connsiteX47" fmla="*/ 1266826 w 7915276"/>
                <a:gd name="connsiteY47" fmla="*/ 843915 h 1920240"/>
                <a:gd name="connsiteX48" fmla="*/ 1333501 w 7915276"/>
                <a:gd name="connsiteY48" fmla="*/ 777240 h 1920240"/>
                <a:gd name="connsiteX49" fmla="*/ 7305676 w 7915276"/>
                <a:gd name="connsiteY49" fmla="*/ 731520 h 1920240"/>
                <a:gd name="connsiteX50" fmla="*/ 7372351 w 7915276"/>
                <a:gd name="connsiteY50" fmla="*/ 798195 h 1920240"/>
                <a:gd name="connsiteX51" fmla="*/ 7372351 w 7915276"/>
                <a:gd name="connsiteY51" fmla="*/ 1122045 h 1920240"/>
                <a:gd name="connsiteX52" fmla="*/ 7305676 w 7915276"/>
                <a:gd name="connsiteY52" fmla="*/ 1188720 h 1920240"/>
                <a:gd name="connsiteX53" fmla="*/ 7239001 w 7915276"/>
                <a:gd name="connsiteY53" fmla="*/ 1122045 h 1920240"/>
                <a:gd name="connsiteX54" fmla="*/ 7239001 w 7915276"/>
                <a:gd name="connsiteY54" fmla="*/ 798195 h 1920240"/>
                <a:gd name="connsiteX55" fmla="*/ 7305676 w 7915276"/>
                <a:gd name="connsiteY55" fmla="*/ 731520 h 1920240"/>
                <a:gd name="connsiteX56" fmla="*/ 5314951 w 7915276"/>
                <a:gd name="connsiteY56" fmla="*/ 731520 h 1920240"/>
                <a:gd name="connsiteX57" fmla="*/ 5381626 w 7915276"/>
                <a:gd name="connsiteY57" fmla="*/ 798195 h 1920240"/>
                <a:gd name="connsiteX58" fmla="*/ 5381626 w 7915276"/>
                <a:gd name="connsiteY58" fmla="*/ 1122045 h 1920240"/>
                <a:gd name="connsiteX59" fmla="*/ 5314951 w 7915276"/>
                <a:gd name="connsiteY59" fmla="*/ 1188720 h 1920240"/>
                <a:gd name="connsiteX60" fmla="*/ 5248276 w 7915276"/>
                <a:gd name="connsiteY60" fmla="*/ 1122045 h 1920240"/>
                <a:gd name="connsiteX61" fmla="*/ 5248276 w 7915276"/>
                <a:gd name="connsiteY61" fmla="*/ 798195 h 1920240"/>
                <a:gd name="connsiteX62" fmla="*/ 5314951 w 7915276"/>
                <a:gd name="connsiteY62" fmla="*/ 731520 h 1920240"/>
                <a:gd name="connsiteX63" fmla="*/ 2057401 w 7915276"/>
                <a:gd name="connsiteY63" fmla="*/ 731520 h 1920240"/>
                <a:gd name="connsiteX64" fmla="*/ 2124076 w 7915276"/>
                <a:gd name="connsiteY64" fmla="*/ 798195 h 1920240"/>
                <a:gd name="connsiteX65" fmla="*/ 2124076 w 7915276"/>
                <a:gd name="connsiteY65" fmla="*/ 1122045 h 1920240"/>
                <a:gd name="connsiteX66" fmla="*/ 2057401 w 7915276"/>
                <a:gd name="connsiteY66" fmla="*/ 1188720 h 1920240"/>
                <a:gd name="connsiteX67" fmla="*/ 1990726 w 7915276"/>
                <a:gd name="connsiteY67" fmla="*/ 1122045 h 1920240"/>
                <a:gd name="connsiteX68" fmla="*/ 1990726 w 7915276"/>
                <a:gd name="connsiteY68" fmla="*/ 798195 h 1920240"/>
                <a:gd name="connsiteX69" fmla="*/ 2057401 w 7915276"/>
                <a:gd name="connsiteY69" fmla="*/ 731520 h 1920240"/>
                <a:gd name="connsiteX70" fmla="*/ 971551 w 7915276"/>
                <a:gd name="connsiteY70" fmla="*/ 731520 h 1920240"/>
                <a:gd name="connsiteX71" fmla="*/ 1038226 w 7915276"/>
                <a:gd name="connsiteY71" fmla="*/ 798195 h 1920240"/>
                <a:gd name="connsiteX72" fmla="*/ 1038226 w 7915276"/>
                <a:gd name="connsiteY72" fmla="*/ 1122045 h 1920240"/>
                <a:gd name="connsiteX73" fmla="*/ 971551 w 7915276"/>
                <a:gd name="connsiteY73" fmla="*/ 1188720 h 1920240"/>
                <a:gd name="connsiteX74" fmla="*/ 904876 w 7915276"/>
                <a:gd name="connsiteY74" fmla="*/ 1122045 h 1920240"/>
                <a:gd name="connsiteX75" fmla="*/ 904876 w 7915276"/>
                <a:gd name="connsiteY75" fmla="*/ 798195 h 1920240"/>
                <a:gd name="connsiteX76" fmla="*/ 971551 w 7915276"/>
                <a:gd name="connsiteY76" fmla="*/ 731520 h 1920240"/>
                <a:gd name="connsiteX77" fmla="*/ 5857876 w 7915276"/>
                <a:gd name="connsiteY77" fmla="*/ 685800 h 1920240"/>
                <a:gd name="connsiteX78" fmla="*/ 5924551 w 7915276"/>
                <a:gd name="connsiteY78" fmla="*/ 752475 h 1920240"/>
                <a:gd name="connsiteX79" fmla="*/ 5924551 w 7915276"/>
                <a:gd name="connsiteY79" fmla="*/ 1167765 h 1920240"/>
                <a:gd name="connsiteX80" fmla="*/ 5857876 w 7915276"/>
                <a:gd name="connsiteY80" fmla="*/ 1234440 h 1920240"/>
                <a:gd name="connsiteX81" fmla="*/ 5791201 w 7915276"/>
                <a:gd name="connsiteY81" fmla="*/ 1167765 h 1920240"/>
                <a:gd name="connsiteX82" fmla="*/ 5791201 w 7915276"/>
                <a:gd name="connsiteY82" fmla="*/ 752475 h 1920240"/>
                <a:gd name="connsiteX83" fmla="*/ 5857876 w 7915276"/>
                <a:gd name="connsiteY83" fmla="*/ 685800 h 1920240"/>
                <a:gd name="connsiteX84" fmla="*/ 5495926 w 7915276"/>
                <a:gd name="connsiteY84" fmla="*/ 685800 h 1920240"/>
                <a:gd name="connsiteX85" fmla="*/ 5562601 w 7915276"/>
                <a:gd name="connsiteY85" fmla="*/ 752475 h 1920240"/>
                <a:gd name="connsiteX86" fmla="*/ 5562601 w 7915276"/>
                <a:gd name="connsiteY86" fmla="*/ 1167765 h 1920240"/>
                <a:gd name="connsiteX87" fmla="*/ 5495926 w 7915276"/>
                <a:gd name="connsiteY87" fmla="*/ 1234440 h 1920240"/>
                <a:gd name="connsiteX88" fmla="*/ 5429251 w 7915276"/>
                <a:gd name="connsiteY88" fmla="*/ 1167765 h 1920240"/>
                <a:gd name="connsiteX89" fmla="*/ 5429251 w 7915276"/>
                <a:gd name="connsiteY89" fmla="*/ 752475 h 1920240"/>
                <a:gd name="connsiteX90" fmla="*/ 5495926 w 7915276"/>
                <a:gd name="connsiteY90" fmla="*/ 685800 h 1920240"/>
                <a:gd name="connsiteX91" fmla="*/ 2238376 w 7915276"/>
                <a:gd name="connsiteY91" fmla="*/ 685800 h 1920240"/>
                <a:gd name="connsiteX92" fmla="*/ 2305051 w 7915276"/>
                <a:gd name="connsiteY92" fmla="*/ 752475 h 1920240"/>
                <a:gd name="connsiteX93" fmla="*/ 2305051 w 7915276"/>
                <a:gd name="connsiteY93" fmla="*/ 1167765 h 1920240"/>
                <a:gd name="connsiteX94" fmla="*/ 2238376 w 7915276"/>
                <a:gd name="connsiteY94" fmla="*/ 1234440 h 1920240"/>
                <a:gd name="connsiteX95" fmla="*/ 2171701 w 7915276"/>
                <a:gd name="connsiteY95" fmla="*/ 1167765 h 1920240"/>
                <a:gd name="connsiteX96" fmla="*/ 2171701 w 7915276"/>
                <a:gd name="connsiteY96" fmla="*/ 752475 h 1920240"/>
                <a:gd name="connsiteX97" fmla="*/ 2238376 w 7915276"/>
                <a:gd name="connsiteY97" fmla="*/ 685800 h 1920240"/>
                <a:gd name="connsiteX98" fmla="*/ 609602 w 7915276"/>
                <a:gd name="connsiteY98" fmla="*/ 679356 h 1920240"/>
                <a:gd name="connsiteX99" fmla="*/ 676276 w 7915276"/>
                <a:gd name="connsiteY99" fmla="*/ 746031 h 1920240"/>
                <a:gd name="connsiteX100" fmla="*/ 676275 w 7915276"/>
                <a:gd name="connsiteY100" fmla="*/ 1174211 h 1920240"/>
                <a:gd name="connsiteX101" fmla="*/ 609600 w 7915276"/>
                <a:gd name="connsiteY101" fmla="*/ 1240886 h 1920240"/>
                <a:gd name="connsiteX102" fmla="*/ 609602 w 7915276"/>
                <a:gd name="connsiteY102" fmla="*/ 1240885 h 1920240"/>
                <a:gd name="connsiteX103" fmla="*/ 542926 w 7915276"/>
                <a:gd name="connsiteY103" fmla="*/ 1174210 h 1920240"/>
                <a:gd name="connsiteX104" fmla="*/ 542926 w 7915276"/>
                <a:gd name="connsiteY104" fmla="*/ 746031 h 1920240"/>
                <a:gd name="connsiteX105" fmla="*/ 609602 w 7915276"/>
                <a:gd name="connsiteY105" fmla="*/ 679356 h 1920240"/>
                <a:gd name="connsiteX106" fmla="*/ 6943726 w 7915276"/>
                <a:gd name="connsiteY106" fmla="*/ 640080 h 1920240"/>
                <a:gd name="connsiteX107" fmla="*/ 7010401 w 7915276"/>
                <a:gd name="connsiteY107" fmla="*/ 706755 h 1920240"/>
                <a:gd name="connsiteX108" fmla="*/ 7010401 w 7915276"/>
                <a:gd name="connsiteY108" fmla="*/ 1213485 h 1920240"/>
                <a:gd name="connsiteX109" fmla="*/ 6943726 w 7915276"/>
                <a:gd name="connsiteY109" fmla="*/ 1280160 h 1920240"/>
                <a:gd name="connsiteX110" fmla="*/ 6877051 w 7915276"/>
                <a:gd name="connsiteY110" fmla="*/ 1213485 h 1920240"/>
                <a:gd name="connsiteX111" fmla="*/ 6877051 w 7915276"/>
                <a:gd name="connsiteY111" fmla="*/ 706755 h 1920240"/>
                <a:gd name="connsiteX112" fmla="*/ 6943726 w 7915276"/>
                <a:gd name="connsiteY112" fmla="*/ 640080 h 1920240"/>
                <a:gd name="connsiteX113" fmla="*/ 5133976 w 7915276"/>
                <a:gd name="connsiteY113" fmla="*/ 640080 h 1920240"/>
                <a:gd name="connsiteX114" fmla="*/ 5200651 w 7915276"/>
                <a:gd name="connsiteY114" fmla="*/ 706755 h 1920240"/>
                <a:gd name="connsiteX115" fmla="*/ 5200651 w 7915276"/>
                <a:gd name="connsiteY115" fmla="*/ 1213485 h 1920240"/>
                <a:gd name="connsiteX116" fmla="*/ 5133976 w 7915276"/>
                <a:gd name="connsiteY116" fmla="*/ 1280160 h 1920240"/>
                <a:gd name="connsiteX117" fmla="*/ 5067301 w 7915276"/>
                <a:gd name="connsiteY117" fmla="*/ 1213485 h 1920240"/>
                <a:gd name="connsiteX118" fmla="*/ 5067301 w 7915276"/>
                <a:gd name="connsiteY118" fmla="*/ 706755 h 1920240"/>
                <a:gd name="connsiteX119" fmla="*/ 5133976 w 7915276"/>
                <a:gd name="connsiteY119" fmla="*/ 640080 h 1920240"/>
                <a:gd name="connsiteX120" fmla="*/ 790576 w 7915276"/>
                <a:gd name="connsiteY120" fmla="*/ 640080 h 1920240"/>
                <a:gd name="connsiteX121" fmla="*/ 857251 w 7915276"/>
                <a:gd name="connsiteY121" fmla="*/ 706755 h 1920240"/>
                <a:gd name="connsiteX122" fmla="*/ 857251 w 7915276"/>
                <a:gd name="connsiteY122" fmla="*/ 1213485 h 1920240"/>
                <a:gd name="connsiteX123" fmla="*/ 790576 w 7915276"/>
                <a:gd name="connsiteY123" fmla="*/ 1280160 h 1920240"/>
                <a:gd name="connsiteX124" fmla="*/ 723902 w 7915276"/>
                <a:gd name="connsiteY124" fmla="*/ 1213485 h 1920240"/>
                <a:gd name="connsiteX125" fmla="*/ 723902 w 7915276"/>
                <a:gd name="connsiteY125" fmla="*/ 706755 h 1920240"/>
                <a:gd name="connsiteX126" fmla="*/ 790576 w 7915276"/>
                <a:gd name="connsiteY126" fmla="*/ 640080 h 1920240"/>
                <a:gd name="connsiteX127" fmla="*/ 7486651 w 7915276"/>
                <a:gd name="connsiteY127" fmla="*/ 548640 h 1920240"/>
                <a:gd name="connsiteX128" fmla="*/ 7553326 w 7915276"/>
                <a:gd name="connsiteY128" fmla="*/ 615315 h 1920240"/>
                <a:gd name="connsiteX129" fmla="*/ 7553326 w 7915276"/>
                <a:gd name="connsiteY129" fmla="*/ 1304925 h 1920240"/>
                <a:gd name="connsiteX130" fmla="*/ 7486651 w 7915276"/>
                <a:gd name="connsiteY130" fmla="*/ 1371600 h 1920240"/>
                <a:gd name="connsiteX131" fmla="*/ 7419976 w 7915276"/>
                <a:gd name="connsiteY131" fmla="*/ 1304925 h 1920240"/>
                <a:gd name="connsiteX132" fmla="*/ 7419976 w 7915276"/>
                <a:gd name="connsiteY132" fmla="*/ 615315 h 1920240"/>
                <a:gd name="connsiteX133" fmla="*/ 7486651 w 7915276"/>
                <a:gd name="connsiteY133" fmla="*/ 548640 h 1920240"/>
                <a:gd name="connsiteX134" fmla="*/ 2419351 w 7915276"/>
                <a:gd name="connsiteY134" fmla="*/ 548640 h 1920240"/>
                <a:gd name="connsiteX135" fmla="*/ 2486026 w 7915276"/>
                <a:gd name="connsiteY135" fmla="*/ 615315 h 1920240"/>
                <a:gd name="connsiteX136" fmla="*/ 2486026 w 7915276"/>
                <a:gd name="connsiteY136" fmla="*/ 1304925 h 1920240"/>
                <a:gd name="connsiteX137" fmla="*/ 2419351 w 7915276"/>
                <a:gd name="connsiteY137" fmla="*/ 1371600 h 1920240"/>
                <a:gd name="connsiteX138" fmla="*/ 2352676 w 7915276"/>
                <a:gd name="connsiteY138" fmla="*/ 1304925 h 1920240"/>
                <a:gd name="connsiteX139" fmla="*/ 2352676 w 7915276"/>
                <a:gd name="connsiteY139" fmla="*/ 615315 h 1920240"/>
                <a:gd name="connsiteX140" fmla="*/ 2419351 w 7915276"/>
                <a:gd name="connsiteY140" fmla="*/ 548640 h 1920240"/>
                <a:gd name="connsiteX141" fmla="*/ 66676 w 7915276"/>
                <a:gd name="connsiteY141" fmla="*/ 546281 h 1920240"/>
                <a:gd name="connsiteX142" fmla="*/ 133352 w 7915276"/>
                <a:gd name="connsiteY142" fmla="*/ 612957 h 1920240"/>
                <a:gd name="connsiteX143" fmla="*/ 133351 w 7915276"/>
                <a:gd name="connsiteY143" fmla="*/ 1307284 h 1920240"/>
                <a:gd name="connsiteX144" fmla="*/ 66676 w 7915276"/>
                <a:gd name="connsiteY144" fmla="*/ 1373960 h 1920240"/>
                <a:gd name="connsiteX145" fmla="*/ 66676 w 7915276"/>
                <a:gd name="connsiteY145" fmla="*/ 1373959 h 1920240"/>
                <a:gd name="connsiteX146" fmla="*/ 0 w 7915276"/>
                <a:gd name="connsiteY146" fmla="*/ 1307283 h 1920240"/>
                <a:gd name="connsiteX147" fmla="*/ 0 w 7915276"/>
                <a:gd name="connsiteY147" fmla="*/ 612957 h 1920240"/>
                <a:gd name="connsiteX148" fmla="*/ 66676 w 7915276"/>
                <a:gd name="connsiteY148" fmla="*/ 546281 h 1920240"/>
                <a:gd name="connsiteX149" fmla="*/ 6038851 w 7915276"/>
                <a:gd name="connsiteY149" fmla="*/ 502920 h 1920240"/>
                <a:gd name="connsiteX150" fmla="*/ 6105526 w 7915276"/>
                <a:gd name="connsiteY150" fmla="*/ 569595 h 1920240"/>
                <a:gd name="connsiteX151" fmla="*/ 6105526 w 7915276"/>
                <a:gd name="connsiteY151" fmla="*/ 1350645 h 1920240"/>
                <a:gd name="connsiteX152" fmla="*/ 6038851 w 7915276"/>
                <a:gd name="connsiteY152" fmla="*/ 1417320 h 1920240"/>
                <a:gd name="connsiteX153" fmla="*/ 5972176 w 7915276"/>
                <a:gd name="connsiteY153" fmla="*/ 1350645 h 1920240"/>
                <a:gd name="connsiteX154" fmla="*/ 5972176 w 7915276"/>
                <a:gd name="connsiteY154" fmla="*/ 569595 h 1920240"/>
                <a:gd name="connsiteX155" fmla="*/ 6038851 w 7915276"/>
                <a:gd name="connsiteY155" fmla="*/ 502920 h 1920240"/>
                <a:gd name="connsiteX156" fmla="*/ 4591051 w 7915276"/>
                <a:gd name="connsiteY156" fmla="*/ 502920 h 1920240"/>
                <a:gd name="connsiteX157" fmla="*/ 4657726 w 7915276"/>
                <a:gd name="connsiteY157" fmla="*/ 569595 h 1920240"/>
                <a:gd name="connsiteX158" fmla="*/ 4657726 w 7915276"/>
                <a:gd name="connsiteY158" fmla="*/ 1350645 h 1920240"/>
                <a:gd name="connsiteX159" fmla="*/ 4591051 w 7915276"/>
                <a:gd name="connsiteY159" fmla="*/ 1417320 h 1920240"/>
                <a:gd name="connsiteX160" fmla="*/ 4524376 w 7915276"/>
                <a:gd name="connsiteY160" fmla="*/ 1350645 h 1920240"/>
                <a:gd name="connsiteX161" fmla="*/ 4524376 w 7915276"/>
                <a:gd name="connsiteY161" fmla="*/ 569595 h 1920240"/>
                <a:gd name="connsiteX162" fmla="*/ 4591051 w 7915276"/>
                <a:gd name="connsiteY162" fmla="*/ 502920 h 1920240"/>
                <a:gd name="connsiteX163" fmla="*/ 4410076 w 7915276"/>
                <a:gd name="connsiteY163" fmla="*/ 502920 h 1920240"/>
                <a:gd name="connsiteX164" fmla="*/ 4476751 w 7915276"/>
                <a:gd name="connsiteY164" fmla="*/ 569595 h 1920240"/>
                <a:gd name="connsiteX165" fmla="*/ 4476751 w 7915276"/>
                <a:gd name="connsiteY165" fmla="*/ 1350645 h 1920240"/>
                <a:gd name="connsiteX166" fmla="*/ 4410076 w 7915276"/>
                <a:gd name="connsiteY166" fmla="*/ 1417320 h 1920240"/>
                <a:gd name="connsiteX167" fmla="*/ 4343401 w 7915276"/>
                <a:gd name="connsiteY167" fmla="*/ 1350645 h 1920240"/>
                <a:gd name="connsiteX168" fmla="*/ 4343401 w 7915276"/>
                <a:gd name="connsiteY168" fmla="*/ 569595 h 1920240"/>
                <a:gd name="connsiteX169" fmla="*/ 4410076 w 7915276"/>
                <a:gd name="connsiteY169" fmla="*/ 502920 h 1920240"/>
                <a:gd name="connsiteX170" fmla="*/ 4953001 w 7915276"/>
                <a:gd name="connsiteY170" fmla="*/ 457200 h 1920240"/>
                <a:gd name="connsiteX171" fmla="*/ 5019676 w 7915276"/>
                <a:gd name="connsiteY171" fmla="*/ 523875 h 1920240"/>
                <a:gd name="connsiteX172" fmla="*/ 5019676 w 7915276"/>
                <a:gd name="connsiteY172" fmla="*/ 1396365 h 1920240"/>
                <a:gd name="connsiteX173" fmla="*/ 4953001 w 7915276"/>
                <a:gd name="connsiteY173" fmla="*/ 1463040 h 1920240"/>
                <a:gd name="connsiteX174" fmla="*/ 4886326 w 7915276"/>
                <a:gd name="connsiteY174" fmla="*/ 1396365 h 1920240"/>
                <a:gd name="connsiteX175" fmla="*/ 4886326 w 7915276"/>
                <a:gd name="connsiteY175" fmla="*/ 523875 h 1920240"/>
                <a:gd name="connsiteX176" fmla="*/ 4953001 w 7915276"/>
                <a:gd name="connsiteY176" fmla="*/ 457200 h 1920240"/>
                <a:gd name="connsiteX177" fmla="*/ 3686176 w 7915276"/>
                <a:gd name="connsiteY177" fmla="*/ 457200 h 1920240"/>
                <a:gd name="connsiteX178" fmla="*/ 3752851 w 7915276"/>
                <a:gd name="connsiteY178" fmla="*/ 523875 h 1920240"/>
                <a:gd name="connsiteX179" fmla="*/ 3752851 w 7915276"/>
                <a:gd name="connsiteY179" fmla="*/ 1396365 h 1920240"/>
                <a:gd name="connsiteX180" fmla="*/ 3686176 w 7915276"/>
                <a:gd name="connsiteY180" fmla="*/ 1463040 h 1920240"/>
                <a:gd name="connsiteX181" fmla="*/ 3619501 w 7915276"/>
                <a:gd name="connsiteY181" fmla="*/ 1396365 h 1920240"/>
                <a:gd name="connsiteX182" fmla="*/ 3619501 w 7915276"/>
                <a:gd name="connsiteY182" fmla="*/ 523875 h 1920240"/>
                <a:gd name="connsiteX183" fmla="*/ 3686176 w 7915276"/>
                <a:gd name="connsiteY183" fmla="*/ 457200 h 1920240"/>
                <a:gd name="connsiteX184" fmla="*/ 428626 w 7915276"/>
                <a:gd name="connsiteY184" fmla="*/ 427993 h 1920240"/>
                <a:gd name="connsiteX185" fmla="*/ 495302 w 7915276"/>
                <a:gd name="connsiteY185" fmla="*/ 494668 h 1920240"/>
                <a:gd name="connsiteX186" fmla="*/ 495300 w 7915276"/>
                <a:gd name="connsiteY186" fmla="*/ 1425574 h 1920240"/>
                <a:gd name="connsiteX187" fmla="*/ 428625 w 7915276"/>
                <a:gd name="connsiteY187" fmla="*/ 1492249 h 1920240"/>
                <a:gd name="connsiteX188" fmla="*/ 428626 w 7915276"/>
                <a:gd name="connsiteY188" fmla="*/ 1492248 h 1920240"/>
                <a:gd name="connsiteX189" fmla="*/ 361951 w 7915276"/>
                <a:gd name="connsiteY189" fmla="*/ 1425573 h 1920240"/>
                <a:gd name="connsiteX190" fmla="*/ 361951 w 7915276"/>
                <a:gd name="connsiteY190" fmla="*/ 494668 h 1920240"/>
                <a:gd name="connsiteX191" fmla="*/ 428626 w 7915276"/>
                <a:gd name="connsiteY191" fmla="*/ 427993 h 1920240"/>
                <a:gd name="connsiteX192" fmla="*/ 7124701 w 7915276"/>
                <a:gd name="connsiteY192" fmla="*/ 411480 h 1920240"/>
                <a:gd name="connsiteX193" fmla="*/ 7191376 w 7915276"/>
                <a:gd name="connsiteY193" fmla="*/ 478155 h 1920240"/>
                <a:gd name="connsiteX194" fmla="*/ 7191376 w 7915276"/>
                <a:gd name="connsiteY194" fmla="*/ 1442085 h 1920240"/>
                <a:gd name="connsiteX195" fmla="*/ 7124701 w 7915276"/>
                <a:gd name="connsiteY195" fmla="*/ 1508760 h 1920240"/>
                <a:gd name="connsiteX196" fmla="*/ 7058026 w 7915276"/>
                <a:gd name="connsiteY196" fmla="*/ 1442085 h 1920240"/>
                <a:gd name="connsiteX197" fmla="*/ 7058026 w 7915276"/>
                <a:gd name="connsiteY197" fmla="*/ 478155 h 1920240"/>
                <a:gd name="connsiteX198" fmla="*/ 7124701 w 7915276"/>
                <a:gd name="connsiteY198" fmla="*/ 411480 h 1920240"/>
                <a:gd name="connsiteX199" fmla="*/ 7667626 w 7915276"/>
                <a:gd name="connsiteY199" fmla="*/ 365760 h 1920240"/>
                <a:gd name="connsiteX200" fmla="*/ 7734301 w 7915276"/>
                <a:gd name="connsiteY200" fmla="*/ 432435 h 1920240"/>
                <a:gd name="connsiteX201" fmla="*/ 7734301 w 7915276"/>
                <a:gd name="connsiteY201" fmla="*/ 1487805 h 1920240"/>
                <a:gd name="connsiteX202" fmla="*/ 7667626 w 7915276"/>
                <a:gd name="connsiteY202" fmla="*/ 1554480 h 1920240"/>
                <a:gd name="connsiteX203" fmla="*/ 7600951 w 7915276"/>
                <a:gd name="connsiteY203" fmla="*/ 1487805 h 1920240"/>
                <a:gd name="connsiteX204" fmla="*/ 7600951 w 7915276"/>
                <a:gd name="connsiteY204" fmla="*/ 432435 h 1920240"/>
                <a:gd name="connsiteX205" fmla="*/ 7667626 w 7915276"/>
                <a:gd name="connsiteY205" fmla="*/ 365760 h 1920240"/>
                <a:gd name="connsiteX206" fmla="*/ 6219826 w 7915276"/>
                <a:gd name="connsiteY206" fmla="*/ 365760 h 1920240"/>
                <a:gd name="connsiteX207" fmla="*/ 6286501 w 7915276"/>
                <a:gd name="connsiteY207" fmla="*/ 432435 h 1920240"/>
                <a:gd name="connsiteX208" fmla="*/ 6286501 w 7915276"/>
                <a:gd name="connsiteY208" fmla="*/ 1487805 h 1920240"/>
                <a:gd name="connsiteX209" fmla="*/ 6219826 w 7915276"/>
                <a:gd name="connsiteY209" fmla="*/ 1554480 h 1920240"/>
                <a:gd name="connsiteX210" fmla="*/ 6153151 w 7915276"/>
                <a:gd name="connsiteY210" fmla="*/ 1487805 h 1920240"/>
                <a:gd name="connsiteX211" fmla="*/ 6153151 w 7915276"/>
                <a:gd name="connsiteY211" fmla="*/ 432435 h 1920240"/>
                <a:gd name="connsiteX212" fmla="*/ 6219826 w 7915276"/>
                <a:gd name="connsiteY212" fmla="*/ 365760 h 1920240"/>
                <a:gd name="connsiteX213" fmla="*/ 4229101 w 7915276"/>
                <a:gd name="connsiteY213" fmla="*/ 365760 h 1920240"/>
                <a:gd name="connsiteX214" fmla="*/ 4295776 w 7915276"/>
                <a:gd name="connsiteY214" fmla="*/ 432435 h 1920240"/>
                <a:gd name="connsiteX215" fmla="*/ 4295776 w 7915276"/>
                <a:gd name="connsiteY215" fmla="*/ 1487805 h 1920240"/>
                <a:gd name="connsiteX216" fmla="*/ 4229101 w 7915276"/>
                <a:gd name="connsiteY216" fmla="*/ 1554480 h 1920240"/>
                <a:gd name="connsiteX217" fmla="*/ 4162426 w 7915276"/>
                <a:gd name="connsiteY217" fmla="*/ 1487805 h 1920240"/>
                <a:gd name="connsiteX218" fmla="*/ 4162426 w 7915276"/>
                <a:gd name="connsiteY218" fmla="*/ 432435 h 1920240"/>
                <a:gd name="connsiteX219" fmla="*/ 4229101 w 7915276"/>
                <a:gd name="connsiteY219" fmla="*/ 365760 h 1920240"/>
                <a:gd name="connsiteX220" fmla="*/ 3324226 w 7915276"/>
                <a:gd name="connsiteY220" fmla="*/ 365760 h 1920240"/>
                <a:gd name="connsiteX221" fmla="*/ 3390901 w 7915276"/>
                <a:gd name="connsiteY221" fmla="*/ 432435 h 1920240"/>
                <a:gd name="connsiteX222" fmla="*/ 3390901 w 7915276"/>
                <a:gd name="connsiteY222" fmla="*/ 1487805 h 1920240"/>
                <a:gd name="connsiteX223" fmla="*/ 3324226 w 7915276"/>
                <a:gd name="connsiteY223" fmla="*/ 1554480 h 1920240"/>
                <a:gd name="connsiteX224" fmla="*/ 3257551 w 7915276"/>
                <a:gd name="connsiteY224" fmla="*/ 1487805 h 1920240"/>
                <a:gd name="connsiteX225" fmla="*/ 3257551 w 7915276"/>
                <a:gd name="connsiteY225" fmla="*/ 432435 h 1920240"/>
                <a:gd name="connsiteX226" fmla="*/ 3324226 w 7915276"/>
                <a:gd name="connsiteY226" fmla="*/ 365760 h 1920240"/>
                <a:gd name="connsiteX227" fmla="*/ 2600326 w 7915276"/>
                <a:gd name="connsiteY227" fmla="*/ 320040 h 1920240"/>
                <a:gd name="connsiteX228" fmla="*/ 2667001 w 7915276"/>
                <a:gd name="connsiteY228" fmla="*/ 386715 h 1920240"/>
                <a:gd name="connsiteX229" fmla="*/ 2667001 w 7915276"/>
                <a:gd name="connsiteY229" fmla="*/ 1533525 h 1920240"/>
                <a:gd name="connsiteX230" fmla="*/ 2600326 w 7915276"/>
                <a:gd name="connsiteY230" fmla="*/ 1600200 h 1920240"/>
                <a:gd name="connsiteX231" fmla="*/ 2533651 w 7915276"/>
                <a:gd name="connsiteY231" fmla="*/ 1533525 h 1920240"/>
                <a:gd name="connsiteX232" fmla="*/ 2533651 w 7915276"/>
                <a:gd name="connsiteY232" fmla="*/ 386715 h 1920240"/>
                <a:gd name="connsiteX233" fmla="*/ 2600326 w 7915276"/>
                <a:gd name="connsiteY233" fmla="*/ 320040 h 1920240"/>
                <a:gd name="connsiteX234" fmla="*/ 6762751 w 7915276"/>
                <a:gd name="connsiteY234" fmla="*/ 274320 h 1920240"/>
                <a:gd name="connsiteX235" fmla="*/ 6829426 w 7915276"/>
                <a:gd name="connsiteY235" fmla="*/ 340995 h 1920240"/>
                <a:gd name="connsiteX236" fmla="*/ 6829426 w 7915276"/>
                <a:gd name="connsiteY236" fmla="*/ 1579245 h 1920240"/>
                <a:gd name="connsiteX237" fmla="*/ 6762751 w 7915276"/>
                <a:gd name="connsiteY237" fmla="*/ 1645920 h 1920240"/>
                <a:gd name="connsiteX238" fmla="*/ 6696076 w 7915276"/>
                <a:gd name="connsiteY238" fmla="*/ 1579245 h 1920240"/>
                <a:gd name="connsiteX239" fmla="*/ 6696076 w 7915276"/>
                <a:gd name="connsiteY239" fmla="*/ 340995 h 1920240"/>
                <a:gd name="connsiteX240" fmla="*/ 6762751 w 7915276"/>
                <a:gd name="connsiteY240" fmla="*/ 274320 h 1920240"/>
                <a:gd name="connsiteX241" fmla="*/ 4772026 w 7915276"/>
                <a:gd name="connsiteY241" fmla="*/ 243458 h 1920240"/>
                <a:gd name="connsiteX242" fmla="*/ 4838701 w 7915276"/>
                <a:gd name="connsiteY242" fmla="*/ 310133 h 1920240"/>
                <a:gd name="connsiteX243" fmla="*/ 4838701 w 7915276"/>
                <a:gd name="connsiteY243" fmla="*/ 1610108 h 1920240"/>
                <a:gd name="connsiteX244" fmla="*/ 4772026 w 7915276"/>
                <a:gd name="connsiteY244" fmla="*/ 1676783 h 1920240"/>
                <a:gd name="connsiteX245" fmla="*/ 4705351 w 7915276"/>
                <a:gd name="connsiteY245" fmla="*/ 1610108 h 1920240"/>
                <a:gd name="connsiteX246" fmla="*/ 4705351 w 7915276"/>
                <a:gd name="connsiteY246" fmla="*/ 310133 h 1920240"/>
                <a:gd name="connsiteX247" fmla="*/ 4772026 w 7915276"/>
                <a:gd name="connsiteY247" fmla="*/ 243458 h 1920240"/>
                <a:gd name="connsiteX248" fmla="*/ 3143251 w 7915276"/>
                <a:gd name="connsiteY248" fmla="*/ 243458 h 1920240"/>
                <a:gd name="connsiteX249" fmla="*/ 3209926 w 7915276"/>
                <a:gd name="connsiteY249" fmla="*/ 310133 h 1920240"/>
                <a:gd name="connsiteX250" fmla="*/ 3209926 w 7915276"/>
                <a:gd name="connsiteY250" fmla="*/ 1610108 h 1920240"/>
                <a:gd name="connsiteX251" fmla="*/ 3143251 w 7915276"/>
                <a:gd name="connsiteY251" fmla="*/ 1676783 h 1920240"/>
                <a:gd name="connsiteX252" fmla="*/ 3076576 w 7915276"/>
                <a:gd name="connsiteY252" fmla="*/ 1610108 h 1920240"/>
                <a:gd name="connsiteX253" fmla="*/ 3076576 w 7915276"/>
                <a:gd name="connsiteY253" fmla="*/ 310133 h 1920240"/>
                <a:gd name="connsiteX254" fmla="*/ 3143251 w 7915276"/>
                <a:gd name="connsiteY254" fmla="*/ 243458 h 1920240"/>
                <a:gd name="connsiteX255" fmla="*/ 247651 w 7915276"/>
                <a:gd name="connsiteY255" fmla="*/ 243458 h 1920240"/>
                <a:gd name="connsiteX256" fmla="*/ 314326 w 7915276"/>
                <a:gd name="connsiteY256" fmla="*/ 310133 h 1920240"/>
                <a:gd name="connsiteX257" fmla="*/ 314326 w 7915276"/>
                <a:gd name="connsiteY257" fmla="*/ 1610108 h 1920240"/>
                <a:gd name="connsiteX258" fmla="*/ 247651 w 7915276"/>
                <a:gd name="connsiteY258" fmla="*/ 1676783 h 1920240"/>
                <a:gd name="connsiteX259" fmla="*/ 180976 w 7915276"/>
                <a:gd name="connsiteY259" fmla="*/ 1610108 h 1920240"/>
                <a:gd name="connsiteX260" fmla="*/ 180976 w 7915276"/>
                <a:gd name="connsiteY260" fmla="*/ 310133 h 1920240"/>
                <a:gd name="connsiteX261" fmla="*/ 247651 w 7915276"/>
                <a:gd name="connsiteY261" fmla="*/ 243458 h 1920240"/>
                <a:gd name="connsiteX262" fmla="*/ 6581776 w 7915276"/>
                <a:gd name="connsiteY262" fmla="*/ 182880 h 1920240"/>
                <a:gd name="connsiteX263" fmla="*/ 6648451 w 7915276"/>
                <a:gd name="connsiteY263" fmla="*/ 249555 h 1920240"/>
                <a:gd name="connsiteX264" fmla="*/ 6648451 w 7915276"/>
                <a:gd name="connsiteY264" fmla="*/ 1670685 h 1920240"/>
                <a:gd name="connsiteX265" fmla="*/ 6581776 w 7915276"/>
                <a:gd name="connsiteY265" fmla="*/ 1737360 h 1920240"/>
                <a:gd name="connsiteX266" fmla="*/ 6515101 w 7915276"/>
                <a:gd name="connsiteY266" fmla="*/ 1670685 h 1920240"/>
                <a:gd name="connsiteX267" fmla="*/ 6515101 w 7915276"/>
                <a:gd name="connsiteY267" fmla="*/ 249555 h 1920240"/>
                <a:gd name="connsiteX268" fmla="*/ 6581776 w 7915276"/>
                <a:gd name="connsiteY268" fmla="*/ 182880 h 1920240"/>
                <a:gd name="connsiteX269" fmla="*/ 3505201 w 7915276"/>
                <a:gd name="connsiteY269" fmla="*/ 182880 h 1920240"/>
                <a:gd name="connsiteX270" fmla="*/ 3571876 w 7915276"/>
                <a:gd name="connsiteY270" fmla="*/ 249555 h 1920240"/>
                <a:gd name="connsiteX271" fmla="*/ 3571876 w 7915276"/>
                <a:gd name="connsiteY271" fmla="*/ 1670685 h 1920240"/>
                <a:gd name="connsiteX272" fmla="*/ 3505201 w 7915276"/>
                <a:gd name="connsiteY272" fmla="*/ 1737360 h 1920240"/>
                <a:gd name="connsiteX273" fmla="*/ 3438526 w 7915276"/>
                <a:gd name="connsiteY273" fmla="*/ 1670685 h 1920240"/>
                <a:gd name="connsiteX274" fmla="*/ 3438526 w 7915276"/>
                <a:gd name="connsiteY274" fmla="*/ 249555 h 1920240"/>
                <a:gd name="connsiteX275" fmla="*/ 3505201 w 7915276"/>
                <a:gd name="connsiteY275" fmla="*/ 182880 h 1920240"/>
                <a:gd name="connsiteX276" fmla="*/ 4048126 w 7915276"/>
                <a:gd name="connsiteY276" fmla="*/ 137160 h 1920240"/>
                <a:gd name="connsiteX277" fmla="*/ 4114801 w 7915276"/>
                <a:gd name="connsiteY277" fmla="*/ 203835 h 1920240"/>
                <a:gd name="connsiteX278" fmla="*/ 4114801 w 7915276"/>
                <a:gd name="connsiteY278" fmla="*/ 1716405 h 1920240"/>
                <a:gd name="connsiteX279" fmla="*/ 4048126 w 7915276"/>
                <a:gd name="connsiteY279" fmla="*/ 1783080 h 1920240"/>
                <a:gd name="connsiteX280" fmla="*/ 3981451 w 7915276"/>
                <a:gd name="connsiteY280" fmla="*/ 1716405 h 1920240"/>
                <a:gd name="connsiteX281" fmla="*/ 3981451 w 7915276"/>
                <a:gd name="connsiteY281" fmla="*/ 203835 h 1920240"/>
                <a:gd name="connsiteX282" fmla="*/ 4048126 w 7915276"/>
                <a:gd name="connsiteY282" fmla="*/ 137160 h 1920240"/>
                <a:gd name="connsiteX283" fmla="*/ 2962276 w 7915276"/>
                <a:gd name="connsiteY283" fmla="*/ 137160 h 1920240"/>
                <a:gd name="connsiteX284" fmla="*/ 3028951 w 7915276"/>
                <a:gd name="connsiteY284" fmla="*/ 203835 h 1920240"/>
                <a:gd name="connsiteX285" fmla="*/ 3028951 w 7915276"/>
                <a:gd name="connsiteY285" fmla="*/ 1716405 h 1920240"/>
                <a:gd name="connsiteX286" fmla="*/ 2962276 w 7915276"/>
                <a:gd name="connsiteY286" fmla="*/ 1783080 h 1920240"/>
                <a:gd name="connsiteX287" fmla="*/ 2895601 w 7915276"/>
                <a:gd name="connsiteY287" fmla="*/ 1716405 h 1920240"/>
                <a:gd name="connsiteX288" fmla="*/ 2895601 w 7915276"/>
                <a:gd name="connsiteY288" fmla="*/ 203835 h 1920240"/>
                <a:gd name="connsiteX289" fmla="*/ 2962276 w 7915276"/>
                <a:gd name="connsiteY289" fmla="*/ 137160 h 1920240"/>
                <a:gd name="connsiteX290" fmla="*/ 2781301 w 7915276"/>
                <a:gd name="connsiteY290" fmla="*/ 91440 h 1920240"/>
                <a:gd name="connsiteX291" fmla="*/ 2847976 w 7915276"/>
                <a:gd name="connsiteY291" fmla="*/ 158115 h 1920240"/>
                <a:gd name="connsiteX292" fmla="*/ 2847976 w 7915276"/>
                <a:gd name="connsiteY292" fmla="*/ 1762125 h 1920240"/>
                <a:gd name="connsiteX293" fmla="*/ 2781301 w 7915276"/>
                <a:gd name="connsiteY293" fmla="*/ 1828800 h 1920240"/>
                <a:gd name="connsiteX294" fmla="*/ 2714626 w 7915276"/>
                <a:gd name="connsiteY294" fmla="*/ 1762125 h 1920240"/>
                <a:gd name="connsiteX295" fmla="*/ 2714626 w 7915276"/>
                <a:gd name="connsiteY295" fmla="*/ 158115 h 1920240"/>
                <a:gd name="connsiteX296" fmla="*/ 2781301 w 7915276"/>
                <a:gd name="connsiteY296" fmla="*/ 91440 h 1920240"/>
                <a:gd name="connsiteX297" fmla="*/ 6400801 w 7915276"/>
                <a:gd name="connsiteY297" fmla="*/ 0 h 1920240"/>
                <a:gd name="connsiteX298" fmla="*/ 6467476 w 7915276"/>
                <a:gd name="connsiteY298" fmla="*/ 66675 h 1920240"/>
                <a:gd name="connsiteX299" fmla="*/ 6467476 w 7915276"/>
                <a:gd name="connsiteY299" fmla="*/ 1853565 h 1920240"/>
                <a:gd name="connsiteX300" fmla="*/ 6400801 w 7915276"/>
                <a:gd name="connsiteY300" fmla="*/ 1920240 h 1920240"/>
                <a:gd name="connsiteX301" fmla="*/ 6334126 w 7915276"/>
                <a:gd name="connsiteY301" fmla="*/ 1853565 h 1920240"/>
                <a:gd name="connsiteX302" fmla="*/ 6334126 w 7915276"/>
                <a:gd name="connsiteY302" fmla="*/ 66675 h 1920240"/>
                <a:gd name="connsiteX303" fmla="*/ 6400801 w 7915276"/>
                <a:gd name="connsiteY303" fmla="*/ 0 h 1920240"/>
                <a:gd name="connsiteX304" fmla="*/ 3867151 w 7915276"/>
                <a:gd name="connsiteY304" fmla="*/ 0 h 1920240"/>
                <a:gd name="connsiteX305" fmla="*/ 3933826 w 7915276"/>
                <a:gd name="connsiteY305" fmla="*/ 66675 h 1920240"/>
                <a:gd name="connsiteX306" fmla="*/ 3933826 w 7915276"/>
                <a:gd name="connsiteY306" fmla="*/ 1853565 h 1920240"/>
                <a:gd name="connsiteX307" fmla="*/ 3867151 w 7915276"/>
                <a:gd name="connsiteY307" fmla="*/ 1920240 h 1920240"/>
                <a:gd name="connsiteX308" fmla="*/ 3800476 w 7915276"/>
                <a:gd name="connsiteY308" fmla="*/ 1853565 h 1920240"/>
                <a:gd name="connsiteX309" fmla="*/ 3800476 w 7915276"/>
                <a:gd name="connsiteY309" fmla="*/ 66675 h 1920240"/>
                <a:gd name="connsiteX310" fmla="*/ 3867151 w 7915276"/>
                <a:gd name="connsiteY310" fmla="*/ 0 h 192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Lst>
              <a:rect l="l" t="t" r="r" b="b"/>
              <a:pathLst>
                <a:path w="7915276" h="1920240">
                  <a:moveTo>
                    <a:pt x="5655946" y="914400"/>
                  </a:moveTo>
                  <a:lnTo>
                    <a:pt x="5697856" y="914400"/>
                  </a:lnTo>
                  <a:cubicBezTo>
                    <a:pt x="5723106" y="914400"/>
                    <a:pt x="5743576" y="934870"/>
                    <a:pt x="5743576" y="960120"/>
                  </a:cubicBezTo>
                  <a:cubicBezTo>
                    <a:pt x="5743576" y="985370"/>
                    <a:pt x="5723106" y="1005840"/>
                    <a:pt x="5697856" y="1005840"/>
                  </a:cubicBezTo>
                  <a:lnTo>
                    <a:pt x="5655946" y="1005840"/>
                  </a:lnTo>
                  <a:cubicBezTo>
                    <a:pt x="5630696" y="1005840"/>
                    <a:pt x="5610226" y="985370"/>
                    <a:pt x="5610226" y="960120"/>
                  </a:cubicBezTo>
                  <a:cubicBezTo>
                    <a:pt x="5610226" y="934870"/>
                    <a:pt x="5630696" y="914400"/>
                    <a:pt x="5655946" y="914400"/>
                  </a:cubicBezTo>
                  <a:close/>
                  <a:moveTo>
                    <a:pt x="1514477" y="868680"/>
                  </a:moveTo>
                  <a:cubicBezTo>
                    <a:pt x="1551300" y="868680"/>
                    <a:pt x="1581151" y="898531"/>
                    <a:pt x="1581151" y="935355"/>
                  </a:cubicBezTo>
                  <a:lnTo>
                    <a:pt x="1581151" y="984885"/>
                  </a:lnTo>
                  <a:cubicBezTo>
                    <a:pt x="1581151" y="1021709"/>
                    <a:pt x="1551300" y="1051560"/>
                    <a:pt x="1514477" y="1051560"/>
                  </a:cubicBezTo>
                  <a:cubicBezTo>
                    <a:pt x="1477652" y="1051560"/>
                    <a:pt x="1447801" y="1021709"/>
                    <a:pt x="1447801" y="984885"/>
                  </a:cubicBezTo>
                  <a:lnTo>
                    <a:pt x="1447801" y="935355"/>
                  </a:lnTo>
                  <a:cubicBezTo>
                    <a:pt x="1447801" y="898531"/>
                    <a:pt x="1477652" y="868680"/>
                    <a:pt x="1514477" y="868680"/>
                  </a:cubicBezTo>
                  <a:close/>
                  <a:moveTo>
                    <a:pt x="1695451" y="822960"/>
                  </a:moveTo>
                  <a:cubicBezTo>
                    <a:pt x="1732275" y="822960"/>
                    <a:pt x="1762126" y="852811"/>
                    <a:pt x="1762126" y="889635"/>
                  </a:cubicBezTo>
                  <a:lnTo>
                    <a:pt x="1762126" y="1030605"/>
                  </a:lnTo>
                  <a:cubicBezTo>
                    <a:pt x="1762126" y="1067429"/>
                    <a:pt x="1732275" y="1097280"/>
                    <a:pt x="1695451" y="1097280"/>
                  </a:cubicBezTo>
                  <a:cubicBezTo>
                    <a:pt x="1658627" y="1097280"/>
                    <a:pt x="1628777" y="1067429"/>
                    <a:pt x="1628777" y="1030605"/>
                  </a:cubicBezTo>
                  <a:lnTo>
                    <a:pt x="1628777" y="889635"/>
                  </a:lnTo>
                  <a:cubicBezTo>
                    <a:pt x="1628777" y="852811"/>
                    <a:pt x="1658627" y="822960"/>
                    <a:pt x="1695451" y="822960"/>
                  </a:cubicBezTo>
                  <a:close/>
                  <a:moveTo>
                    <a:pt x="1152526" y="822960"/>
                  </a:moveTo>
                  <a:cubicBezTo>
                    <a:pt x="1189350" y="822960"/>
                    <a:pt x="1219202" y="852811"/>
                    <a:pt x="1219202" y="889635"/>
                  </a:cubicBezTo>
                  <a:lnTo>
                    <a:pt x="1219202" y="1030605"/>
                  </a:lnTo>
                  <a:cubicBezTo>
                    <a:pt x="1219202" y="1067429"/>
                    <a:pt x="1189350" y="1097280"/>
                    <a:pt x="1152526" y="1097280"/>
                  </a:cubicBezTo>
                  <a:cubicBezTo>
                    <a:pt x="1115702" y="1097280"/>
                    <a:pt x="1085851" y="1067429"/>
                    <a:pt x="1085851" y="1030605"/>
                  </a:cubicBezTo>
                  <a:lnTo>
                    <a:pt x="1085851" y="889635"/>
                  </a:lnTo>
                  <a:cubicBezTo>
                    <a:pt x="1085851" y="852811"/>
                    <a:pt x="1115702" y="822960"/>
                    <a:pt x="1152526" y="822960"/>
                  </a:cubicBezTo>
                  <a:close/>
                  <a:moveTo>
                    <a:pt x="7848601" y="777240"/>
                  </a:moveTo>
                  <a:cubicBezTo>
                    <a:pt x="7885425" y="777240"/>
                    <a:pt x="7915276" y="807091"/>
                    <a:pt x="7915276" y="843915"/>
                  </a:cubicBezTo>
                  <a:lnTo>
                    <a:pt x="7915276" y="1076325"/>
                  </a:lnTo>
                  <a:cubicBezTo>
                    <a:pt x="7915276" y="1113149"/>
                    <a:pt x="7885425" y="1143000"/>
                    <a:pt x="7848601" y="1143000"/>
                  </a:cubicBezTo>
                  <a:cubicBezTo>
                    <a:pt x="7811777" y="1143000"/>
                    <a:pt x="7781926" y="1113149"/>
                    <a:pt x="7781926" y="1076325"/>
                  </a:cubicBezTo>
                  <a:lnTo>
                    <a:pt x="7781926" y="843915"/>
                  </a:lnTo>
                  <a:cubicBezTo>
                    <a:pt x="7781926" y="807091"/>
                    <a:pt x="7811777" y="777240"/>
                    <a:pt x="7848601" y="777240"/>
                  </a:cubicBezTo>
                  <a:close/>
                  <a:moveTo>
                    <a:pt x="1876426" y="777240"/>
                  </a:moveTo>
                  <a:cubicBezTo>
                    <a:pt x="1913250" y="777240"/>
                    <a:pt x="1943101" y="807091"/>
                    <a:pt x="1943101" y="843915"/>
                  </a:cubicBezTo>
                  <a:lnTo>
                    <a:pt x="1943101" y="1076325"/>
                  </a:lnTo>
                  <a:cubicBezTo>
                    <a:pt x="1943101" y="1113149"/>
                    <a:pt x="1913250" y="1143000"/>
                    <a:pt x="1876426" y="1143000"/>
                  </a:cubicBezTo>
                  <a:cubicBezTo>
                    <a:pt x="1839603" y="1143000"/>
                    <a:pt x="1809751" y="1113149"/>
                    <a:pt x="1809751" y="1076325"/>
                  </a:cubicBezTo>
                  <a:lnTo>
                    <a:pt x="1809751" y="843915"/>
                  </a:lnTo>
                  <a:cubicBezTo>
                    <a:pt x="1809751" y="807091"/>
                    <a:pt x="1839603" y="777240"/>
                    <a:pt x="1876426" y="777240"/>
                  </a:cubicBezTo>
                  <a:close/>
                  <a:moveTo>
                    <a:pt x="1333501" y="777240"/>
                  </a:moveTo>
                  <a:cubicBezTo>
                    <a:pt x="1370325" y="777240"/>
                    <a:pt x="1400176" y="807091"/>
                    <a:pt x="1400176" y="843915"/>
                  </a:cubicBezTo>
                  <a:lnTo>
                    <a:pt x="1400176" y="1076325"/>
                  </a:lnTo>
                  <a:cubicBezTo>
                    <a:pt x="1400176" y="1113149"/>
                    <a:pt x="1370325" y="1143000"/>
                    <a:pt x="1333501" y="1143000"/>
                  </a:cubicBezTo>
                  <a:cubicBezTo>
                    <a:pt x="1296677" y="1143000"/>
                    <a:pt x="1266826" y="1113149"/>
                    <a:pt x="1266826" y="1076325"/>
                  </a:cubicBezTo>
                  <a:lnTo>
                    <a:pt x="1266826" y="843915"/>
                  </a:lnTo>
                  <a:cubicBezTo>
                    <a:pt x="1266826" y="807091"/>
                    <a:pt x="1296677" y="777240"/>
                    <a:pt x="1333501" y="777240"/>
                  </a:cubicBezTo>
                  <a:close/>
                  <a:moveTo>
                    <a:pt x="7305676" y="731520"/>
                  </a:moveTo>
                  <a:cubicBezTo>
                    <a:pt x="7342500" y="731520"/>
                    <a:pt x="7372351" y="761371"/>
                    <a:pt x="7372351" y="798195"/>
                  </a:cubicBezTo>
                  <a:lnTo>
                    <a:pt x="7372351" y="1122045"/>
                  </a:lnTo>
                  <a:cubicBezTo>
                    <a:pt x="7372351" y="1158869"/>
                    <a:pt x="7342500" y="1188720"/>
                    <a:pt x="7305676" y="1188720"/>
                  </a:cubicBezTo>
                  <a:cubicBezTo>
                    <a:pt x="7268852" y="1188720"/>
                    <a:pt x="7239001" y="1158869"/>
                    <a:pt x="7239001" y="1122045"/>
                  </a:cubicBezTo>
                  <a:lnTo>
                    <a:pt x="7239001" y="798195"/>
                  </a:lnTo>
                  <a:cubicBezTo>
                    <a:pt x="7239001" y="761371"/>
                    <a:pt x="7268852" y="731520"/>
                    <a:pt x="7305676" y="731520"/>
                  </a:cubicBezTo>
                  <a:close/>
                  <a:moveTo>
                    <a:pt x="5314951" y="731520"/>
                  </a:moveTo>
                  <a:cubicBezTo>
                    <a:pt x="5351775" y="731520"/>
                    <a:pt x="5381626" y="761371"/>
                    <a:pt x="5381626" y="798195"/>
                  </a:cubicBezTo>
                  <a:lnTo>
                    <a:pt x="5381626" y="1122045"/>
                  </a:lnTo>
                  <a:cubicBezTo>
                    <a:pt x="5381626" y="1158869"/>
                    <a:pt x="5351775" y="1188720"/>
                    <a:pt x="5314951" y="1188720"/>
                  </a:cubicBezTo>
                  <a:cubicBezTo>
                    <a:pt x="5278127" y="1188720"/>
                    <a:pt x="5248276" y="1158869"/>
                    <a:pt x="5248276" y="1122045"/>
                  </a:cubicBezTo>
                  <a:lnTo>
                    <a:pt x="5248276" y="798195"/>
                  </a:lnTo>
                  <a:cubicBezTo>
                    <a:pt x="5248276" y="761371"/>
                    <a:pt x="5278127" y="731520"/>
                    <a:pt x="5314951" y="731520"/>
                  </a:cubicBezTo>
                  <a:close/>
                  <a:moveTo>
                    <a:pt x="2057401" y="731520"/>
                  </a:moveTo>
                  <a:cubicBezTo>
                    <a:pt x="2094225" y="731520"/>
                    <a:pt x="2124076" y="761371"/>
                    <a:pt x="2124076" y="798195"/>
                  </a:cubicBezTo>
                  <a:lnTo>
                    <a:pt x="2124076" y="1122045"/>
                  </a:lnTo>
                  <a:cubicBezTo>
                    <a:pt x="2124076" y="1158869"/>
                    <a:pt x="2094225" y="1188720"/>
                    <a:pt x="2057401" y="1188720"/>
                  </a:cubicBezTo>
                  <a:cubicBezTo>
                    <a:pt x="2020577" y="1188720"/>
                    <a:pt x="1990726" y="1158869"/>
                    <a:pt x="1990726" y="1122045"/>
                  </a:cubicBezTo>
                  <a:lnTo>
                    <a:pt x="1990726" y="798195"/>
                  </a:lnTo>
                  <a:cubicBezTo>
                    <a:pt x="1990726" y="761371"/>
                    <a:pt x="2020577" y="731520"/>
                    <a:pt x="2057401" y="731520"/>
                  </a:cubicBezTo>
                  <a:close/>
                  <a:moveTo>
                    <a:pt x="971551" y="731520"/>
                  </a:moveTo>
                  <a:cubicBezTo>
                    <a:pt x="1008376" y="731520"/>
                    <a:pt x="1038226" y="761371"/>
                    <a:pt x="1038226" y="798195"/>
                  </a:cubicBezTo>
                  <a:lnTo>
                    <a:pt x="1038226" y="1122045"/>
                  </a:lnTo>
                  <a:cubicBezTo>
                    <a:pt x="1038226" y="1158869"/>
                    <a:pt x="1008376" y="1188720"/>
                    <a:pt x="971551" y="1188720"/>
                  </a:cubicBezTo>
                  <a:cubicBezTo>
                    <a:pt x="934728" y="1188720"/>
                    <a:pt x="904876" y="1158869"/>
                    <a:pt x="904876" y="1122045"/>
                  </a:cubicBezTo>
                  <a:lnTo>
                    <a:pt x="904876" y="798195"/>
                  </a:lnTo>
                  <a:cubicBezTo>
                    <a:pt x="904876" y="761371"/>
                    <a:pt x="934728" y="731520"/>
                    <a:pt x="971551" y="731520"/>
                  </a:cubicBezTo>
                  <a:close/>
                  <a:moveTo>
                    <a:pt x="5857876" y="685800"/>
                  </a:moveTo>
                  <a:cubicBezTo>
                    <a:pt x="5894700" y="685800"/>
                    <a:pt x="5924551" y="715651"/>
                    <a:pt x="5924551" y="752475"/>
                  </a:cubicBezTo>
                  <a:lnTo>
                    <a:pt x="5924551" y="1167765"/>
                  </a:lnTo>
                  <a:cubicBezTo>
                    <a:pt x="5924551" y="1204589"/>
                    <a:pt x="5894700" y="1234440"/>
                    <a:pt x="5857876" y="1234440"/>
                  </a:cubicBezTo>
                  <a:cubicBezTo>
                    <a:pt x="5821052" y="1234440"/>
                    <a:pt x="5791201" y="1204589"/>
                    <a:pt x="5791201" y="1167765"/>
                  </a:cubicBezTo>
                  <a:lnTo>
                    <a:pt x="5791201" y="752475"/>
                  </a:lnTo>
                  <a:cubicBezTo>
                    <a:pt x="5791201" y="715651"/>
                    <a:pt x="5821052" y="685800"/>
                    <a:pt x="5857876" y="685800"/>
                  </a:cubicBezTo>
                  <a:close/>
                  <a:moveTo>
                    <a:pt x="5495926" y="685800"/>
                  </a:moveTo>
                  <a:cubicBezTo>
                    <a:pt x="5532750" y="685800"/>
                    <a:pt x="5562601" y="715651"/>
                    <a:pt x="5562601" y="752475"/>
                  </a:cubicBezTo>
                  <a:lnTo>
                    <a:pt x="5562601" y="1167765"/>
                  </a:lnTo>
                  <a:cubicBezTo>
                    <a:pt x="5562601" y="1204589"/>
                    <a:pt x="5532750" y="1234440"/>
                    <a:pt x="5495926" y="1234440"/>
                  </a:cubicBezTo>
                  <a:cubicBezTo>
                    <a:pt x="5459102" y="1234440"/>
                    <a:pt x="5429251" y="1204589"/>
                    <a:pt x="5429251" y="1167765"/>
                  </a:cubicBezTo>
                  <a:lnTo>
                    <a:pt x="5429251" y="752475"/>
                  </a:lnTo>
                  <a:cubicBezTo>
                    <a:pt x="5429251" y="715651"/>
                    <a:pt x="5459102" y="685800"/>
                    <a:pt x="5495926" y="685800"/>
                  </a:cubicBezTo>
                  <a:close/>
                  <a:moveTo>
                    <a:pt x="2238376" y="685800"/>
                  </a:moveTo>
                  <a:cubicBezTo>
                    <a:pt x="2275200" y="685800"/>
                    <a:pt x="2305051" y="715651"/>
                    <a:pt x="2305051" y="752475"/>
                  </a:cubicBezTo>
                  <a:lnTo>
                    <a:pt x="2305051" y="1167765"/>
                  </a:lnTo>
                  <a:cubicBezTo>
                    <a:pt x="2305051" y="1204589"/>
                    <a:pt x="2275200" y="1234440"/>
                    <a:pt x="2238376" y="1234440"/>
                  </a:cubicBezTo>
                  <a:cubicBezTo>
                    <a:pt x="2201552" y="1234440"/>
                    <a:pt x="2171701" y="1204589"/>
                    <a:pt x="2171701" y="1167765"/>
                  </a:cubicBezTo>
                  <a:lnTo>
                    <a:pt x="2171701" y="752475"/>
                  </a:lnTo>
                  <a:cubicBezTo>
                    <a:pt x="2171701" y="715651"/>
                    <a:pt x="2201552" y="685800"/>
                    <a:pt x="2238376" y="685800"/>
                  </a:cubicBezTo>
                  <a:close/>
                  <a:moveTo>
                    <a:pt x="609602" y="679356"/>
                  </a:moveTo>
                  <a:cubicBezTo>
                    <a:pt x="646425" y="679356"/>
                    <a:pt x="676276" y="709207"/>
                    <a:pt x="676276" y="746031"/>
                  </a:cubicBezTo>
                  <a:cubicBezTo>
                    <a:pt x="676276" y="888758"/>
                    <a:pt x="676275" y="1031484"/>
                    <a:pt x="676275" y="1174211"/>
                  </a:cubicBezTo>
                  <a:cubicBezTo>
                    <a:pt x="676275" y="1211035"/>
                    <a:pt x="646424" y="1240886"/>
                    <a:pt x="609600" y="1240886"/>
                  </a:cubicBezTo>
                  <a:lnTo>
                    <a:pt x="609602" y="1240885"/>
                  </a:lnTo>
                  <a:cubicBezTo>
                    <a:pt x="572777" y="1240885"/>
                    <a:pt x="542926" y="1211034"/>
                    <a:pt x="542926" y="1174210"/>
                  </a:cubicBezTo>
                  <a:lnTo>
                    <a:pt x="542926" y="746031"/>
                  </a:lnTo>
                  <a:cubicBezTo>
                    <a:pt x="542926" y="709207"/>
                    <a:pt x="572777" y="679356"/>
                    <a:pt x="609602" y="679356"/>
                  </a:cubicBezTo>
                  <a:close/>
                  <a:moveTo>
                    <a:pt x="6943726" y="640080"/>
                  </a:moveTo>
                  <a:cubicBezTo>
                    <a:pt x="6980550" y="640080"/>
                    <a:pt x="7010401" y="669931"/>
                    <a:pt x="7010401" y="706755"/>
                  </a:cubicBezTo>
                  <a:lnTo>
                    <a:pt x="7010401" y="1213485"/>
                  </a:lnTo>
                  <a:cubicBezTo>
                    <a:pt x="7010401" y="1250309"/>
                    <a:pt x="6980550" y="1280160"/>
                    <a:pt x="6943726" y="1280160"/>
                  </a:cubicBezTo>
                  <a:cubicBezTo>
                    <a:pt x="6906902" y="1280160"/>
                    <a:pt x="6877051" y="1250309"/>
                    <a:pt x="6877051" y="1213485"/>
                  </a:cubicBezTo>
                  <a:lnTo>
                    <a:pt x="6877051" y="706755"/>
                  </a:lnTo>
                  <a:cubicBezTo>
                    <a:pt x="6877051" y="669931"/>
                    <a:pt x="6906902" y="640080"/>
                    <a:pt x="6943726" y="640080"/>
                  </a:cubicBezTo>
                  <a:close/>
                  <a:moveTo>
                    <a:pt x="5133976" y="640080"/>
                  </a:moveTo>
                  <a:cubicBezTo>
                    <a:pt x="5170800" y="640080"/>
                    <a:pt x="5200651" y="669931"/>
                    <a:pt x="5200651" y="706755"/>
                  </a:cubicBezTo>
                  <a:lnTo>
                    <a:pt x="5200651" y="1213485"/>
                  </a:lnTo>
                  <a:cubicBezTo>
                    <a:pt x="5200651" y="1250309"/>
                    <a:pt x="5170800" y="1280160"/>
                    <a:pt x="5133976" y="1280160"/>
                  </a:cubicBezTo>
                  <a:cubicBezTo>
                    <a:pt x="5097152" y="1280160"/>
                    <a:pt x="5067301" y="1250309"/>
                    <a:pt x="5067301" y="1213485"/>
                  </a:cubicBezTo>
                  <a:lnTo>
                    <a:pt x="5067301" y="706755"/>
                  </a:lnTo>
                  <a:cubicBezTo>
                    <a:pt x="5067301" y="669931"/>
                    <a:pt x="5097152" y="640080"/>
                    <a:pt x="5133976" y="640080"/>
                  </a:cubicBezTo>
                  <a:close/>
                  <a:moveTo>
                    <a:pt x="790576" y="640080"/>
                  </a:moveTo>
                  <a:cubicBezTo>
                    <a:pt x="827400" y="640080"/>
                    <a:pt x="857251" y="669931"/>
                    <a:pt x="857251" y="706755"/>
                  </a:cubicBezTo>
                  <a:lnTo>
                    <a:pt x="857251" y="1213485"/>
                  </a:lnTo>
                  <a:cubicBezTo>
                    <a:pt x="857251" y="1250309"/>
                    <a:pt x="827400" y="1280160"/>
                    <a:pt x="790576" y="1280160"/>
                  </a:cubicBezTo>
                  <a:cubicBezTo>
                    <a:pt x="753752" y="1280160"/>
                    <a:pt x="723902" y="1250309"/>
                    <a:pt x="723902" y="1213485"/>
                  </a:cubicBezTo>
                  <a:lnTo>
                    <a:pt x="723902" y="706755"/>
                  </a:lnTo>
                  <a:cubicBezTo>
                    <a:pt x="723902" y="669931"/>
                    <a:pt x="753752" y="640080"/>
                    <a:pt x="790576" y="640080"/>
                  </a:cubicBezTo>
                  <a:close/>
                  <a:moveTo>
                    <a:pt x="7486651" y="548640"/>
                  </a:moveTo>
                  <a:cubicBezTo>
                    <a:pt x="7523475" y="548640"/>
                    <a:pt x="7553326" y="578491"/>
                    <a:pt x="7553326" y="615315"/>
                  </a:cubicBezTo>
                  <a:lnTo>
                    <a:pt x="7553326" y="1304925"/>
                  </a:lnTo>
                  <a:cubicBezTo>
                    <a:pt x="7553326" y="1341749"/>
                    <a:pt x="7523475" y="1371600"/>
                    <a:pt x="7486651" y="1371600"/>
                  </a:cubicBezTo>
                  <a:cubicBezTo>
                    <a:pt x="7449827" y="1371600"/>
                    <a:pt x="7419976" y="1341749"/>
                    <a:pt x="7419976" y="1304925"/>
                  </a:cubicBezTo>
                  <a:lnTo>
                    <a:pt x="7419976" y="615315"/>
                  </a:lnTo>
                  <a:cubicBezTo>
                    <a:pt x="7419976" y="578491"/>
                    <a:pt x="7449827" y="548640"/>
                    <a:pt x="7486651" y="548640"/>
                  </a:cubicBezTo>
                  <a:close/>
                  <a:moveTo>
                    <a:pt x="2419351" y="548640"/>
                  </a:moveTo>
                  <a:cubicBezTo>
                    <a:pt x="2456175" y="548640"/>
                    <a:pt x="2486026" y="578491"/>
                    <a:pt x="2486026" y="615315"/>
                  </a:cubicBezTo>
                  <a:lnTo>
                    <a:pt x="2486026" y="1304925"/>
                  </a:lnTo>
                  <a:cubicBezTo>
                    <a:pt x="2486026" y="1341749"/>
                    <a:pt x="2456175" y="1371600"/>
                    <a:pt x="2419351" y="1371600"/>
                  </a:cubicBezTo>
                  <a:cubicBezTo>
                    <a:pt x="2382527" y="1371600"/>
                    <a:pt x="2352676" y="1341749"/>
                    <a:pt x="2352676" y="1304925"/>
                  </a:cubicBezTo>
                  <a:lnTo>
                    <a:pt x="2352676" y="615315"/>
                  </a:lnTo>
                  <a:cubicBezTo>
                    <a:pt x="2352676" y="578491"/>
                    <a:pt x="2382527" y="548640"/>
                    <a:pt x="2419351" y="548640"/>
                  </a:cubicBezTo>
                  <a:close/>
                  <a:moveTo>
                    <a:pt x="66676" y="546281"/>
                  </a:moveTo>
                  <a:cubicBezTo>
                    <a:pt x="103501" y="546281"/>
                    <a:pt x="133352" y="576133"/>
                    <a:pt x="133352" y="612957"/>
                  </a:cubicBezTo>
                  <a:cubicBezTo>
                    <a:pt x="133352" y="844399"/>
                    <a:pt x="133351" y="1075842"/>
                    <a:pt x="133351" y="1307284"/>
                  </a:cubicBezTo>
                  <a:cubicBezTo>
                    <a:pt x="133351" y="1344108"/>
                    <a:pt x="103499" y="1373960"/>
                    <a:pt x="66676" y="1373960"/>
                  </a:cubicBezTo>
                  <a:lnTo>
                    <a:pt x="66676" y="1373959"/>
                  </a:lnTo>
                  <a:cubicBezTo>
                    <a:pt x="29853" y="1373959"/>
                    <a:pt x="0" y="1344107"/>
                    <a:pt x="0" y="1307283"/>
                  </a:cubicBezTo>
                  <a:lnTo>
                    <a:pt x="0" y="612957"/>
                  </a:lnTo>
                  <a:cubicBezTo>
                    <a:pt x="0" y="576133"/>
                    <a:pt x="29853" y="546281"/>
                    <a:pt x="66676" y="546281"/>
                  </a:cubicBezTo>
                  <a:close/>
                  <a:moveTo>
                    <a:pt x="6038851" y="502920"/>
                  </a:moveTo>
                  <a:cubicBezTo>
                    <a:pt x="6075675" y="502920"/>
                    <a:pt x="6105526" y="532771"/>
                    <a:pt x="6105526" y="569595"/>
                  </a:cubicBezTo>
                  <a:lnTo>
                    <a:pt x="6105526" y="1350645"/>
                  </a:lnTo>
                  <a:cubicBezTo>
                    <a:pt x="6105526" y="1387469"/>
                    <a:pt x="6075675" y="1417320"/>
                    <a:pt x="6038851" y="1417320"/>
                  </a:cubicBezTo>
                  <a:cubicBezTo>
                    <a:pt x="6002027" y="1417320"/>
                    <a:pt x="5972176" y="1387469"/>
                    <a:pt x="5972176" y="1350645"/>
                  </a:cubicBezTo>
                  <a:lnTo>
                    <a:pt x="5972176" y="569595"/>
                  </a:lnTo>
                  <a:cubicBezTo>
                    <a:pt x="5972176" y="532771"/>
                    <a:pt x="6002027" y="502920"/>
                    <a:pt x="6038851" y="502920"/>
                  </a:cubicBezTo>
                  <a:close/>
                  <a:moveTo>
                    <a:pt x="4591051" y="502920"/>
                  </a:moveTo>
                  <a:cubicBezTo>
                    <a:pt x="4627875" y="502920"/>
                    <a:pt x="4657726" y="532771"/>
                    <a:pt x="4657726" y="569595"/>
                  </a:cubicBezTo>
                  <a:lnTo>
                    <a:pt x="4657726" y="1350645"/>
                  </a:lnTo>
                  <a:cubicBezTo>
                    <a:pt x="4657726" y="1387469"/>
                    <a:pt x="4627875" y="1417320"/>
                    <a:pt x="4591051" y="1417320"/>
                  </a:cubicBezTo>
                  <a:cubicBezTo>
                    <a:pt x="4554227" y="1417320"/>
                    <a:pt x="4524376" y="1387469"/>
                    <a:pt x="4524376" y="1350645"/>
                  </a:cubicBezTo>
                  <a:lnTo>
                    <a:pt x="4524376" y="569595"/>
                  </a:lnTo>
                  <a:cubicBezTo>
                    <a:pt x="4524376" y="532771"/>
                    <a:pt x="4554227" y="502920"/>
                    <a:pt x="4591051" y="502920"/>
                  </a:cubicBezTo>
                  <a:close/>
                  <a:moveTo>
                    <a:pt x="4410076" y="502920"/>
                  </a:moveTo>
                  <a:cubicBezTo>
                    <a:pt x="4446900" y="502920"/>
                    <a:pt x="4476751" y="532771"/>
                    <a:pt x="4476751" y="569595"/>
                  </a:cubicBezTo>
                  <a:lnTo>
                    <a:pt x="4476751" y="1350645"/>
                  </a:lnTo>
                  <a:cubicBezTo>
                    <a:pt x="4476751" y="1387469"/>
                    <a:pt x="4446900" y="1417320"/>
                    <a:pt x="4410076" y="1417320"/>
                  </a:cubicBezTo>
                  <a:cubicBezTo>
                    <a:pt x="4373252" y="1417320"/>
                    <a:pt x="4343401" y="1387469"/>
                    <a:pt x="4343401" y="1350645"/>
                  </a:cubicBezTo>
                  <a:lnTo>
                    <a:pt x="4343401" y="569595"/>
                  </a:lnTo>
                  <a:cubicBezTo>
                    <a:pt x="4343401" y="532771"/>
                    <a:pt x="4373252" y="502920"/>
                    <a:pt x="4410076" y="502920"/>
                  </a:cubicBezTo>
                  <a:close/>
                  <a:moveTo>
                    <a:pt x="4953001" y="457200"/>
                  </a:moveTo>
                  <a:cubicBezTo>
                    <a:pt x="4989825" y="457200"/>
                    <a:pt x="5019676" y="487051"/>
                    <a:pt x="5019676" y="523875"/>
                  </a:cubicBezTo>
                  <a:lnTo>
                    <a:pt x="5019676" y="1396365"/>
                  </a:lnTo>
                  <a:cubicBezTo>
                    <a:pt x="5019676" y="1433189"/>
                    <a:pt x="4989825" y="1463040"/>
                    <a:pt x="4953001" y="1463040"/>
                  </a:cubicBezTo>
                  <a:cubicBezTo>
                    <a:pt x="4916177" y="1463040"/>
                    <a:pt x="4886326" y="1433189"/>
                    <a:pt x="4886326" y="1396365"/>
                  </a:cubicBezTo>
                  <a:lnTo>
                    <a:pt x="4886326" y="523875"/>
                  </a:lnTo>
                  <a:cubicBezTo>
                    <a:pt x="4886326" y="487051"/>
                    <a:pt x="4916177" y="457200"/>
                    <a:pt x="4953001" y="457200"/>
                  </a:cubicBezTo>
                  <a:close/>
                  <a:moveTo>
                    <a:pt x="3686176" y="457200"/>
                  </a:moveTo>
                  <a:cubicBezTo>
                    <a:pt x="3723000" y="457200"/>
                    <a:pt x="3752851" y="487051"/>
                    <a:pt x="3752851" y="523875"/>
                  </a:cubicBezTo>
                  <a:lnTo>
                    <a:pt x="3752851" y="1396365"/>
                  </a:lnTo>
                  <a:cubicBezTo>
                    <a:pt x="3752851" y="1433189"/>
                    <a:pt x="3723000" y="1463040"/>
                    <a:pt x="3686176" y="1463040"/>
                  </a:cubicBezTo>
                  <a:cubicBezTo>
                    <a:pt x="3649352" y="1463040"/>
                    <a:pt x="3619501" y="1433189"/>
                    <a:pt x="3619501" y="1396365"/>
                  </a:cubicBezTo>
                  <a:lnTo>
                    <a:pt x="3619501" y="523875"/>
                  </a:lnTo>
                  <a:cubicBezTo>
                    <a:pt x="3619501" y="487051"/>
                    <a:pt x="3649352" y="457200"/>
                    <a:pt x="3686176" y="457200"/>
                  </a:cubicBezTo>
                  <a:close/>
                  <a:moveTo>
                    <a:pt x="428626" y="427993"/>
                  </a:moveTo>
                  <a:cubicBezTo>
                    <a:pt x="465450" y="427993"/>
                    <a:pt x="495302" y="457844"/>
                    <a:pt x="495302" y="494668"/>
                  </a:cubicBezTo>
                  <a:cubicBezTo>
                    <a:pt x="495302" y="804970"/>
                    <a:pt x="495300" y="1115272"/>
                    <a:pt x="495300" y="1425574"/>
                  </a:cubicBezTo>
                  <a:cubicBezTo>
                    <a:pt x="495300" y="1462398"/>
                    <a:pt x="465449" y="1492249"/>
                    <a:pt x="428625" y="1492249"/>
                  </a:cubicBezTo>
                  <a:lnTo>
                    <a:pt x="428626" y="1492248"/>
                  </a:lnTo>
                  <a:cubicBezTo>
                    <a:pt x="391802" y="1492248"/>
                    <a:pt x="361951" y="1462397"/>
                    <a:pt x="361951" y="1425573"/>
                  </a:cubicBezTo>
                  <a:lnTo>
                    <a:pt x="361951" y="494668"/>
                  </a:lnTo>
                  <a:cubicBezTo>
                    <a:pt x="361951" y="457844"/>
                    <a:pt x="391802" y="427993"/>
                    <a:pt x="428626" y="427993"/>
                  </a:cubicBezTo>
                  <a:close/>
                  <a:moveTo>
                    <a:pt x="7124701" y="411480"/>
                  </a:moveTo>
                  <a:cubicBezTo>
                    <a:pt x="7161525" y="411480"/>
                    <a:pt x="7191376" y="441331"/>
                    <a:pt x="7191376" y="478155"/>
                  </a:cubicBezTo>
                  <a:lnTo>
                    <a:pt x="7191376" y="1442085"/>
                  </a:lnTo>
                  <a:cubicBezTo>
                    <a:pt x="7191376" y="1478909"/>
                    <a:pt x="7161525" y="1508760"/>
                    <a:pt x="7124701" y="1508760"/>
                  </a:cubicBezTo>
                  <a:cubicBezTo>
                    <a:pt x="7087877" y="1508760"/>
                    <a:pt x="7058026" y="1478909"/>
                    <a:pt x="7058026" y="1442085"/>
                  </a:cubicBezTo>
                  <a:lnTo>
                    <a:pt x="7058026" y="478155"/>
                  </a:lnTo>
                  <a:cubicBezTo>
                    <a:pt x="7058026" y="441331"/>
                    <a:pt x="7087877" y="411480"/>
                    <a:pt x="7124701" y="411480"/>
                  </a:cubicBezTo>
                  <a:close/>
                  <a:moveTo>
                    <a:pt x="7667626" y="365760"/>
                  </a:moveTo>
                  <a:cubicBezTo>
                    <a:pt x="7704450" y="365760"/>
                    <a:pt x="7734301" y="395611"/>
                    <a:pt x="7734301" y="432435"/>
                  </a:cubicBezTo>
                  <a:lnTo>
                    <a:pt x="7734301" y="1487805"/>
                  </a:lnTo>
                  <a:cubicBezTo>
                    <a:pt x="7734301" y="1524629"/>
                    <a:pt x="7704450" y="1554480"/>
                    <a:pt x="7667626" y="1554480"/>
                  </a:cubicBezTo>
                  <a:cubicBezTo>
                    <a:pt x="7630802" y="1554480"/>
                    <a:pt x="7600951" y="1524629"/>
                    <a:pt x="7600951" y="1487805"/>
                  </a:cubicBezTo>
                  <a:lnTo>
                    <a:pt x="7600951" y="432435"/>
                  </a:lnTo>
                  <a:cubicBezTo>
                    <a:pt x="7600951" y="395611"/>
                    <a:pt x="7630802" y="365760"/>
                    <a:pt x="7667626" y="365760"/>
                  </a:cubicBezTo>
                  <a:close/>
                  <a:moveTo>
                    <a:pt x="6219826" y="365760"/>
                  </a:moveTo>
                  <a:cubicBezTo>
                    <a:pt x="6256650" y="365760"/>
                    <a:pt x="6286501" y="395611"/>
                    <a:pt x="6286501" y="432435"/>
                  </a:cubicBezTo>
                  <a:lnTo>
                    <a:pt x="6286501" y="1487805"/>
                  </a:lnTo>
                  <a:cubicBezTo>
                    <a:pt x="6286501" y="1524629"/>
                    <a:pt x="6256650" y="1554480"/>
                    <a:pt x="6219826" y="1554480"/>
                  </a:cubicBezTo>
                  <a:cubicBezTo>
                    <a:pt x="6183002" y="1554480"/>
                    <a:pt x="6153151" y="1524629"/>
                    <a:pt x="6153151" y="1487805"/>
                  </a:cubicBezTo>
                  <a:lnTo>
                    <a:pt x="6153151" y="432435"/>
                  </a:lnTo>
                  <a:cubicBezTo>
                    <a:pt x="6153151" y="395611"/>
                    <a:pt x="6183002" y="365760"/>
                    <a:pt x="6219826" y="365760"/>
                  </a:cubicBezTo>
                  <a:close/>
                  <a:moveTo>
                    <a:pt x="4229101" y="365760"/>
                  </a:moveTo>
                  <a:cubicBezTo>
                    <a:pt x="4265925" y="365760"/>
                    <a:pt x="4295776" y="395611"/>
                    <a:pt x="4295776" y="432435"/>
                  </a:cubicBezTo>
                  <a:lnTo>
                    <a:pt x="4295776" y="1487805"/>
                  </a:lnTo>
                  <a:cubicBezTo>
                    <a:pt x="4295776" y="1524629"/>
                    <a:pt x="4265925" y="1554480"/>
                    <a:pt x="4229101" y="1554480"/>
                  </a:cubicBezTo>
                  <a:cubicBezTo>
                    <a:pt x="4192277" y="1554480"/>
                    <a:pt x="4162426" y="1524629"/>
                    <a:pt x="4162426" y="1487805"/>
                  </a:cubicBezTo>
                  <a:lnTo>
                    <a:pt x="4162426" y="432435"/>
                  </a:lnTo>
                  <a:cubicBezTo>
                    <a:pt x="4162426" y="395611"/>
                    <a:pt x="4192277" y="365760"/>
                    <a:pt x="4229101" y="365760"/>
                  </a:cubicBezTo>
                  <a:close/>
                  <a:moveTo>
                    <a:pt x="3324226" y="365760"/>
                  </a:moveTo>
                  <a:cubicBezTo>
                    <a:pt x="3361050" y="365760"/>
                    <a:pt x="3390901" y="395611"/>
                    <a:pt x="3390901" y="432435"/>
                  </a:cubicBezTo>
                  <a:lnTo>
                    <a:pt x="3390901" y="1487805"/>
                  </a:lnTo>
                  <a:cubicBezTo>
                    <a:pt x="3390901" y="1524629"/>
                    <a:pt x="3361050" y="1554480"/>
                    <a:pt x="3324226" y="1554480"/>
                  </a:cubicBezTo>
                  <a:cubicBezTo>
                    <a:pt x="3287402" y="1554480"/>
                    <a:pt x="3257551" y="1524629"/>
                    <a:pt x="3257551" y="1487805"/>
                  </a:cubicBezTo>
                  <a:lnTo>
                    <a:pt x="3257551" y="432435"/>
                  </a:lnTo>
                  <a:cubicBezTo>
                    <a:pt x="3257551" y="395611"/>
                    <a:pt x="3287402" y="365760"/>
                    <a:pt x="3324226" y="365760"/>
                  </a:cubicBezTo>
                  <a:close/>
                  <a:moveTo>
                    <a:pt x="2600326" y="320040"/>
                  </a:moveTo>
                  <a:cubicBezTo>
                    <a:pt x="2637150" y="320040"/>
                    <a:pt x="2667001" y="349891"/>
                    <a:pt x="2667001" y="386715"/>
                  </a:cubicBezTo>
                  <a:lnTo>
                    <a:pt x="2667001" y="1533525"/>
                  </a:lnTo>
                  <a:cubicBezTo>
                    <a:pt x="2667001" y="1570349"/>
                    <a:pt x="2637150" y="1600200"/>
                    <a:pt x="2600326" y="1600200"/>
                  </a:cubicBezTo>
                  <a:cubicBezTo>
                    <a:pt x="2563502" y="1600200"/>
                    <a:pt x="2533651" y="1570349"/>
                    <a:pt x="2533651" y="1533525"/>
                  </a:cubicBezTo>
                  <a:lnTo>
                    <a:pt x="2533651" y="386715"/>
                  </a:lnTo>
                  <a:cubicBezTo>
                    <a:pt x="2533651" y="349891"/>
                    <a:pt x="2563502" y="320040"/>
                    <a:pt x="2600326" y="320040"/>
                  </a:cubicBezTo>
                  <a:close/>
                  <a:moveTo>
                    <a:pt x="6762751" y="274320"/>
                  </a:moveTo>
                  <a:cubicBezTo>
                    <a:pt x="6799575" y="274320"/>
                    <a:pt x="6829426" y="304171"/>
                    <a:pt x="6829426" y="340995"/>
                  </a:cubicBezTo>
                  <a:lnTo>
                    <a:pt x="6829426" y="1579245"/>
                  </a:lnTo>
                  <a:cubicBezTo>
                    <a:pt x="6829426" y="1616069"/>
                    <a:pt x="6799575" y="1645920"/>
                    <a:pt x="6762751" y="1645920"/>
                  </a:cubicBezTo>
                  <a:cubicBezTo>
                    <a:pt x="6725927" y="1645920"/>
                    <a:pt x="6696076" y="1616069"/>
                    <a:pt x="6696076" y="1579245"/>
                  </a:cubicBezTo>
                  <a:lnTo>
                    <a:pt x="6696076" y="340995"/>
                  </a:lnTo>
                  <a:cubicBezTo>
                    <a:pt x="6696076" y="304171"/>
                    <a:pt x="6725927" y="274320"/>
                    <a:pt x="6762751" y="274320"/>
                  </a:cubicBezTo>
                  <a:close/>
                  <a:moveTo>
                    <a:pt x="4772026" y="243458"/>
                  </a:moveTo>
                  <a:cubicBezTo>
                    <a:pt x="4808850" y="243458"/>
                    <a:pt x="4838701" y="273309"/>
                    <a:pt x="4838701" y="310133"/>
                  </a:cubicBezTo>
                  <a:lnTo>
                    <a:pt x="4838701" y="1610108"/>
                  </a:lnTo>
                  <a:cubicBezTo>
                    <a:pt x="4838701" y="1646932"/>
                    <a:pt x="4808850" y="1676783"/>
                    <a:pt x="4772026" y="1676783"/>
                  </a:cubicBezTo>
                  <a:cubicBezTo>
                    <a:pt x="4735202" y="1676783"/>
                    <a:pt x="4705351" y="1646932"/>
                    <a:pt x="4705351" y="1610108"/>
                  </a:cubicBezTo>
                  <a:lnTo>
                    <a:pt x="4705351" y="310133"/>
                  </a:lnTo>
                  <a:cubicBezTo>
                    <a:pt x="4705351" y="273309"/>
                    <a:pt x="4735202" y="243458"/>
                    <a:pt x="4772026" y="243458"/>
                  </a:cubicBezTo>
                  <a:close/>
                  <a:moveTo>
                    <a:pt x="3143251" y="243458"/>
                  </a:moveTo>
                  <a:cubicBezTo>
                    <a:pt x="3180075" y="243458"/>
                    <a:pt x="3209926" y="273309"/>
                    <a:pt x="3209926" y="310133"/>
                  </a:cubicBezTo>
                  <a:lnTo>
                    <a:pt x="3209926" y="1610108"/>
                  </a:lnTo>
                  <a:cubicBezTo>
                    <a:pt x="3209926" y="1646932"/>
                    <a:pt x="3180075" y="1676783"/>
                    <a:pt x="3143251" y="1676783"/>
                  </a:cubicBezTo>
                  <a:cubicBezTo>
                    <a:pt x="3106427" y="1676783"/>
                    <a:pt x="3076576" y="1646932"/>
                    <a:pt x="3076576" y="1610108"/>
                  </a:cubicBezTo>
                  <a:lnTo>
                    <a:pt x="3076576" y="310133"/>
                  </a:lnTo>
                  <a:cubicBezTo>
                    <a:pt x="3076576" y="273309"/>
                    <a:pt x="3106427" y="243458"/>
                    <a:pt x="3143251" y="243458"/>
                  </a:cubicBezTo>
                  <a:close/>
                  <a:moveTo>
                    <a:pt x="247651" y="243458"/>
                  </a:moveTo>
                  <a:cubicBezTo>
                    <a:pt x="284475" y="243458"/>
                    <a:pt x="314326" y="273309"/>
                    <a:pt x="314326" y="310133"/>
                  </a:cubicBezTo>
                  <a:lnTo>
                    <a:pt x="314326" y="1610108"/>
                  </a:lnTo>
                  <a:cubicBezTo>
                    <a:pt x="314326" y="1646932"/>
                    <a:pt x="284475" y="1676783"/>
                    <a:pt x="247651" y="1676783"/>
                  </a:cubicBezTo>
                  <a:cubicBezTo>
                    <a:pt x="210828" y="1676783"/>
                    <a:pt x="180976" y="1646932"/>
                    <a:pt x="180976" y="1610108"/>
                  </a:cubicBezTo>
                  <a:lnTo>
                    <a:pt x="180976" y="310133"/>
                  </a:lnTo>
                  <a:cubicBezTo>
                    <a:pt x="180976" y="273309"/>
                    <a:pt x="210828" y="243458"/>
                    <a:pt x="247651" y="243458"/>
                  </a:cubicBezTo>
                  <a:close/>
                  <a:moveTo>
                    <a:pt x="6581776" y="182880"/>
                  </a:moveTo>
                  <a:cubicBezTo>
                    <a:pt x="6618600" y="182880"/>
                    <a:pt x="6648451" y="212731"/>
                    <a:pt x="6648451" y="249555"/>
                  </a:cubicBezTo>
                  <a:lnTo>
                    <a:pt x="6648451" y="1670685"/>
                  </a:lnTo>
                  <a:cubicBezTo>
                    <a:pt x="6648451" y="1707509"/>
                    <a:pt x="6618600" y="1737360"/>
                    <a:pt x="6581776" y="1737360"/>
                  </a:cubicBezTo>
                  <a:cubicBezTo>
                    <a:pt x="6544952" y="1737360"/>
                    <a:pt x="6515101" y="1707509"/>
                    <a:pt x="6515101" y="1670685"/>
                  </a:cubicBezTo>
                  <a:lnTo>
                    <a:pt x="6515101" y="249555"/>
                  </a:lnTo>
                  <a:cubicBezTo>
                    <a:pt x="6515101" y="212731"/>
                    <a:pt x="6544952" y="182880"/>
                    <a:pt x="6581776" y="182880"/>
                  </a:cubicBezTo>
                  <a:close/>
                  <a:moveTo>
                    <a:pt x="3505201" y="182880"/>
                  </a:moveTo>
                  <a:cubicBezTo>
                    <a:pt x="3542025" y="182880"/>
                    <a:pt x="3571876" y="212731"/>
                    <a:pt x="3571876" y="249555"/>
                  </a:cubicBezTo>
                  <a:lnTo>
                    <a:pt x="3571876" y="1670685"/>
                  </a:lnTo>
                  <a:cubicBezTo>
                    <a:pt x="3571876" y="1707509"/>
                    <a:pt x="3542025" y="1737360"/>
                    <a:pt x="3505201" y="1737360"/>
                  </a:cubicBezTo>
                  <a:cubicBezTo>
                    <a:pt x="3468377" y="1737360"/>
                    <a:pt x="3438526" y="1707509"/>
                    <a:pt x="3438526" y="1670685"/>
                  </a:cubicBezTo>
                  <a:lnTo>
                    <a:pt x="3438526" y="249555"/>
                  </a:lnTo>
                  <a:cubicBezTo>
                    <a:pt x="3438526" y="212731"/>
                    <a:pt x="3468377" y="182880"/>
                    <a:pt x="3505201" y="182880"/>
                  </a:cubicBezTo>
                  <a:close/>
                  <a:moveTo>
                    <a:pt x="4048126" y="137160"/>
                  </a:moveTo>
                  <a:cubicBezTo>
                    <a:pt x="4084950" y="137160"/>
                    <a:pt x="4114801" y="167011"/>
                    <a:pt x="4114801" y="203835"/>
                  </a:cubicBezTo>
                  <a:lnTo>
                    <a:pt x="4114801" y="1716405"/>
                  </a:lnTo>
                  <a:cubicBezTo>
                    <a:pt x="4114801" y="1753229"/>
                    <a:pt x="4084950" y="1783080"/>
                    <a:pt x="4048126" y="1783080"/>
                  </a:cubicBezTo>
                  <a:cubicBezTo>
                    <a:pt x="4011302" y="1783080"/>
                    <a:pt x="3981451" y="1753229"/>
                    <a:pt x="3981451" y="1716405"/>
                  </a:cubicBezTo>
                  <a:lnTo>
                    <a:pt x="3981451" y="203835"/>
                  </a:lnTo>
                  <a:cubicBezTo>
                    <a:pt x="3981451" y="167011"/>
                    <a:pt x="4011302" y="137160"/>
                    <a:pt x="4048126" y="137160"/>
                  </a:cubicBezTo>
                  <a:close/>
                  <a:moveTo>
                    <a:pt x="2962276" y="137160"/>
                  </a:moveTo>
                  <a:cubicBezTo>
                    <a:pt x="2999100" y="137160"/>
                    <a:pt x="3028951" y="167011"/>
                    <a:pt x="3028951" y="203835"/>
                  </a:cubicBezTo>
                  <a:lnTo>
                    <a:pt x="3028951" y="1716405"/>
                  </a:lnTo>
                  <a:cubicBezTo>
                    <a:pt x="3028951" y="1753229"/>
                    <a:pt x="2999100" y="1783080"/>
                    <a:pt x="2962276" y="1783080"/>
                  </a:cubicBezTo>
                  <a:cubicBezTo>
                    <a:pt x="2925452" y="1783080"/>
                    <a:pt x="2895601" y="1753229"/>
                    <a:pt x="2895601" y="1716405"/>
                  </a:cubicBezTo>
                  <a:lnTo>
                    <a:pt x="2895601" y="203835"/>
                  </a:lnTo>
                  <a:cubicBezTo>
                    <a:pt x="2895601" y="167011"/>
                    <a:pt x="2925452" y="137160"/>
                    <a:pt x="2962276" y="137160"/>
                  </a:cubicBezTo>
                  <a:close/>
                  <a:moveTo>
                    <a:pt x="2781301" y="91440"/>
                  </a:moveTo>
                  <a:cubicBezTo>
                    <a:pt x="2818125" y="91440"/>
                    <a:pt x="2847976" y="121291"/>
                    <a:pt x="2847976" y="158115"/>
                  </a:cubicBezTo>
                  <a:lnTo>
                    <a:pt x="2847976" y="1762125"/>
                  </a:lnTo>
                  <a:cubicBezTo>
                    <a:pt x="2847976" y="1798949"/>
                    <a:pt x="2818125" y="1828800"/>
                    <a:pt x="2781301" y="1828800"/>
                  </a:cubicBezTo>
                  <a:cubicBezTo>
                    <a:pt x="2744477" y="1828800"/>
                    <a:pt x="2714626" y="1798949"/>
                    <a:pt x="2714626" y="1762125"/>
                  </a:cubicBezTo>
                  <a:lnTo>
                    <a:pt x="2714626" y="158115"/>
                  </a:lnTo>
                  <a:cubicBezTo>
                    <a:pt x="2714626" y="121291"/>
                    <a:pt x="2744477" y="91440"/>
                    <a:pt x="2781301" y="91440"/>
                  </a:cubicBezTo>
                  <a:close/>
                  <a:moveTo>
                    <a:pt x="6400801" y="0"/>
                  </a:moveTo>
                  <a:cubicBezTo>
                    <a:pt x="6437625" y="0"/>
                    <a:pt x="6467476" y="29851"/>
                    <a:pt x="6467476" y="66675"/>
                  </a:cubicBezTo>
                  <a:lnTo>
                    <a:pt x="6467476" y="1853565"/>
                  </a:lnTo>
                  <a:cubicBezTo>
                    <a:pt x="6467476" y="1890389"/>
                    <a:pt x="6437625" y="1920240"/>
                    <a:pt x="6400801" y="1920240"/>
                  </a:cubicBezTo>
                  <a:cubicBezTo>
                    <a:pt x="6363977" y="1920240"/>
                    <a:pt x="6334126" y="1890389"/>
                    <a:pt x="6334126" y="1853565"/>
                  </a:cubicBezTo>
                  <a:lnTo>
                    <a:pt x="6334126" y="66675"/>
                  </a:lnTo>
                  <a:cubicBezTo>
                    <a:pt x="6334126" y="29851"/>
                    <a:pt x="6363977" y="0"/>
                    <a:pt x="6400801" y="0"/>
                  </a:cubicBezTo>
                  <a:close/>
                  <a:moveTo>
                    <a:pt x="3867151" y="0"/>
                  </a:moveTo>
                  <a:cubicBezTo>
                    <a:pt x="3903975" y="0"/>
                    <a:pt x="3933826" y="29851"/>
                    <a:pt x="3933826" y="66675"/>
                  </a:cubicBezTo>
                  <a:lnTo>
                    <a:pt x="3933826" y="1853565"/>
                  </a:lnTo>
                  <a:cubicBezTo>
                    <a:pt x="3933826" y="1890389"/>
                    <a:pt x="3903975" y="1920240"/>
                    <a:pt x="3867151" y="1920240"/>
                  </a:cubicBezTo>
                  <a:cubicBezTo>
                    <a:pt x="3830327" y="1920240"/>
                    <a:pt x="3800476" y="1890389"/>
                    <a:pt x="3800476" y="1853565"/>
                  </a:cubicBezTo>
                  <a:lnTo>
                    <a:pt x="3800476" y="66675"/>
                  </a:lnTo>
                  <a:cubicBezTo>
                    <a:pt x="3800476" y="29851"/>
                    <a:pt x="3830327" y="0"/>
                    <a:pt x="3867151" y="0"/>
                  </a:cubicBezTo>
                  <a:close/>
                </a:path>
              </a:pathLst>
            </a:custGeom>
            <a:grpFill/>
            <a:ln>
              <a:no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9" name="Freeform: Shape 28">
              <a:extLst>
                <a:ext uri="{FF2B5EF4-FFF2-40B4-BE49-F238E27FC236}">
                  <a16:creationId xmlns:a16="http://schemas.microsoft.com/office/drawing/2014/main" id="{07773557-F10D-52C5-C59C-0633A429D403}"/>
                </a:ext>
              </a:extLst>
            </p:cNvPr>
            <p:cNvSpPr/>
            <p:nvPr/>
          </p:nvSpPr>
          <p:spPr>
            <a:xfrm flipH="1">
              <a:off x="6126846" y="3329166"/>
              <a:ext cx="5982915" cy="1378106"/>
            </a:xfrm>
            <a:custGeom>
              <a:avLst/>
              <a:gdLst>
                <a:gd name="connsiteX0" fmla="*/ 5655946 w 7915276"/>
                <a:gd name="connsiteY0" fmla="*/ 914400 h 1920240"/>
                <a:gd name="connsiteX1" fmla="*/ 5697856 w 7915276"/>
                <a:gd name="connsiteY1" fmla="*/ 914400 h 1920240"/>
                <a:gd name="connsiteX2" fmla="*/ 5743576 w 7915276"/>
                <a:gd name="connsiteY2" fmla="*/ 960120 h 1920240"/>
                <a:gd name="connsiteX3" fmla="*/ 5697856 w 7915276"/>
                <a:gd name="connsiteY3" fmla="*/ 1005840 h 1920240"/>
                <a:gd name="connsiteX4" fmla="*/ 5655946 w 7915276"/>
                <a:gd name="connsiteY4" fmla="*/ 1005840 h 1920240"/>
                <a:gd name="connsiteX5" fmla="*/ 5610226 w 7915276"/>
                <a:gd name="connsiteY5" fmla="*/ 960120 h 1920240"/>
                <a:gd name="connsiteX6" fmla="*/ 5655946 w 7915276"/>
                <a:gd name="connsiteY6" fmla="*/ 914400 h 1920240"/>
                <a:gd name="connsiteX7" fmla="*/ 1514477 w 7915276"/>
                <a:gd name="connsiteY7" fmla="*/ 868680 h 1920240"/>
                <a:gd name="connsiteX8" fmla="*/ 1581151 w 7915276"/>
                <a:gd name="connsiteY8" fmla="*/ 935355 h 1920240"/>
                <a:gd name="connsiteX9" fmla="*/ 1581151 w 7915276"/>
                <a:gd name="connsiteY9" fmla="*/ 984885 h 1920240"/>
                <a:gd name="connsiteX10" fmla="*/ 1514477 w 7915276"/>
                <a:gd name="connsiteY10" fmla="*/ 1051560 h 1920240"/>
                <a:gd name="connsiteX11" fmla="*/ 1447801 w 7915276"/>
                <a:gd name="connsiteY11" fmla="*/ 984885 h 1920240"/>
                <a:gd name="connsiteX12" fmla="*/ 1447801 w 7915276"/>
                <a:gd name="connsiteY12" fmla="*/ 935355 h 1920240"/>
                <a:gd name="connsiteX13" fmla="*/ 1514477 w 7915276"/>
                <a:gd name="connsiteY13" fmla="*/ 868680 h 1920240"/>
                <a:gd name="connsiteX14" fmla="*/ 1695451 w 7915276"/>
                <a:gd name="connsiteY14" fmla="*/ 822960 h 1920240"/>
                <a:gd name="connsiteX15" fmla="*/ 1762126 w 7915276"/>
                <a:gd name="connsiteY15" fmla="*/ 889635 h 1920240"/>
                <a:gd name="connsiteX16" fmla="*/ 1762126 w 7915276"/>
                <a:gd name="connsiteY16" fmla="*/ 1030605 h 1920240"/>
                <a:gd name="connsiteX17" fmla="*/ 1695451 w 7915276"/>
                <a:gd name="connsiteY17" fmla="*/ 1097280 h 1920240"/>
                <a:gd name="connsiteX18" fmla="*/ 1628777 w 7915276"/>
                <a:gd name="connsiteY18" fmla="*/ 1030605 h 1920240"/>
                <a:gd name="connsiteX19" fmla="*/ 1628777 w 7915276"/>
                <a:gd name="connsiteY19" fmla="*/ 889635 h 1920240"/>
                <a:gd name="connsiteX20" fmla="*/ 1695451 w 7915276"/>
                <a:gd name="connsiteY20" fmla="*/ 822960 h 1920240"/>
                <a:gd name="connsiteX21" fmla="*/ 1152526 w 7915276"/>
                <a:gd name="connsiteY21" fmla="*/ 822960 h 1920240"/>
                <a:gd name="connsiteX22" fmla="*/ 1219202 w 7915276"/>
                <a:gd name="connsiteY22" fmla="*/ 889635 h 1920240"/>
                <a:gd name="connsiteX23" fmla="*/ 1219202 w 7915276"/>
                <a:gd name="connsiteY23" fmla="*/ 1030605 h 1920240"/>
                <a:gd name="connsiteX24" fmla="*/ 1152526 w 7915276"/>
                <a:gd name="connsiteY24" fmla="*/ 1097280 h 1920240"/>
                <a:gd name="connsiteX25" fmla="*/ 1085851 w 7915276"/>
                <a:gd name="connsiteY25" fmla="*/ 1030605 h 1920240"/>
                <a:gd name="connsiteX26" fmla="*/ 1085851 w 7915276"/>
                <a:gd name="connsiteY26" fmla="*/ 889635 h 1920240"/>
                <a:gd name="connsiteX27" fmla="*/ 1152526 w 7915276"/>
                <a:gd name="connsiteY27" fmla="*/ 822960 h 1920240"/>
                <a:gd name="connsiteX28" fmla="*/ 7848601 w 7915276"/>
                <a:gd name="connsiteY28" fmla="*/ 777240 h 1920240"/>
                <a:gd name="connsiteX29" fmla="*/ 7915276 w 7915276"/>
                <a:gd name="connsiteY29" fmla="*/ 843915 h 1920240"/>
                <a:gd name="connsiteX30" fmla="*/ 7915276 w 7915276"/>
                <a:gd name="connsiteY30" fmla="*/ 1076325 h 1920240"/>
                <a:gd name="connsiteX31" fmla="*/ 7848601 w 7915276"/>
                <a:gd name="connsiteY31" fmla="*/ 1143000 h 1920240"/>
                <a:gd name="connsiteX32" fmla="*/ 7781926 w 7915276"/>
                <a:gd name="connsiteY32" fmla="*/ 1076325 h 1920240"/>
                <a:gd name="connsiteX33" fmla="*/ 7781926 w 7915276"/>
                <a:gd name="connsiteY33" fmla="*/ 843915 h 1920240"/>
                <a:gd name="connsiteX34" fmla="*/ 7848601 w 7915276"/>
                <a:gd name="connsiteY34" fmla="*/ 777240 h 1920240"/>
                <a:gd name="connsiteX35" fmla="*/ 1876426 w 7915276"/>
                <a:gd name="connsiteY35" fmla="*/ 777240 h 1920240"/>
                <a:gd name="connsiteX36" fmla="*/ 1943101 w 7915276"/>
                <a:gd name="connsiteY36" fmla="*/ 843915 h 1920240"/>
                <a:gd name="connsiteX37" fmla="*/ 1943101 w 7915276"/>
                <a:gd name="connsiteY37" fmla="*/ 1076325 h 1920240"/>
                <a:gd name="connsiteX38" fmla="*/ 1876426 w 7915276"/>
                <a:gd name="connsiteY38" fmla="*/ 1143000 h 1920240"/>
                <a:gd name="connsiteX39" fmla="*/ 1809751 w 7915276"/>
                <a:gd name="connsiteY39" fmla="*/ 1076325 h 1920240"/>
                <a:gd name="connsiteX40" fmla="*/ 1809751 w 7915276"/>
                <a:gd name="connsiteY40" fmla="*/ 843915 h 1920240"/>
                <a:gd name="connsiteX41" fmla="*/ 1876426 w 7915276"/>
                <a:gd name="connsiteY41" fmla="*/ 777240 h 1920240"/>
                <a:gd name="connsiteX42" fmla="*/ 1333501 w 7915276"/>
                <a:gd name="connsiteY42" fmla="*/ 777240 h 1920240"/>
                <a:gd name="connsiteX43" fmla="*/ 1400176 w 7915276"/>
                <a:gd name="connsiteY43" fmla="*/ 843915 h 1920240"/>
                <a:gd name="connsiteX44" fmla="*/ 1400176 w 7915276"/>
                <a:gd name="connsiteY44" fmla="*/ 1076325 h 1920240"/>
                <a:gd name="connsiteX45" fmla="*/ 1333501 w 7915276"/>
                <a:gd name="connsiteY45" fmla="*/ 1143000 h 1920240"/>
                <a:gd name="connsiteX46" fmla="*/ 1266826 w 7915276"/>
                <a:gd name="connsiteY46" fmla="*/ 1076325 h 1920240"/>
                <a:gd name="connsiteX47" fmla="*/ 1266826 w 7915276"/>
                <a:gd name="connsiteY47" fmla="*/ 843915 h 1920240"/>
                <a:gd name="connsiteX48" fmla="*/ 1333501 w 7915276"/>
                <a:gd name="connsiteY48" fmla="*/ 777240 h 1920240"/>
                <a:gd name="connsiteX49" fmla="*/ 7305676 w 7915276"/>
                <a:gd name="connsiteY49" fmla="*/ 731520 h 1920240"/>
                <a:gd name="connsiteX50" fmla="*/ 7372351 w 7915276"/>
                <a:gd name="connsiteY50" fmla="*/ 798195 h 1920240"/>
                <a:gd name="connsiteX51" fmla="*/ 7372351 w 7915276"/>
                <a:gd name="connsiteY51" fmla="*/ 1122045 h 1920240"/>
                <a:gd name="connsiteX52" fmla="*/ 7305676 w 7915276"/>
                <a:gd name="connsiteY52" fmla="*/ 1188720 h 1920240"/>
                <a:gd name="connsiteX53" fmla="*/ 7239001 w 7915276"/>
                <a:gd name="connsiteY53" fmla="*/ 1122045 h 1920240"/>
                <a:gd name="connsiteX54" fmla="*/ 7239001 w 7915276"/>
                <a:gd name="connsiteY54" fmla="*/ 798195 h 1920240"/>
                <a:gd name="connsiteX55" fmla="*/ 7305676 w 7915276"/>
                <a:gd name="connsiteY55" fmla="*/ 731520 h 1920240"/>
                <a:gd name="connsiteX56" fmla="*/ 5314951 w 7915276"/>
                <a:gd name="connsiteY56" fmla="*/ 731520 h 1920240"/>
                <a:gd name="connsiteX57" fmla="*/ 5381626 w 7915276"/>
                <a:gd name="connsiteY57" fmla="*/ 798195 h 1920240"/>
                <a:gd name="connsiteX58" fmla="*/ 5381626 w 7915276"/>
                <a:gd name="connsiteY58" fmla="*/ 1122045 h 1920240"/>
                <a:gd name="connsiteX59" fmla="*/ 5314951 w 7915276"/>
                <a:gd name="connsiteY59" fmla="*/ 1188720 h 1920240"/>
                <a:gd name="connsiteX60" fmla="*/ 5248276 w 7915276"/>
                <a:gd name="connsiteY60" fmla="*/ 1122045 h 1920240"/>
                <a:gd name="connsiteX61" fmla="*/ 5248276 w 7915276"/>
                <a:gd name="connsiteY61" fmla="*/ 798195 h 1920240"/>
                <a:gd name="connsiteX62" fmla="*/ 5314951 w 7915276"/>
                <a:gd name="connsiteY62" fmla="*/ 731520 h 1920240"/>
                <a:gd name="connsiteX63" fmla="*/ 2057401 w 7915276"/>
                <a:gd name="connsiteY63" fmla="*/ 731520 h 1920240"/>
                <a:gd name="connsiteX64" fmla="*/ 2124076 w 7915276"/>
                <a:gd name="connsiteY64" fmla="*/ 798195 h 1920240"/>
                <a:gd name="connsiteX65" fmla="*/ 2124076 w 7915276"/>
                <a:gd name="connsiteY65" fmla="*/ 1122045 h 1920240"/>
                <a:gd name="connsiteX66" fmla="*/ 2057401 w 7915276"/>
                <a:gd name="connsiteY66" fmla="*/ 1188720 h 1920240"/>
                <a:gd name="connsiteX67" fmla="*/ 1990726 w 7915276"/>
                <a:gd name="connsiteY67" fmla="*/ 1122045 h 1920240"/>
                <a:gd name="connsiteX68" fmla="*/ 1990726 w 7915276"/>
                <a:gd name="connsiteY68" fmla="*/ 798195 h 1920240"/>
                <a:gd name="connsiteX69" fmla="*/ 2057401 w 7915276"/>
                <a:gd name="connsiteY69" fmla="*/ 731520 h 1920240"/>
                <a:gd name="connsiteX70" fmla="*/ 971551 w 7915276"/>
                <a:gd name="connsiteY70" fmla="*/ 731520 h 1920240"/>
                <a:gd name="connsiteX71" fmla="*/ 1038226 w 7915276"/>
                <a:gd name="connsiteY71" fmla="*/ 798195 h 1920240"/>
                <a:gd name="connsiteX72" fmla="*/ 1038226 w 7915276"/>
                <a:gd name="connsiteY72" fmla="*/ 1122045 h 1920240"/>
                <a:gd name="connsiteX73" fmla="*/ 971551 w 7915276"/>
                <a:gd name="connsiteY73" fmla="*/ 1188720 h 1920240"/>
                <a:gd name="connsiteX74" fmla="*/ 904876 w 7915276"/>
                <a:gd name="connsiteY74" fmla="*/ 1122045 h 1920240"/>
                <a:gd name="connsiteX75" fmla="*/ 904876 w 7915276"/>
                <a:gd name="connsiteY75" fmla="*/ 798195 h 1920240"/>
                <a:gd name="connsiteX76" fmla="*/ 971551 w 7915276"/>
                <a:gd name="connsiteY76" fmla="*/ 731520 h 1920240"/>
                <a:gd name="connsiteX77" fmla="*/ 5857876 w 7915276"/>
                <a:gd name="connsiteY77" fmla="*/ 685800 h 1920240"/>
                <a:gd name="connsiteX78" fmla="*/ 5924551 w 7915276"/>
                <a:gd name="connsiteY78" fmla="*/ 752475 h 1920240"/>
                <a:gd name="connsiteX79" fmla="*/ 5924551 w 7915276"/>
                <a:gd name="connsiteY79" fmla="*/ 1167765 h 1920240"/>
                <a:gd name="connsiteX80" fmla="*/ 5857876 w 7915276"/>
                <a:gd name="connsiteY80" fmla="*/ 1234440 h 1920240"/>
                <a:gd name="connsiteX81" fmla="*/ 5791201 w 7915276"/>
                <a:gd name="connsiteY81" fmla="*/ 1167765 h 1920240"/>
                <a:gd name="connsiteX82" fmla="*/ 5791201 w 7915276"/>
                <a:gd name="connsiteY82" fmla="*/ 752475 h 1920240"/>
                <a:gd name="connsiteX83" fmla="*/ 5857876 w 7915276"/>
                <a:gd name="connsiteY83" fmla="*/ 685800 h 1920240"/>
                <a:gd name="connsiteX84" fmla="*/ 5495926 w 7915276"/>
                <a:gd name="connsiteY84" fmla="*/ 685800 h 1920240"/>
                <a:gd name="connsiteX85" fmla="*/ 5562601 w 7915276"/>
                <a:gd name="connsiteY85" fmla="*/ 752475 h 1920240"/>
                <a:gd name="connsiteX86" fmla="*/ 5562601 w 7915276"/>
                <a:gd name="connsiteY86" fmla="*/ 1167765 h 1920240"/>
                <a:gd name="connsiteX87" fmla="*/ 5495926 w 7915276"/>
                <a:gd name="connsiteY87" fmla="*/ 1234440 h 1920240"/>
                <a:gd name="connsiteX88" fmla="*/ 5429251 w 7915276"/>
                <a:gd name="connsiteY88" fmla="*/ 1167765 h 1920240"/>
                <a:gd name="connsiteX89" fmla="*/ 5429251 w 7915276"/>
                <a:gd name="connsiteY89" fmla="*/ 752475 h 1920240"/>
                <a:gd name="connsiteX90" fmla="*/ 5495926 w 7915276"/>
                <a:gd name="connsiteY90" fmla="*/ 685800 h 1920240"/>
                <a:gd name="connsiteX91" fmla="*/ 2238376 w 7915276"/>
                <a:gd name="connsiteY91" fmla="*/ 685800 h 1920240"/>
                <a:gd name="connsiteX92" fmla="*/ 2305051 w 7915276"/>
                <a:gd name="connsiteY92" fmla="*/ 752475 h 1920240"/>
                <a:gd name="connsiteX93" fmla="*/ 2305051 w 7915276"/>
                <a:gd name="connsiteY93" fmla="*/ 1167765 h 1920240"/>
                <a:gd name="connsiteX94" fmla="*/ 2238376 w 7915276"/>
                <a:gd name="connsiteY94" fmla="*/ 1234440 h 1920240"/>
                <a:gd name="connsiteX95" fmla="*/ 2171701 w 7915276"/>
                <a:gd name="connsiteY95" fmla="*/ 1167765 h 1920240"/>
                <a:gd name="connsiteX96" fmla="*/ 2171701 w 7915276"/>
                <a:gd name="connsiteY96" fmla="*/ 752475 h 1920240"/>
                <a:gd name="connsiteX97" fmla="*/ 2238376 w 7915276"/>
                <a:gd name="connsiteY97" fmla="*/ 685800 h 1920240"/>
                <a:gd name="connsiteX98" fmla="*/ 609602 w 7915276"/>
                <a:gd name="connsiteY98" fmla="*/ 679356 h 1920240"/>
                <a:gd name="connsiteX99" fmla="*/ 676276 w 7915276"/>
                <a:gd name="connsiteY99" fmla="*/ 746031 h 1920240"/>
                <a:gd name="connsiteX100" fmla="*/ 676275 w 7915276"/>
                <a:gd name="connsiteY100" fmla="*/ 1174211 h 1920240"/>
                <a:gd name="connsiteX101" fmla="*/ 609600 w 7915276"/>
                <a:gd name="connsiteY101" fmla="*/ 1240886 h 1920240"/>
                <a:gd name="connsiteX102" fmla="*/ 609602 w 7915276"/>
                <a:gd name="connsiteY102" fmla="*/ 1240885 h 1920240"/>
                <a:gd name="connsiteX103" fmla="*/ 542926 w 7915276"/>
                <a:gd name="connsiteY103" fmla="*/ 1174210 h 1920240"/>
                <a:gd name="connsiteX104" fmla="*/ 542926 w 7915276"/>
                <a:gd name="connsiteY104" fmla="*/ 746031 h 1920240"/>
                <a:gd name="connsiteX105" fmla="*/ 609602 w 7915276"/>
                <a:gd name="connsiteY105" fmla="*/ 679356 h 1920240"/>
                <a:gd name="connsiteX106" fmla="*/ 6943726 w 7915276"/>
                <a:gd name="connsiteY106" fmla="*/ 640080 h 1920240"/>
                <a:gd name="connsiteX107" fmla="*/ 7010401 w 7915276"/>
                <a:gd name="connsiteY107" fmla="*/ 706755 h 1920240"/>
                <a:gd name="connsiteX108" fmla="*/ 7010401 w 7915276"/>
                <a:gd name="connsiteY108" fmla="*/ 1213485 h 1920240"/>
                <a:gd name="connsiteX109" fmla="*/ 6943726 w 7915276"/>
                <a:gd name="connsiteY109" fmla="*/ 1280160 h 1920240"/>
                <a:gd name="connsiteX110" fmla="*/ 6877051 w 7915276"/>
                <a:gd name="connsiteY110" fmla="*/ 1213485 h 1920240"/>
                <a:gd name="connsiteX111" fmla="*/ 6877051 w 7915276"/>
                <a:gd name="connsiteY111" fmla="*/ 706755 h 1920240"/>
                <a:gd name="connsiteX112" fmla="*/ 6943726 w 7915276"/>
                <a:gd name="connsiteY112" fmla="*/ 640080 h 1920240"/>
                <a:gd name="connsiteX113" fmla="*/ 5133976 w 7915276"/>
                <a:gd name="connsiteY113" fmla="*/ 640080 h 1920240"/>
                <a:gd name="connsiteX114" fmla="*/ 5200651 w 7915276"/>
                <a:gd name="connsiteY114" fmla="*/ 706755 h 1920240"/>
                <a:gd name="connsiteX115" fmla="*/ 5200651 w 7915276"/>
                <a:gd name="connsiteY115" fmla="*/ 1213485 h 1920240"/>
                <a:gd name="connsiteX116" fmla="*/ 5133976 w 7915276"/>
                <a:gd name="connsiteY116" fmla="*/ 1280160 h 1920240"/>
                <a:gd name="connsiteX117" fmla="*/ 5067301 w 7915276"/>
                <a:gd name="connsiteY117" fmla="*/ 1213485 h 1920240"/>
                <a:gd name="connsiteX118" fmla="*/ 5067301 w 7915276"/>
                <a:gd name="connsiteY118" fmla="*/ 706755 h 1920240"/>
                <a:gd name="connsiteX119" fmla="*/ 5133976 w 7915276"/>
                <a:gd name="connsiteY119" fmla="*/ 640080 h 1920240"/>
                <a:gd name="connsiteX120" fmla="*/ 790576 w 7915276"/>
                <a:gd name="connsiteY120" fmla="*/ 640080 h 1920240"/>
                <a:gd name="connsiteX121" fmla="*/ 857251 w 7915276"/>
                <a:gd name="connsiteY121" fmla="*/ 706755 h 1920240"/>
                <a:gd name="connsiteX122" fmla="*/ 857251 w 7915276"/>
                <a:gd name="connsiteY122" fmla="*/ 1213485 h 1920240"/>
                <a:gd name="connsiteX123" fmla="*/ 790576 w 7915276"/>
                <a:gd name="connsiteY123" fmla="*/ 1280160 h 1920240"/>
                <a:gd name="connsiteX124" fmla="*/ 723902 w 7915276"/>
                <a:gd name="connsiteY124" fmla="*/ 1213485 h 1920240"/>
                <a:gd name="connsiteX125" fmla="*/ 723902 w 7915276"/>
                <a:gd name="connsiteY125" fmla="*/ 706755 h 1920240"/>
                <a:gd name="connsiteX126" fmla="*/ 790576 w 7915276"/>
                <a:gd name="connsiteY126" fmla="*/ 640080 h 1920240"/>
                <a:gd name="connsiteX127" fmla="*/ 7486651 w 7915276"/>
                <a:gd name="connsiteY127" fmla="*/ 548640 h 1920240"/>
                <a:gd name="connsiteX128" fmla="*/ 7553326 w 7915276"/>
                <a:gd name="connsiteY128" fmla="*/ 615315 h 1920240"/>
                <a:gd name="connsiteX129" fmla="*/ 7553326 w 7915276"/>
                <a:gd name="connsiteY129" fmla="*/ 1304925 h 1920240"/>
                <a:gd name="connsiteX130" fmla="*/ 7486651 w 7915276"/>
                <a:gd name="connsiteY130" fmla="*/ 1371600 h 1920240"/>
                <a:gd name="connsiteX131" fmla="*/ 7419976 w 7915276"/>
                <a:gd name="connsiteY131" fmla="*/ 1304925 h 1920240"/>
                <a:gd name="connsiteX132" fmla="*/ 7419976 w 7915276"/>
                <a:gd name="connsiteY132" fmla="*/ 615315 h 1920240"/>
                <a:gd name="connsiteX133" fmla="*/ 7486651 w 7915276"/>
                <a:gd name="connsiteY133" fmla="*/ 548640 h 1920240"/>
                <a:gd name="connsiteX134" fmla="*/ 2419351 w 7915276"/>
                <a:gd name="connsiteY134" fmla="*/ 548640 h 1920240"/>
                <a:gd name="connsiteX135" fmla="*/ 2486026 w 7915276"/>
                <a:gd name="connsiteY135" fmla="*/ 615315 h 1920240"/>
                <a:gd name="connsiteX136" fmla="*/ 2486026 w 7915276"/>
                <a:gd name="connsiteY136" fmla="*/ 1304925 h 1920240"/>
                <a:gd name="connsiteX137" fmla="*/ 2419351 w 7915276"/>
                <a:gd name="connsiteY137" fmla="*/ 1371600 h 1920240"/>
                <a:gd name="connsiteX138" fmla="*/ 2352676 w 7915276"/>
                <a:gd name="connsiteY138" fmla="*/ 1304925 h 1920240"/>
                <a:gd name="connsiteX139" fmla="*/ 2352676 w 7915276"/>
                <a:gd name="connsiteY139" fmla="*/ 615315 h 1920240"/>
                <a:gd name="connsiteX140" fmla="*/ 2419351 w 7915276"/>
                <a:gd name="connsiteY140" fmla="*/ 548640 h 1920240"/>
                <a:gd name="connsiteX141" fmla="*/ 66676 w 7915276"/>
                <a:gd name="connsiteY141" fmla="*/ 546281 h 1920240"/>
                <a:gd name="connsiteX142" fmla="*/ 133352 w 7915276"/>
                <a:gd name="connsiteY142" fmla="*/ 612957 h 1920240"/>
                <a:gd name="connsiteX143" fmla="*/ 133351 w 7915276"/>
                <a:gd name="connsiteY143" fmla="*/ 1307284 h 1920240"/>
                <a:gd name="connsiteX144" fmla="*/ 66676 w 7915276"/>
                <a:gd name="connsiteY144" fmla="*/ 1373960 h 1920240"/>
                <a:gd name="connsiteX145" fmla="*/ 66676 w 7915276"/>
                <a:gd name="connsiteY145" fmla="*/ 1373959 h 1920240"/>
                <a:gd name="connsiteX146" fmla="*/ 0 w 7915276"/>
                <a:gd name="connsiteY146" fmla="*/ 1307283 h 1920240"/>
                <a:gd name="connsiteX147" fmla="*/ 0 w 7915276"/>
                <a:gd name="connsiteY147" fmla="*/ 612957 h 1920240"/>
                <a:gd name="connsiteX148" fmla="*/ 66676 w 7915276"/>
                <a:gd name="connsiteY148" fmla="*/ 546281 h 1920240"/>
                <a:gd name="connsiteX149" fmla="*/ 6038851 w 7915276"/>
                <a:gd name="connsiteY149" fmla="*/ 502920 h 1920240"/>
                <a:gd name="connsiteX150" fmla="*/ 6105526 w 7915276"/>
                <a:gd name="connsiteY150" fmla="*/ 569595 h 1920240"/>
                <a:gd name="connsiteX151" fmla="*/ 6105526 w 7915276"/>
                <a:gd name="connsiteY151" fmla="*/ 1350645 h 1920240"/>
                <a:gd name="connsiteX152" fmla="*/ 6038851 w 7915276"/>
                <a:gd name="connsiteY152" fmla="*/ 1417320 h 1920240"/>
                <a:gd name="connsiteX153" fmla="*/ 5972176 w 7915276"/>
                <a:gd name="connsiteY153" fmla="*/ 1350645 h 1920240"/>
                <a:gd name="connsiteX154" fmla="*/ 5972176 w 7915276"/>
                <a:gd name="connsiteY154" fmla="*/ 569595 h 1920240"/>
                <a:gd name="connsiteX155" fmla="*/ 6038851 w 7915276"/>
                <a:gd name="connsiteY155" fmla="*/ 502920 h 1920240"/>
                <a:gd name="connsiteX156" fmla="*/ 4591051 w 7915276"/>
                <a:gd name="connsiteY156" fmla="*/ 502920 h 1920240"/>
                <a:gd name="connsiteX157" fmla="*/ 4657726 w 7915276"/>
                <a:gd name="connsiteY157" fmla="*/ 569595 h 1920240"/>
                <a:gd name="connsiteX158" fmla="*/ 4657726 w 7915276"/>
                <a:gd name="connsiteY158" fmla="*/ 1350645 h 1920240"/>
                <a:gd name="connsiteX159" fmla="*/ 4591051 w 7915276"/>
                <a:gd name="connsiteY159" fmla="*/ 1417320 h 1920240"/>
                <a:gd name="connsiteX160" fmla="*/ 4524376 w 7915276"/>
                <a:gd name="connsiteY160" fmla="*/ 1350645 h 1920240"/>
                <a:gd name="connsiteX161" fmla="*/ 4524376 w 7915276"/>
                <a:gd name="connsiteY161" fmla="*/ 569595 h 1920240"/>
                <a:gd name="connsiteX162" fmla="*/ 4591051 w 7915276"/>
                <a:gd name="connsiteY162" fmla="*/ 502920 h 1920240"/>
                <a:gd name="connsiteX163" fmla="*/ 4410076 w 7915276"/>
                <a:gd name="connsiteY163" fmla="*/ 502920 h 1920240"/>
                <a:gd name="connsiteX164" fmla="*/ 4476751 w 7915276"/>
                <a:gd name="connsiteY164" fmla="*/ 569595 h 1920240"/>
                <a:gd name="connsiteX165" fmla="*/ 4476751 w 7915276"/>
                <a:gd name="connsiteY165" fmla="*/ 1350645 h 1920240"/>
                <a:gd name="connsiteX166" fmla="*/ 4410076 w 7915276"/>
                <a:gd name="connsiteY166" fmla="*/ 1417320 h 1920240"/>
                <a:gd name="connsiteX167" fmla="*/ 4343401 w 7915276"/>
                <a:gd name="connsiteY167" fmla="*/ 1350645 h 1920240"/>
                <a:gd name="connsiteX168" fmla="*/ 4343401 w 7915276"/>
                <a:gd name="connsiteY168" fmla="*/ 569595 h 1920240"/>
                <a:gd name="connsiteX169" fmla="*/ 4410076 w 7915276"/>
                <a:gd name="connsiteY169" fmla="*/ 502920 h 1920240"/>
                <a:gd name="connsiteX170" fmla="*/ 4953001 w 7915276"/>
                <a:gd name="connsiteY170" fmla="*/ 457200 h 1920240"/>
                <a:gd name="connsiteX171" fmla="*/ 5019676 w 7915276"/>
                <a:gd name="connsiteY171" fmla="*/ 523875 h 1920240"/>
                <a:gd name="connsiteX172" fmla="*/ 5019676 w 7915276"/>
                <a:gd name="connsiteY172" fmla="*/ 1396365 h 1920240"/>
                <a:gd name="connsiteX173" fmla="*/ 4953001 w 7915276"/>
                <a:gd name="connsiteY173" fmla="*/ 1463040 h 1920240"/>
                <a:gd name="connsiteX174" fmla="*/ 4886326 w 7915276"/>
                <a:gd name="connsiteY174" fmla="*/ 1396365 h 1920240"/>
                <a:gd name="connsiteX175" fmla="*/ 4886326 w 7915276"/>
                <a:gd name="connsiteY175" fmla="*/ 523875 h 1920240"/>
                <a:gd name="connsiteX176" fmla="*/ 4953001 w 7915276"/>
                <a:gd name="connsiteY176" fmla="*/ 457200 h 1920240"/>
                <a:gd name="connsiteX177" fmla="*/ 3686176 w 7915276"/>
                <a:gd name="connsiteY177" fmla="*/ 457200 h 1920240"/>
                <a:gd name="connsiteX178" fmla="*/ 3752851 w 7915276"/>
                <a:gd name="connsiteY178" fmla="*/ 523875 h 1920240"/>
                <a:gd name="connsiteX179" fmla="*/ 3752851 w 7915276"/>
                <a:gd name="connsiteY179" fmla="*/ 1396365 h 1920240"/>
                <a:gd name="connsiteX180" fmla="*/ 3686176 w 7915276"/>
                <a:gd name="connsiteY180" fmla="*/ 1463040 h 1920240"/>
                <a:gd name="connsiteX181" fmla="*/ 3619501 w 7915276"/>
                <a:gd name="connsiteY181" fmla="*/ 1396365 h 1920240"/>
                <a:gd name="connsiteX182" fmla="*/ 3619501 w 7915276"/>
                <a:gd name="connsiteY182" fmla="*/ 523875 h 1920240"/>
                <a:gd name="connsiteX183" fmla="*/ 3686176 w 7915276"/>
                <a:gd name="connsiteY183" fmla="*/ 457200 h 1920240"/>
                <a:gd name="connsiteX184" fmla="*/ 428626 w 7915276"/>
                <a:gd name="connsiteY184" fmla="*/ 427993 h 1920240"/>
                <a:gd name="connsiteX185" fmla="*/ 495302 w 7915276"/>
                <a:gd name="connsiteY185" fmla="*/ 494668 h 1920240"/>
                <a:gd name="connsiteX186" fmla="*/ 495300 w 7915276"/>
                <a:gd name="connsiteY186" fmla="*/ 1425574 h 1920240"/>
                <a:gd name="connsiteX187" fmla="*/ 428625 w 7915276"/>
                <a:gd name="connsiteY187" fmla="*/ 1492249 h 1920240"/>
                <a:gd name="connsiteX188" fmla="*/ 428626 w 7915276"/>
                <a:gd name="connsiteY188" fmla="*/ 1492248 h 1920240"/>
                <a:gd name="connsiteX189" fmla="*/ 361951 w 7915276"/>
                <a:gd name="connsiteY189" fmla="*/ 1425573 h 1920240"/>
                <a:gd name="connsiteX190" fmla="*/ 361951 w 7915276"/>
                <a:gd name="connsiteY190" fmla="*/ 494668 h 1920240"/>
                <a:gd name="connsiteX191" fmla="*/ 428626 w 7915276"/>
                <a:gd name="connsiteY191" fmla="*/ 427993 h 1920240"/>
                <a:gd name="connsiteX192" fmla="*/ 7124701 w 7915276"/>
                <a:gd name="connsiteY192" fmla="*/ 411480 h 1920240"/>
                <a:gd name="connsiteX193" fmla="*/ 7191376 w 7915276"/>
                <a:gd name="connsiteY193" fmla="*/ 478155 h 1920240"/>
                <a:gd name="connsiteX194" fmla="*/ 7191376 w 7915276"/>
                <a:gd name="connsiteY194" fmla="*/ 1442085 h 1920240"/>
                <a:gd name="connsiteX195" fmla="*/ 7124701 w 7915276"/>
                <a:gd name="connsiteY195" fmla="*/ 1508760 h 1920240"/>
                <a:gd name="connsiteX196" fmla="*/ 7058026 w 7915276"/>
                <a:gd name="connsiteY196" fmla="*/ 1442085 h 1920240"/>
                <a:gd name="connsiteX197" fmla="*/ 7058026 w 7915276"/>
                <a:gd name="connsiteY197" fmla="*/ 478155 h 1920240"/>
                <a:gd name="connsiteX198" fmla="*/ 7124701 w 7915276"/>
                <a:gd name="connsiteY198" fmla="*/ 411480 h 1920240"/>
                <a:gd name="connsiteX199" fmla="*/ 7667626 w 7915276"/>
                <a:gd name="connsiteY199" fmla="*/ 365760 h 1920240"/>
                <a:gd name="connsiteX200" fmla="*/ 7734301 w 7915276"/>
                <a:gd name="connsiteY200" fmla="*/ 432435 h 1920240"/>
                <a:gd name="connsiteX201" fmla="*/ 7734301 w 7915276"/>
                <a:gd name="connsiteY201" fmla="*/ 1487805 h 1920240"/>
                <a:gd name="connsiteX202" fmla="*/ 7667626 w 7915276"/>
                <a:gd name="connsiteY202" fmla="*/ 1554480 h 1920240"/>
                <a:gd name="connsiteX203" fmla="*/ 7600951 w 7915276"/>
                <a:gd name="connsiteY203" fmla="*/ 1487805 h 1920240"/>
                <a:gd name="connsiteX204" fmla="*/ 7600951 w 7915276"/>
                <a:gd name="connsiteY204" fmla="*/ 432435 h 1920240"/>
                <a:gd name="connsiteX205" fmla="*/ 7667626 w 7915276"/>
                <a:gd name="connsiteY205" fmla="*/ 365760 h 1920240"/>
                <a:gd name="connsiteX206" fmla="*/ 6219826 w 7915276"/>
                <a:gd name="connsiteY206" fmla="*/ 365760 h 1920240"/>
                <a:gd name="connsiteX207" fmla="*/ 6286501 w 7915276"/>
                <a:gd name="connsiteY207" fmla="*/ 432435 h 1920240"/>
                <a:gd name="connsiteX208" fmla="*/ 6286501 w 7915276"/>
                <a:gd name="connsiteY208" fmla="*/ 1487805 h 1920240"/>
                <a:gd name="connsiteX209" fmla="*/ 6219826 w 7915276"/>
                <a:gd name="connsiteY209" fmla="*/ 1554480 h 1920240"/>
                <a:gd name="connsiteX210" fmla="*/ 6153151 w 7915276"/>
                <a:gd name="connsiteY210" fmla="*/ 1487805 h 1920240"/>
                <a:gd name="connsiteX211" fmla="*/ 6153151 w 7915276"/>
                <a:gd name="connsiteY211" fmla="*/ 432435 h 1920240"/>
                <a:gd name="connsiteX212" fmla="*/ 6219826 w 7915276"/>
                <a:gd name="connsiteY212" fmla="*/ 365760 h 1920240"/>
                <a:gd name="connsiteX213" fmla="*/ 4229101 w 7915276"/>
                <a:gd name="connsiteY213" fmla="*/ 365760 h 1920240"/>
                <a:gd name="connsiteX214" fmla="*/ 4295776 w 7915276"/>
                <a:gd name="connsiteY214" fmla="*/ 432435 h 1920240"/>
                <a:gd name="connsiteX215" fmla="*/ 4295776 w 7915276"/>
                <a:gd name="connsiteY215" fmla="*/ 1487805 h 1920240"/>
                <a:gd name="connsiteX216" fmla="*/ 4229101 w 7915276"/>
                <a:gd name="connsiteY216" fmla="*/ 1554480 h 1920240"/>
                <a:gd name="connsiteX217" fmla="*/ 4162426 w 7915276"/>
                <a:gd name="connsiteY217" fmla="*/ 1487805 h 1920240"/>
                <a:gd name="connsiteX218" fmla="*/ 4162426 w 7915276"/>
                <a:gd name="connsiteY218" fmla="*/ 432435 h 1920240"/>
                <a:gd name="connsiteX219" fmla="*/ 4229101 w 7915276"/>
                <a:gd name="connsiteY219" fmla="*/ 365760 h 1920240"/>
                <a:gd name="connsiteX220" fmla="*/ 3324226 w 7915276"/>
                <a:gd name="connsiteY220" fmla="*/ 365760 h 1920240"/>
                <a:gd name="connsiteX221" fmla="*/ 3390901 w 7915276"/>
                <a:gd name="connsiteY221" fmla="*/ 432435 h 1920240"/>
                <a:gd name="connsiteX222" fmla="*/ 3390901 w 7915276"/>
                <a:gd name="connsiteY222" fmla="*/ 1487805 h 1920240"/>
                <a:gd name="connsiteX223" fmla="*/ 3324226 w 7915276"/>
                <a:gd name="connsiteY223" fmla="*/ 1554480 h 1920240"/>
                <a:gd name="connsiteX224" fmla="*/ 3257551 w 7915276"/>
                <a:gd name="connsiteY224" fmla="*/ 1487805 h 1920240"/>
                <a:gd name="connsiteX225" fmla="*/ 3257551 w 7915276"/>
                <a:gd name="connsiteY225" fmla="*/ 432435 h 1920240"/>
                <a:gd name="connsiteX226" fmla="*/ 3324226 w 7915276"/>
                <a:gd name="connsiteY226" fmla="*/ 365760 h 1920240"/>
                <a:gd name="connsiteX227" fmla="*/ 2600326 w 7915276"/>
                <a:gd name="connsiteY227" fmla="*/ 320040 h 1920240"/>
                <a:gd name="connsiteX228" fmla="*/ 2667001 w 7915276"/>
                <a:gd name="connsiteY228" fmla="*/ 386715 h 1920240"/>
                <a:gd name="connsiteX229" fmla="*/ 2667001 w 7915276"/>
                <a:gd name="connsiteY229" fmla="*/ 1533525 h 1920240"/>
                <a:gd name="connsiteX230" fmla="*/ 2600326 w 7915276"/>
                <a:gd name="connsiteY230" fmla="*/ 1600200 h 1920240"/>
                <a:gd name="connsiteX231" fmla="*/ 2533651 w 7915276"/>
                <a:gd name="connsiteY231" fmla="*/ 1533525 h 1920240"/>
                <a:gd name="connsiteX232" fmla="*/ 2533651 w 7915276"/>
                <a:gd name="connsiteY232" fmla="*/ 386715 h 1920240"/>
                <a:gd name="connsiteX233" fmla="*/ 2600326 w 7915276"/>
                <a:gd name="connsiteY233" fmla="*/ 320040 h 1920240"/>
                <a:gd name="connsiteX234" fmla="*/ 6762751 w 7915276"/>
                <a:gd name="connsiteY234" fmla="*/ 274320 h 1920240"/>
                <a:gd name="connsiteX235" fmla="*/ 6829426 w 7915276"/>
                <a:gd name="connsiteY235" fmla="*/ 340995 h 1920240"/>
                <a:gd name="connsiteX236" fmla="*/ 6829426 w 7915276"/>
                <a:gd name="connsiteY236" fmla="*/ 1579245 h 1920240"/>
                <a:gd name="connsiteX237" fmla="*/ 6762751 w 7915276"/>
                <a:gd name="connsiteY237" fmla="*/ 1645920 h 1920240"/>
                <a:gd name="connsiteX238" fmla="*/ 6696076 w 7915276"/>
                <a:gd name="connsiteY238" fmla="*/ 1579245 h 1920240"/>
                <a:gd name="connsiteX239" fmla="*/ 6696076 w 7915276"/>
                <a:gd name="connsiteY239" fmla="*/ 340995 h 1920240"/>
                <a:gd name="connsiteX240" fmla="*/ 6762751 w 7915276"/>
                <a:gd name="connsiteY240" fmla="*/ 274320 h 1920240"/>
                <a:gd name="connsiteX241" fmla="*/ 4772026 w 7915276"/>
                <a:gd name="connsiteY241" fmla="*/ 243458 h 1920240"/>
                <a:gd name="connsiteX242" fmla="*/ 4838701 w 7915276"/>
                <a:gd name="connsiteY242" fmla="*/ 310133 h 1920240"/>
                <a:gd name="connsiteX243" fmla="*/ 4838701 w 7915276"/>
                <a:gd name="connsiteY243" fmla="*/ 1610108 h 1920240"/>
                <a:gd name="connsiteX244" fmla="*/ 4772026 w 7915276"/>
                <a:gd name="connsiteY244" fmla="*/ 1676783 h 1920240"/>
                <a:gd name="connsiteX245" fmla="*/ 4705351 w 7915276"/>
                <a:gd name="connsiteY245" fmla="*/ 1610108 h 1920240"/>
                <a:gd name="connsiteX246" fmla="*/ 4705351 w 7915276"/>
                <a:gd name="connsiteY246" fmla="*/ 310133 h 1920240"/>
                <a:gd name="connsiteX247" fmla="*/ 4772026 w 7915276"/>
                <a:gd name="connsiteY247" fmla="*/ 243458 h 1920240"/>
                <a:gd name="connsiteX248" fmla="*/ 3143251 w 7915276"/>
                <a:gd name="connsiteY248" fmla="*/ 243458 h 1920240"/>
                <a:gd name="connsiteX249" fmla="*/ 3209926 w 7915276"/>
                <a:gd name="connsiteY249" fmla="*/ 310133 h 1920240"/>
                <a:gd name="connsiteX250" fmla="*/ 3209926 w 7915276"/>
                <a:gd name="connsiteY250" fmla="*/ 1610108 h 1920240"/>
                <a:gd name="connsiteX251" fmla="*/ 3143251 w 7915276"/>
                <a:gd name="connsiteY251" fmla="*/ 1676783 h 1920240"/>
                <a:gd name="connsiteX252" fmla="*/ 3076576 w 7915276"/>
                <a:gd name="connsiteY252" fmla="*/ 1610108 h 1920240"/>
                <a:gd name="connsiteX253" fmla="*/ 3076576 w 7915276"/>
                <a:gd name="connsiteY253" fmla="*/ 310133 h 1920240"/>
                <a:gd name="connsiteX254" fmla="*/ 3143251 w 7915276"/>
                <a:gd name="connsiteY254" fmla="*/ 243458 h 1920240"/>
                <a:gd name="connsiteX255" fmla="*/ 247651 w 7915276"/>
                <a:gd name="connsiteY255" fmla="*/ 243458 h 1920240"/>
                <a:gd name="connsiteX256" fmla="*/ 314326 w 7915276"/>
                <a:gd name="connsiteY256" fmla="*/ 310133 h 1920240"/>
                <a:gd name="connsiteX257" fmla="*/ 314326 w 7915276"/>
                <a:gd name="connsiteY257" fmla="*/ 1610108 h 1920240"/>
                <a:gd name="connsiteX258" fmla="*/ 247651 w 7915276"/>
                <a:gd name="connsiteY258" fmla="*/ 1676783 h 1920240"/>
                <a:gd name="connsiteX259" fmla="*/ 180976 w 7915276"/>
                <a:gd name="connsiteY259" fmla="*/ 1610108 h 1920240"/>
                <a:gd name="connsiteX260" fmla="*/ 180976 w 7915276"/>
                <a:gd name="connsiteY260" fmla="*/ 310133 h 1920240"/>
                <a:gd name="connsiteX261" fmla="*/ 247651 w 7915276"/>
                <a:gd name="connsiteY261" fmla="*/ 243458 h 1920240"/>
                <a:gd name="connsiteX262" fmla="*/ 6581776 w 7915276"/>
                <a:gd name="connsiteY262" fmla="*/ 182880 h 1920240"/>
                <a:gd name="connsiteX263" fmla="*/ 6648451 w 7915276"/>
                <a:gd name="connsiteY263" fmla="*/ 249555 h 1920240"/>
                <a:gd name="connsiteX264" fmla="*/ 6648451 w 7915276"/>
                <a:gd name="connsiteY264" fmla="*/ 1670685 h 1920240"/>
                <a:gd name="connsiteX265" fmla="*/ 6581776 w 7915276"/>
                <a:gd name="connsiteY265" fmla="*/ 1737360 h 1920240"/>
                <a:gd name="connsiteX266" fmla="*/ 6515101 w 7915276"/>
                <a:gd name="connsiteY266" fmla="*/ 1670685 h 1920240"/>
                <a:gd name="connsiteX267" fmla="*/ 6515101 w 7915276"/>
                <a:gd name="connsiteY267" fmla="*/ 249555 h 1920240"/>
                <a:gd name="connsiteX268" fmla="*/ 6581776 w 7915276"/>
                <a:gd name="connsiteY268" fmla="*/ 182880 h 1920240"/>
                <a:gd name="connsiteX269" fmla="*/ 3505201 w 7915276"/>
                <a:gd name="connsiteY269" fmla="*/ 182880 h 1920240"/>
                <a:gd name="connsiteX270" fmla="*/ 3571876 w 7915276"/>
                <a:gd name="connsiteY270" fmla="*/ 249555 h 1920240"/>
                <a:gd name="connsiteX271" fmla="*/ 3571876 w 7915276"/>
                <a:gd name="connsiteY271" fmla="*/ 1670685 h 1920240"/>
                <a:gd name="connsiteX272" fmla="*/ 3505201 w 7915276"/>
                <a:gd name="connsiteY272" fmla="*/ 1737360 h 1920240"/>
                <a:gd name="connsiteX273" fmla="*/ 3438526 w 7915276"/>
                <a:gd name="connsiteY273" fmla="*/ 1670685 h 1920240"/>
                <a:gd name="connsiteX274" fmla="*/ 3438526 w 7915276"/>
                <a:gd name="connsiteY274" fmla="*/ 249555 h 1920240"/>
                <a:gd name="connsiteX275" fmla="*/ 3505201 w 7915276"/>
                <a:gd name="connsiteY275" fmla="*/ 182880 h 1920240"/>
                <a:gd name="connsiteX276" fmla="*/ 4048126 w 7915276"/>
                <a:gd name="connsiteY276" fmla="*/ 137160 h 1920240"/>
                <a:gd name="connsiteX277" fmla="*/ 4114801 w 7915276"/>
                <a:gd name="connsiteY277" fmla="*/ 203835 h 1920240"/>
                <a:gd name="connsiteX278" fmla="*/ 4114801 w 7915276"/>
                <a:gd name="connsiteY278" fmla="*/ 1716405 h 1920240"/>
                <a:gd name="connsiteX279" fmla="*/ 4048126 w 7915276"/>
                <a:gd name="connsiteY279" fmla="*/ 1783080 h 1920240"/>
                <a:gd name="connsiteX280" fmla="*/ 3981451 w 7915276"/>
                <a:gd name="connsiteY280" fmla="*/ 1716405 h 1920240"/>
                <a:gd name="connsiteX281" fmla="*/ 3981451 w 7915276"/>
                <a:gd name="connsiteY281" fmla="*/ 203835 h 1920240"/>
                <a:gd name="connsiteX282" fmla="*/ 4048126 w 7915276"/>
                <a:gd name="connsiteY282" fmla="*/ 137160 h 1920240"/>
                <a:gd name="connsiteX283" fmla="*/ 2962276 w 7915276"/>
                <a:gd name="connsiteY283" fmla="*/ 137160 h 1920240"/>
                <a:gd name="connsiteX284" fmla="*/ 3028951 w 7915276"/>
                <a:gd name="connsiteY284" fmla="*/ 203835 h 1920240"/>
                <a:gd name="connsiteX285" fmla="*/ 3028951 w 7915276"/>
                <a:gd name="connsiteY285" fmla="*/ 1716405 h 1920240"/>
                <a:gd name="connsiteX286" fmla="*/ 2962276 w 7915276"/>
                <a:gd name="connsiteY286" fmla="*/ 1783080 h 1920240"/>
                <a:gd name="connsiteX287" fmla="*/ 2895601 w 7915276"/>
                <a:gd name="connsiteY287" fmla="*/ 1716405 h 1920240"/>
                <a:gd name="connsiteX288" fmla="*/ 2895601 w 7915276"/>
                <a:gd name="connsiteY288" fmla="*/ 203835 h 1920240"/>
                <a:gd name="connsiteX289" fmla="*/ 2962276 w 7915276"/>
                <a:gd name="connsiteY289" fmla="*/ 137160 h 1920240"/>
                <a:gd name="connsiteX290" fmla="*/ 2781301 w 7915276"/>
                <a:gd name="connsiteY290" fmla="*/ 91440 h 1920240"/>
                <a:gd name="connsiteX291" fmla="*/ 2847976 w 7915276"/>
                <a:gd name="connsiteY291" fmla="*/ 158115 h 1920240"/>
                <a:gd name="connsiteX292" fmla="*/ 2847976 w 7915276"/>
                <a:gd name="connsiteY292" fmla="*/ 1762125 h 1920240"/>
                <a:gd name="connsiteX293" fmla="*/ 2781301 w 7915276"/>
                <a:gd name="connsiteY293" fmla="*/ 1828800 h 1920240"/>
                <a:gd name="connsiteX294" fmla="*/ 2714626 w 7915276"/>
                <a:gd name="connsiteY294" fmla="*/ 1762125 h 1920240"/>
                <a:gd name="connsiteX295" fmla="*/ 2714626 w 7915276"/>
                <a:gd name="connsiteY295" fmla="*/ 158115 h 1920240"/>
                <a:gd name="connsiteX296" fmla="*/ 2781301 w 7915276"/>
                <a:gd name="connsiteY296" fmla="*/ 91440 h 1920240"/>
                <a:gd name="connsiteX297" fmla="*/ 6400801 w 7915276"/>
                <a:gd name="connsiteY297" fmla="*/ 0 h 1920240"/>
                <a:gd name="connsiteX298" fmla="*/ 6467476 w 7915276"/>
                <a:gd name="connsiteY298" fmla="*/ 66675 h 1920240"/>
                <a:gd name="connsiteX299" fmla="*/ 6467476 w 7915276"/>
                <a:gd name="connsiteY299" fmla="*/ 1853565 h 1920240"/>
                <a:gd name="connsiteX300" fmla="*/ 6400801 w 7915276"/>
                <a:gd name="connsiteY300" fmla="*/ 1920240 h 1920240"/>
                <a:gd name="connsiteX301" fmla="*/ 6334126 w 7915276"/>
                <a:gd name="connsiteY301" fmla="*/ 1853565 h 1920240"/>
                <a:gd name="connsiteX302" fmla="*/ 6334126 w 7915276"/>
                <a:gd name="connsiteY302" fmla="*/ 66675 h 1920240"/>
                <a:gd name="connsiteX303" fmla="*/ 6400801 w 7915276"/>
                <a:gd name="connsiteY303" fmla="*/ 0 h 1920240"/>
                <a:gd name="connsiteX304" fmla="*/ 3867151 w 7915276"/>
                <a:gd name="connsiteY304" fmla="*/ 0 h 1920240"/>
                <a:gd name="connsiteX305" fmla="*/ 3933826 w 7915276"/>
                <a:gd name="connsiteY305" fmla="*/ 66675 h 1920240"/>
                <a:gd name="connsiteX306" fmla="*/ 3933826 w 7915276"/>
                <a:gd name="connsiteY306" fmla="*/ 1853565 h 1920240"/>
                <a:gd name="connsiteX307" fmla="*/ 3867151 w 7915276"/>
                <a:gd name="connsiteY307" fmla="*/ 1920240 h 1920240"/>
                <a:gd name="connsiteX308" fmla="*/ 3800476 w 7915276"/>
                <a:gd name="connsiteY308" fmla="*/ 1853565 h 1920240"/>
                <a:gd name="connsiteX309" fmla="*/ 3800476 w 7915276"/>
                <a:gd name="connsiteY309" fmla="*/ 66675 h 1920240"/>
                <a:gd name="connsiteX310" fmla="*/ 3867151 w 7915276"/>
                <a:gd name="connsiteY310" fmla="*/ 0 h 192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Lst>
              <a:rect l="l" t="t" r="r" b="b"/>
              <a:pathLst>
                <a:path w="7915276" h="1920240">
                  <a:moveTo>
                    <a:pt x="5655946" y="914400"/>
                  </a:moveTo>
                  <a:lnTo>
                    <a:pt x="5697856" y="914400"/>
                  </a:lnTo>
                  <a:cubicBezTo>
                    <a:pt x="5723106" y="914400"/>
                    <a:pt x="5743576" y="934870"/>
                    <a:pt x="5743576" y="960120"/>
                  </a:cubicBezTo>
                  <a:cubicBezTo>
                    <a:pt x="5743576" y="985370"/>
                    <a:pt x="5723106" y="1005840"/>
                    <a:pt x="5697856" y="1005840"/>
                  </a:cubicBezTo>
                  <a:lnTo>
                    <a:pt x="5655946" y="1005840"/>
                  </a:lnTo>
                  <a:cubicBezTo>
                    <a:pt x="5630696" y="1005840"/>
                    <a:pt x="5610226" y="985370"/>
                    <a:pt x="5610226" y="960120"/>
                  </a:cubicBezTo>
                  <a:cubicBezTo>
                    <a:pt x="5610226" y="934870"/>
                    <a:pt x="5630696" y="914400"/>
                    <a:pt x="5655946" y="914400"/>
                  </a:cubicBezTo>
                  <a:close/>
                  <a:moveTo>
                    <a:pt x="1514477" y="868680"/>
                  </a:moveTo>
                  <a:cubicBezTo>
                    <a:pt x="1551300" y="868680"/>
                    <a:pt x="1581151" y="898531"/>
                    <a:pt x="1581151" y="935355"/>
                  </a:cubicBezTo>
                  <a:lnTo>
                    <a:pt x="1581151" y="984885"/>
                  </a:lnTo>
                  <a:cubicBezTo>
                    <a:pt x="1581151" y="1021709"/>
                    <a:pt x="1551300" y="1051560"/>
                    <a:pt x="1514477" y="1051560"/>
                  </a:cubicBezTo>
                  <a:cubicBezTo>
                    <a:pt x="1477652" y="1051560"/>
                    <a:pt x="1447801" y="1021709"/>
                    <a:pt x="1447801" y="984885"/>
                  </a:cubicBezTo>
                  <a:lnTo>
                    <a:pt x="1447801" y="935355"/>
                  </a:lnTo>
                  <a:cubicBezTo>
                    <a:pt x="1447801" y="898531"/>
                    <a:pt x="1477652" y="868680"/>
                    <a:pt x="1514477" y="868680"/>
                  </a:cubicBezTo>
                  <a:close/>
                  <a:moveTo>
                    <a:pt x="1695451" y="822960"/>
                  </a:moveTo>
                  <a:cubicBezTo>
                    <a:pt x="1732275" y="822960"/>
                    <a:pt x="1762126" y="852811"/>
                    <a:pt x="1762126" y="889635"/>
                  </a:cubicBezTo>
                  <a:lnTo>
                    <a:pt x="1762126" y="1030605"/>
                  </a:lnTo>
                  <a:cubicBezTo>
                    <a:pt x="1762126" y="1067429"/>
                    <a:pt x="1732275" y="1097280"/>
                    <a:pt x="1695451" y="1097280"/>
                  </a:cubicBezTo>
                  <a:cubicBezTo>
                    <a:pt x="1658627" y="1097280"/>
                    <a:pt x="1628777" y="1067429"/>
                    <a:pt x="1628777" y="1030605"/>
                  </a:cubicBezTo>
                  <a:lnTo>
                    <a:pt x="1628777" y="889635"/>
                  </a:lnTo>
                  <a:cubicBezTo>
                    <a:pt x="1628777" y="852811"/>
                    <a:pt x="1658627" y="822960"/>
                    <a:pt x="1695451" y="822960"/>
                  </a:cubicBezTo>
                  <a:close/>
                  <a:moveTo>
                    <a:pt x="1152526" y="822960"/>
                  </a:moveTo>
                  <a:cubicBezTo>
                    <a:pt x="1189350" y="822960"/>
                    <a:pt x="1219202" y="852811"/>
                    <a:pt x="1219202" y="889635"/>
                  </a:cubicBezTo>
                  <a:lnTo>
                    <a:pt x="1219202" y="1030605"/>
                  </a:lnTo>
                  <a:cubicBezTo>
                    <a:pt x="1219202" y="1067429"/>
                    <a:pt x="1189350" y="1097280"/>
                    <a:pt x="1152526" y="1097280"/>
                  </a:cubicBezTo>
                  <a:cubicBezTo>
                    <a:pt x="1115702" y="1097280"/>
                    <a:pt x="1085851" y="1067429"/>
                    <a:pt x="1085851" y="1030605"/>
                  </a:cubicBezTo>
                  <a:lnTo>
                    <a:pt x="1085851" y="889635"/>
                  </a:lnTo>
                  <a:cubicBezTo>
                    <a:pt x="1085851" y="852811"/>
                    <a:pt x="1115702" y="822960"/>
                    <a:pt x="1152526" y="822960"/>
                  </a:cubicBezTo>
                  <a:close/>
                  <a:moveTo>
                    <a:pt x="7848601" y="777240"/>
                  </a:moveTo>
                  <a:cubicBezTo>
                    <a:pt x="7885425" y="777240"/>
                    <a:pt x="7915276" y="807091"/>
                    <a:pt x="7915276" y="843915"/>
                  </a:cubicBezTo>
                  <a:lnTo>
                    <a:pt x="7915276" y="1076325"/>
                  </a:lnTo>
                  <a:cubicBezTo>
                    <a:pt x="7915276" y="1113149"/>
                    <a:pt x="7885425" y="1143000"/>
                    <a:pt x="7848601" y="1143000"/>
                  </a:cubicBezTo>
                  <a:cubicBezTo>
                    <a:pt x="7811777" y="1143000"/>
                    <a:pt x="7781926" y="1113149"/>
                    <a:pt x="7781926" y="1076325"/>
                  </a:cubicBezTo>
                  <a:lnTo>
                    <a:pt x="7781926" y="843915"/>
                  </a:lnTo>
                  <a:cubicBezTo>
                    <a:pt x="7781926" y="807091"/>
                    <a:pt x="7811777" y="777240"/>
                    <a:pt x="7848601" y="777240"/>
                  </a:cubicBezTo>
                  <a:close/>
                  <a:moveTo>
                    <a:pt x="1876426" y="777240"/>
                  </a:moveTo>
                  <a:cubicBezTo>
                    <a:pt x="1913250" y="777240"/>
                    <a:pt x="1943101" y="807091"/>
                    <a:pt x="1943101" y="843915"/>
                  </a:cubicBezTo>
                  <a:lnTo>
                    <a:pt x="1943101" y="1076325"/>
                  </a:lnTo>
                  <a:cubicBezTo>
                    <a:pt x="1943101" y="1113149"/>
                    <a:pt x="1913250" y="1143000"/>
                    <a:pt x="1876426" y="1143000"/>
                  </a:cubicBezTo>
                  <a:cubicBezTo>
                    <a:pt x="1839603" y="1143000"/>
                    <a:pt x="1809751" y="1113149"/>
                    <a:pt x="1809751" y="1076325"/>
                  </a:cubicBezTo>
                  <a:lnTo>
                    <a:pt x="1809751" y="843915"/>
                  </a:lnTo>
                  <a:cubicBezTo>
                    <a:pt x="1809751" y="807091"/>
                    <a:pt x="1839603" y="777240"/>
                    <a:pt x="1876426" y="777240"/>
                  </a:cubicBezTo>
                  <a:close/>
                  <a:moveTo>
                    <a:pt x="1333501" y="777240"/>
                  </a:moveTo>
                  <a:cubicBezTo>
                    <a:pt x="1370325" y="777240"/>
                    <a:pt x="1400176" y="807091"/>
                    <a:pt x="1400176" y="843915"/>
                  </a:cubicBezTo>
                  <a:lnTo>
                    <a:pt x="1400176" y="1076325"/>
                  </a:lnTo>
                  <a:cubicBezTo>
                    <a:pt x="1400176" y="1113149"/>
                    <a:pt x="1370325" y="1143000"/>
                    <a:pt x="1333501" y="1143000"/>
                  </a:cubicBezTo>
                  <a:cubicBezTo>
                    <a:pt x="1296677" y="1143000"/>
                    <a:pt x="1266826" y="1113149"/>
                    <a:pt x="1266826" y="1076325"/>
                  </a:cubicBezTo>
                  <a:lnTo>
                    <a:pt x="1266826" y="843915"/>
                  </a:lnTo>
                  <a:cubicBezTo>
                    <a:pt x="1266826" y="807091"/>
                    <a:pt x="1296677" y="777240"/>
                    <a:pt x="1333501" y="777240"/>
                  </a:cubicBezTo>
                  <a:close/>
                  <a:moveTo>
                    <a:pt x="7305676" y="731520"/>
                  </a:moveTo>
                  <a:cubicBezTo>
                    <a:pt x="7342500" y="731520"/>
                    <a:pt x="7372351" y="761371"/>
                    <a:pt x="7372351" y="798195"/>
                  </a:cubicBezTo>
                  <a:lnTo>
                    <a:pt x="7372351" y="1122045"/>
                  </a:lnTo>
                  <a:cubicBezTo>
                    <a:pt x="7372351" y="1158869"/>
                    <a:pt x="7342500" y="1188720"/>
                    <a:pt x="7305676" y="1188720"/>
                  </a:cubicBezTo>
                  <a:cubicBezTo>
                    <a:pt x="7268852" y="1188720"/>
                    <a:pt x="7239001" y="1158869"/>
                    <a:pt x="7239001" y="1122045"/>
                  </a:cubicBezTo>
                  <a:lnTo>
                    <a:pt x="7239001" y="798195"/>
                  </a:lnTo>
                  <a:cubicBezTo>
                    <a:pt x="7239001" y="761371"/>
                    <a:pt x="7268852" y="731520"/>
                    <a:pt x="7305676" y="731520"/>
                  </a:cubicBezTo>
                  <a:close/>
                  <a:moveTo>
                    <a:pt x="5314951" y="731520"/>
                  </a:moveTo>
                  <a:cubicBezTo>
                    <a:pt x="5351775" y="731520"/>
                    <a:pt x="5381626" y="761371"/>
                    <a:pt x="5381626" y="798195"/>
                  </a:cubicBezTo>
                  <a:lnTo>
                    <a:pt x="5381626" y="1122045"/>
                  </a:lnTo>
                  <a:cubicBezTo>
                    <a:pt x="5381626" y="1158869"/>
                    <a:pt x="5351775" y="1188720"/>
                    <a:pt x="5314951" y="1188720"/>
                  </a:cubicBezTo>
                  <a:cubicBezTo>
                    <a:pt x="5278127" y="1188720"/>
                    <a:pt x="5248276" y="1158869"/>
                    <a:pt x="5248276" y="1122045"/>
                  </a:cubicBezTo>
                  <a:lnTo>
                    <a:pt x="5248276" y="798195"/>
                  </a:lnTo>
                  <a:cubicBezTo>
                    <a:pt x="5248276" y="761371"/>
                    <a:pt x="5278127" y="731520"/>
                    <a:pt x="5314951" y="731520"/>
                  </a:cubicBezTo>
                  <a:close/>
                  <a:moveTo>
                    <a:pt x="2057401" y="731520"/>
                  </a:moveTo>
                  <a:cubicBezTo>
                    <a:pt x="2094225" y="731520"/>
                    <a:pt x="2124076" y="761371"/>
                    <a:pt x="2124076" y="798195"/>
                  </a:cubicBezTo>
                  <a:lnTo>
                    <a:pt x="2124076" y="1122045"/>
                  </a:lnTo>
                  <a:cubicBezTo>
                    <a:pt x="2124076" y="1158869"/>
                    <a:pt x="2094225" y="1188720"/>
                    <a:pt x="2057401" y="1188720"/>
                  </a:cubicBezTo>
                  <a:cubicBezTo>
                    <a:pt x="2020577" y="1188720"/>
                    <a:pt x="1990726" y="1158869"/>
                    <a:pt x="1990726" y="1122045"/>
                  </a:cubicBezTo>
                  <a:lnTo>
                    <a:pt x="1990726" y="798195"/>
                  </a:lnTo>
                  <a:cubicBezTo>
                    <a:pt x="1990726" y="761371"/>
                    <a:pt x="2020577" y="731520"/>
                    <a:pt x="2057401" y="731520"/>
                  </a:cubicBezTo>
                  <a:close/>
                  <a:moveTo>
                    <a:pt x="971551" y="731520"/>
                  </a:moveTo>
                  <a:cubicBezTo>
                    <a:pt x="1008376" y="731520"/>
                    <a:pt x="1038226" y="761371"/>
                    <a:pt x="1038226" y="798195"/>
                  </a:cubicBezTo>
                  <a:lnTo>
                    <a:pt x="1038226" y="1122045"/>
                  </a:lnTo>
                  <a:cubicBezTo>
                    <a:pt x="1038226" y="1158869"/>
                    <a:pt x="1008376" y="1188720"/>
                    <a:pt x="971551" y="1188720"/>
                  </a:cubicBezTo>
                  <a:cubicBezTo>
                    <a:pt x="934728" y="1188720"/>
                    <a:pt x="904876" y="1158869"/>
                    <a:pt x="904876" y="1122045"/>
                  </a:cubicBezTo>
                  <a:lnTo>
                    <a:pt x="904876" y="798195"/>
                  </a:lnTo>
                  <a:cubicBezTo>
                    <a:pt x="904876" y="761371"/>
                    <a:pt x="934728" y="731520"/>
                    <a:pt x="971551" y="731520"/>
                  </a:cubicBezTo>
                  <a:close/>
                  <a:moveTo>
                    <a:pt x="5857876" y="685800"/>
                  </a:moveTo>
                  <a:cubicBezTo>
                    <a:pt x="5894700" y="685800"/>
                    <a:pt x="5924551" y="715651"/>
                    <a:pt x="5924551" y="752475"/>
                  </a:cubicBezTo>
                  <a:lnTo>
                    <a:pt x="5924551" y="1167765"/>
                  </a:lnTo>
                  <a:cubicBezTo>
                    <a:pt x="5924551" y="1204589"/>
                    <a:pt x="5894700" y="1234440"/>
                    <a:pt x="5857876" y="1234440"/>
                  </a:cubicBezTo>
                  <a:cubicBezTo>
                    <a:pt x="5821052" y="1234440"/>
                    <a:pt x="5791201" y="1204589"/>
                    <a:pt x="5791201" y="1167765"/>
                  </a:cubicBezTo>
                  <a:lnTo>
                    <a:pt x="5791201" y="752475"/>
                  </a:lnTo>
                  <a:cubicBezTo>
                    <a:pt x="5791201" y="715651"/>
                    <a:pt x="5821052" y="685800"/>
                    <a:pt x="5857876" y="685800"/>
                  </a:cubicBezTo>
                  <a:close/>
                  <a:moveTo>
                    <a:pt x="5495926" y="685800"/>
                  </a:moveTo>
                  <a:cubicBezTo>
                    <a:pt x="5532750" y="685800"/>
                    <a:pt x="5562601" y="715651"/>
                    <a:pt x="5562601" y="752475"/>
                  </a:cubicBezTo>
                  <a:lnTo>
                    <a:pt x="5562601" y="1167765"/>
                  </a:lnTo>
                  <a:cubicBezTo>
                    <a:pt x="5562601" y="1204589"/>
                    <a:pt x="5532750" y="1234440"/>
                    <a:pt x="5495926" y="1234440"/>
                  </a:cubicBezTo>
                  <a:cubicBezTo>
                    <a:pt x="5459102" y="1234440"/>
                    <a:pt x="5429251" y="1204589"/>
                    <a:pt x="5429251" y="1167765"/>
                  </a:cubicBezTo>
                  <a:lnTo>
                    <a:pt x="5429251" y="752475"/>
                  </a:lnTo>
                  <a:cubicBezTo>
                    <a:pt x="5429251" y="715651"/>
                    <a:pt x="5459102" y="685800"/>
                    <a:pt x="5495926" y="685800"/>
                  </a:cubicBezTo>
                  <a:close/>
                  <a:moveTo>
                    <a:pt x="2238376" y="685800"/>
                  </a:moveTo>
                  <a:cubicBezTo>
                    <a:pt x="2275200" y="685800"/>
                    <a:pt x="2305051" y="715651"/>
                    <a:pt x="2305051" y="752475"/>
                  </a:cubicBezTo>
                  <a:lnTo>
                    <a:pt x="2305051" y="1167765"/>
                  </a:lnTo>
                  <a:cubicBezTo>
                    <a:pt x="2305051" y="1204589"/>
                    <a:pt x="2275200" y="1234440"/>
                    <a:pt x="2238376" y="1234440"/>
                  </a:cubicBezTo>
                  <a:cubicBezTo>
                    <a:pt x="2201552" y="1234440"/>
                    <a:pt x="2171701" y="1204589"/>
                    <a:pt x="2171701" y="1167765"/>
                  </a:cubicBezTo>
                  <a:lnTo>
                    <a:pt x="2171701" y="752475"/>
                  </a:lnTo>
                  <a:cubicBezTo>
                    <a:pt x="2171701" y="715651"/>
                    <a:pt x="2201552" y="685800"/>
                    <a:pt x="2238376" y="685800"/>
                  </a:cubicBezTo>
                  <a:close/>
                  <a:moveTo>
                    <a:pt x="609602" y="679356"/>
                  </a:moveTo>
                  <a:cubicBezTo>
                    <a:pt x="646425" y="679356"/>
                    <a:pt x="676276" y="709207"/>
                    <a:pt x="676276" y="746031"/>
                  </a:cubicBezTo>
                  <a:cubicBezTo>
                    <a:pt x="676276" y="888758"/>
                    <a:pt x="676275" y="1031484"/>
                    <a:pt x="676275" y="1174211"/>
                  </a:cubicBezTo>
                  <a:cubicBezTo>
                    <a:pt x="676275" y="1211035"/>
                    <a:pt x="646424" y="1240886"/>
                    <a:pt x="609600" y="1240886"/>
                  </a:cubicBezTo>
                  <a:lnTo>
                    <a:pt x="609602" y="1240885"/>
                  </a:lnTo>
                  <a:cubicBezTo>
                    <a:pt x="572777" y="1240885"/>
                    <a:pt x="542926" y="1211034"/>
                    <a:pt x="542926" y="1174210"/>
                  </a:cubicBezTo>
                  <a:lnTo>
                    <a:pt x="542926" y="746031"/>
                  </a:lnTo>
                  <a:cubicBezTo>
                    <a:pt x="542926" y="709207"/>
                    <a:pt x="572777" y="679356"/>
                    <a:pt x="609602" y="679356"/>
                  </a:cubicBezTo>
                  <a:close/>
                  <a:moveTo>
                    <a:pt x="6943726" y="640080"/>
                  </a:moveTo>
                  <a:cubicBezTo>
                    <a:pt x="6980550" y="640080"/>
                    <a:pt x="7010401" y="669931"/>
                    <a:pt x="7010401" y="706755"/>
                  </a:cubicBezTo>
                  <a:lnTo>
                    <a:pt x="7010401" y="1213485"/>
                  </a:lnTo>
                  <a:cubicBezTo>
                    <a:pt x="7010401" y="1250309"/>
                    <a:pt x="6980550" y="1280160"/>
                    <a:pt x="6943726" y="1280160"/>
                  </a:cubicBezTo>
                  <a:cubicBezTo>
                    <a:pt x="6906902" y="1280160"/>
                    <a:pt x="6877051" y="1250309"/>
                    <a:pt x="6877051" y="1213485"/>
                  </a:cubicBezTo>
                  <a:lnTo>
                    <a:pt x="6877051" y="706755"/>
                  </a:lnTo>
                  <a:cubicBezTo>
                    <a:pt x="6877051" y="669931"/>
                    <a:pt x="6906902" y="640080"/>
                    <a:pt x="6943726" y="640080"/>
                  </a:cubicBezTo>
                  <a:close/>
                  <a:moveTo>
                    <a:pt x="5133976" y="640080"/>
                  </a:moveTo>
                  <a:cubicBezTo>
                    <a:pt x="5170800" y="640080"/>
                    <a:pt x="5200651" y="669931"/>
                    <a:pt x="5200651" y="706755"/>
                  </a:cubicBezTo>
                  <a:lnTo>
                    <a:pt x="5200651" y="1213485"/>
                  </a:lnTo>
                  <a:cubicBezTo>
                    <a:pt x="5200651" y="1250309"/>
                    <a:pt x="5170800" y="1280160"/>
                    <a:pt x="5133976" y="1280160"/>
                  </a:cubicBezTo>
                  <a:cubicBezTo>
                    <a:pt x="5097152" y="1280160"/>
                    <a:pt x="5067301" y="1250309"/>
                    <a:pt x="5067301" y="1213485"/>
                  </a:cubicBezTo>
                  <a:lnTo>
                    <a:pt x="5067301" y="706755"/>
                  </a:lnTo>
                  <a:cubicBezTo>
                    <a:pt x="5067301" y="669931"/>
                    <a:pt x="5097152" y="640080"/>
                    <a:pt x="5133976" y="640080"/>
                  </a:cubicBezTo>
                  <a:close/>
                  <a:moveTo>
                    <a:pt x="790576" y="640080"/>
                  </a:moveTo>
                  <a:cubicBezTo>
                    <a:pt x="827400" y="640080"/>
                    <a:pt x="857251" y="669931"/>
                    <a:pt x="857251" y="706755"/>
                  </a:cubicBezTo>
                  <a:lnTo>
                    <a:pt x="857251" y="1213485"/>
                  </a:lnTo>
                  <a:cubicBezTo>
                    <a:pt x="857251" y="1250309"/>
                    <a:pt x="827400" y="1280160"/>
                    <a:pt x="790576" y="1280160"/>
                  </a:cubicBezTo>
                  <a:cubicBezTo>
                    <a:pt x="753752" y="1280160"/>
                    <a:pt x="723902" y="1250309"/>
                    <a:pt x="723902" y="1213485"/>
                  </a:cubicBezTo>
                  <a:lnTo>
                    <a:pt x="723902" y="706755"/>
                  </a:lnTo>
                  <a:cubicBezTo>
                    <a:pt x="723902" y="669931"/>
                    <a:pt x="753752" y="640080"/>
                    <a:pt x="790576" y="640080"/>
                  </a:cubicBezTo>
                  <a:close/>
                  <a:moveTo>
                    <a:pt x="7486651" y="548640"/>
                  </a:moveTo>
                  <a:cubicBezTo>
                    <a:pt x="7523475" y="548640"/>
                    <a:pt x="7553326" y="578491"/>
                    <a:pt x="7553326" y="615315"/>
                  </a:cubicBezTo>
                  <a:lnTo>
                    <a:pt x="7553326" y="1304925"/>
                  </a:lnTo>
                  <a:cubicBezTo>
                    <a:pt x="7553326" y="1341749"/>
                    <a:pt x="7523475" y="1371600"/>
                    <a:pt x="7486651" y="1371600"/>
                  </a:cubicBezTo>
                  <a:cubicBezTo>
                    <a:pt x="7449827" y="1371600"/>
                    <a:pt x="7419976" y="1341749"/>
                    <a:pt x="7419976" y="1304925"/>
                  </a:cubicBezTo>
                  <a:lnTo>
                    <a:pt x="7419976" y="615315"/>
                  </a:lnTo>
                  <a:cubicBezTo>
                    <a:pt x="7419976" y="578491"/>
                    <a:pt x="7449827" y="548640"/>
                    <a:pt x="7486651" y="548640"/>
                  </a:cubicBezTo>
                  <a:close/>
                  <a:moveTo>
                    <a:pt x="2419351" y="548640"/>
                  </a:moveTo>
                  <a:cubicBezTo>
                    <a:pt x="2456175" y="548640"/>
                    <a:pt x="2486026" y="578491"/>
                    <a:pt x="2486026" y="615315"/>
                  </a:cubicBezTo>
                  <a:lnTo>
                    <a:pt x="2486026" y="1304925"/>
                  </a:lnTo>
                  <a:cubicBezTo>
                    <a:pt x="2486026" y="1341749"/>
                    <a:pt x="2456175" y="1371600"/>
                    <a:pt x="2419351" y="1371600"/>
                  </a:cubicBezTo>
                  <a:cubicBezTo>
                    <a:pt x="2382527" y="1371600"/>
                    <a:pt x="2352676" y="1341749"/>
                    <a:pt x="2352676" y="1304925"/>
                  </a:cubicBezTo>
                  <a:lnTo>
                    <a:pt x="2352676" y="615315"/>
                  </a:lnTo>
                  <a:cubicBezTo>
                    <a:pt x="2352676" y="578491"/>
                    <a:pt x="2382527" y="548640"/>
                    <a:pt x="2419351" y="548640"/>
                  </a:cubicBezTo>
                  <a:close/>
                  <a:moveTo>
                    <a:pt x="66676" y="546281"/>
                  </a:moveTo>
                  <a:cubicBezTo>
                    <a:pt x="103501" y="546281"/>
                    <a:pt x="133352" y="576133"/>
                    <a:pt x="133352" y="612957"/>
                  </a:cubicBezTo>
                  <a:cubicBezTo>
                    <a:pt x="133352" y="844399"/>
                    <a:pt x="133351" y="1075842"/>
                    <a:pt x="133351" y="1307284"/>
                  </a:cubicBezTo>
                  <a:cubicBezTo>
                    <a:pt x="133351" y="1344108"/>
                    <a:pt x="103499" y="1373960"/>
                    <a:pt x="66676" y="1373960"/>
                  </a:cubicBezTo>
                  <a:lnTo>
                    <a:pt x="66676" y="1373959"/>
                  </a:lnTo>
                  <a:cubicBezTo>
                    <a:pt x="29853" y="1373959"/>
                    <a:pt x="0" y="1344107"/>
                    <a:pt x="0" y="1307283"/>
                  </a:cubicBezTo>
                  <a:lnTo>
                    <a:pt x="0" y="612957"/>
                  </a:lnTo>
                  <a:cubicBezTo>
                    <a:pt x="0" y="576133"/>
                    <a:pt x="29853" y="546281"/>
                    <a:pt x="66676" y="546281"/>
                  </a:cubicBezTo>
                  <a:close/>
                  <a:moveTo>
                    <a:pt x="6038851" y="502920"/>
                  </a:moveTo>
                  <a:cubicBezTo>
                    <a:pt x="6075675" y="502920"/>
                    <a:pt x="6105526" y="532771"/>
                    <a:pt x="6105526" y="569595"/>
                  </a:cubicBezTo>
                  <a:lnTo>
                    <a:pt x="6105526" y="1350645"/>
                  </a:lnTo>
                  <a:cubicBezTo>
                    <a:pt x="6105526" y="1387469"/>
                    <a:pt x="6075675" y="1417320"/>
                    <a:pt x="6038851" y="1417320"/>
                  </a:cubicBezTo>
                  <a:cubicBezTo>
                    <a:pt x="6002027" y="1417320"/>
                    <a:pt x="5972176" y="1387469"/>
                    <a:pt x="5972176" y="1350645"/>
                  </a:cubicBezTo>
                  <a:lnTo>
                    <a:pt x="5972176" y="569595"/>
                  </a:lnTo>
                  <a:cubicBezTo>
                    <a:pt x="5972176" y="532771"/>
                    <a:pt x="6002027" y="502920"/>
                    <a:pt x="6038851" y="502920"/>
                  </a:cubicBezTo>
                  <a:close/>
                  <a:moveTo>
                    <a:pt x="4591051" y="502920"/>
                  </a:moveTo>
                  <a:cubicBezTo>
                    <a:pt x="4627875" y="502920"/>
                    <a:pt x="4657726" y="532771"/>
                    <a:pt x="4657726" y="569595"/>
                  </a:cubicBezTo>
                  <a:lnTo>
                    <a:pt x="4657726" y="1350645"/>
                  </a:lnTo>
                  <a:cubicBezTo>
                    <a:pt x="4657726" y="1387469"/>
                    <a:pt x="4627875" y="1417320"/>
                    <a:pt x="4591051" y="1417320"/>
                  </a:cubicBezTo>
                  <a:cubicBezTo>
                    <a:pt x="4554227" y="1417320"/>
                    <a:pt x="4524376" y="1387469"/>
                    <a:pt x="4524376" y="1350645"/>
                  </a:cubicBezTo>
                  <a:lnTo>
                    <a:pt x="4524376" y="569595"/>
                  </a:lnTo>
                  <a:cubicBezTo>
                    <a:pt x="4524376" y="532771"/>
                    <a:pt x="4554227" y="502920"/>
                    <a:pt x="4591051" y="502920"/>
                  </a:cubicBezTo>
                  <a:close/>
                  <a:moveTo>
                    <a:pt x="4410076" y="502920"/>
                  </a:moveTo>
                  <a:cubicBezTo>
                    <a:pt x="4446900" y="502920"/>
                    <a:pt x="4476751" y="532771"/>
                    <a:pt x="4476751" y="569595"/>
                  </a:cubicBezTo>
                  <a:lnTo>
                    <a:pt x="4476751" y="1350645"/>
                  </a:lnTo>
                  <a:cubicBezTo>
                    <a:pt x="4476751" y="1387469"/>
                    <a:pt x="4446900" y="1417320"/>
                    <a:pt x="4410076" y="1417320"/>
                  </a:cubicBezTo>
                  <a:cubicBezTo>
                    <a:pt x="4373252" y="1417320"/>
                    <a:pt x="4343401" y="1387469"/>
                    <a:pt x="4343401" y="1350645"/>
                  </a:cubicBezTo>
                  <a:lnTo>
                    <a:pt x="4343401" y="569595"/>
                  </a:lnTo>
                  <a:cubicBezTo>
                    <a:pt x="4343401" y="532771"/>
                    <a:pt x="4373252" y="502920"/>
                    <a:pt x="4410076" y="502920"/>
                  </a:cubicBezTo>
                  <a:close/>
                  <a:moveTo>
                    <a:pt x="4953001" y="457200"/>
                  </a:moveTo>
                  <a:cubicBezTo>
                    <a:pt x="4989825" y="457200"/>
                    <a:pt x="5019676" y="487051"/>
                    <a:pt x="5019676" y="523875"/>
                  </a:cubicBezTo>
                  <a:lnTo>
                    <a:pt x="5019676" y="1396365"/>
                  </a:lnTo>
                  <a:cubicBezTo>
                    <a:pt x="5019676" y="1433189"/>
                    <a:pt x="4989825" y="1463040"/>
                    <a:pt x="4953001" y="1463040"/>
                  </a:cubicBezTo>
                  <a:cubicBezTo>
                    <a:pt x="4916177" y="1463040"/>
                    <a:pt x="4886326" y="1433189"/>
                    <a:pt x="4886326" y="1396365"/>
                  </a:cubicBezTo>
                  <a:lnTo>
                    <a:pt x="4886326" y="523875"/>
                  </a:lnTo>
                  <a:cubicBezTo>
                    <a:pt x="4886326" y="487051"/>
                    <a:pt x="4916177" y="457200"/>
                    <a:pt x="4953001" y="457200"/>
                  </a:cubicBezTo>
                  <a:close/>
                  <a:moveTo>
                    <a:pt x="3686176" y="457200"/>
                  </a:moveTo>
                  <a:cubicBezTo>
                    <a:pt x="3723000" y="457200"/>
                    <a:pt x="3752851" y="487051"/>
                    <a:pt x="3752851" y="523875"/>
                  </a:cubicBezTo>
                  <a:lnTo>
                    <a:pt x="3752851" y="1396365"/>
                  </a:lnTo>
                  <a:cubicBezTo>
                    <a:pt x="3752851" y="1433189"/>
                    <a:pt x="3723000" y="1463040"/>
                    <a:pt x="3686176" y="1463040"/>
                  </a:cubicBezTo>
                  <a:cubicBezTo>
                    <a:pt x="3649352" y="1463040"/>
                    <a:pt x="3619501" y="1433189"/>
                    <a:pt x="3619501" y="1396365"/>
                  </a:cubicBezTo>
                  <a:lnTo>
                    <a:pt x="3619501" y="523875"/>
                  </a:lnTo>
                  <a:cubicBezTo>
                    <a:pt x="3619501" y="487051"/>
                    <a:pt x="3649352" y="457200"/>
                    <a:pt x="3686176" y="457200"/>
                  </a:cubicBezTo>
                  <a:close/>
                  <a:moveTo>
                    <a:pt x="428626" y="427993"/>
                  </a:moveTo>
                  <a:cubicBezTo>
                    <a:pt x="465450" y="427993"/>
                    <a:pt x="495302" y="457844"/>
                    <a:pt x="495302" y="494668"/>
                  </a:cubicBezTo>
                  <a:cubicBezTo>
                    <a:pt x="495302" y="804970"/>
                    <a:pt x="495300" y="1115272"/>
                    <a:pt x="495300" y="1425574"/>
                  </a:cubicBezTo>
                  <a:cubicBezTo>
                    <a:pt x="495300" y="1462398"/>
                    <a:pt x="465449" y="1492249"/>
                    <a:pt x="428625" y="1492249"/>
                  </a:cubicBezTo>
                  <a:lnTo>
                    <a:pt x="428626" y="1492248"/>
                  </a:lnTo>
                  <a:cubicBezTo>
                    <a:pt x="391802" y="1492248"/>
                    <a:pt x="361951" y="1462397"/>
                    <a:pt x="361951" y="1425573"/>
                  </a:cubicBezTo>
                  <a:lnTo>
                    <a:pt x="361951" y="494668"/>
                  </a:lnTo>
                  <a:cubicBezTo>
                    <a:pt x="361951" y="457844"/>
                    <a:pt x="391802" y="427993"/>
                    <a:pt x="428626" y="427993"/>
                  </a:cubicBezTo>
                  <a:close/>
                  <a:moveTo>
                    <a:pt x="7124701" y="411480"/>
                  </a:moveTo>
                  <a:cubicBezTo>
                    <a:pt x="7161525" y="411480"/>
                    <a:pt x="7191376" y="441331"/>
                    <a:pt x="7191376" y="478155"/>
                  </a:cubicBezTo>
                  <a:lnTo>
                    <a:pt x="7191376" y="1442085"/>
                  </a:lnTo>
                  <a:cubicBezTo>
                    <a:pt x="7191376" y="1478909"/>
                    <a:pt x="7161525" y="1508760"/>
                    <a:pt x="7124701" y="1508760"/>
                  </a:cubicBezTo>
                  <a:cubicBezTo>
                    <a:pt x="7087877" y="1508760"/>
                    <a:pt x="7058026" y="1478909"/>
                    <a:pt x="7058026" y="1442085"/>
                  </a:cubicBezTo>
                  <a:lnTo>
                    <a:pt x="7058026" y="478155"/>
                  </a:lnTo>
                  <a:cubicBezTo>
                    <a:pt x="7058026" y="441331"/>
                    <a:pt x="7087877" y="411480"/>
                    <a:pt x="7124701" y="411480"/>
                  </a:cubicBezTo>
                  <a:close/>
                  <a:moveTo>
                    <a:pt x="7667626" y="365760"/>
                  </a:moveTo>
                  <a:cubicBezTo>
                    <a:pt x="7704450" y="365760"/>
                    <a:pt x="7734301" y="395611"/>
                    <a:pt x="7734301" y="432435"/>
                  </a:cubicBezTo>
                  <a:lnTo>
                    <a:pt x="7734301" y="1487805"/>
                  </a:lnTo>
                  <a:cubicBezTo>
                    <a:pt x="7734301" y="1524629"/>
                    <a:pt x="7704450" y="1554480"/>
                    <a:pt x="7667626" y="1554480"/>
                  </a:cubicBezTo>
                  <a:cubicBezTo>
                    <a:pt x="7630802" y="1554480"/>
                    <a:pt x="7600951" y="1524629"/>
                    <a:pt x="7600951" y="1487805"/>
                  </a:cubicBezTo>
                  <a:lnTo>
                    <a:pt x="7600951" y="432435"/>
                  </a:lnTo>
                  <a:cubicBezTo>
                    <a:pt x="7600951" y="395611"/>
                    <a:pt x="7630802" y="365760"/>
                    <a:pt x="7667626" y="365760"/>
                  </a:cubicBezTo>
                  <a:close/>
                  <a:moveTo>
                    <a:pt x="6219826" y="365760"/>
                  </a:moveTo>
                  <a:cubicBezTo>
                    <a:pt x="6256650" y="365760"/>
                    <a:pt x="6286501" y="395611"/>
                    <a:pt x="6286501" y="432435"/>
                  </a:cubicBezTo>
                  <a:lnTo>
                    <a:pt x="6286501" y="1487805"/>
                  </a:lnTo>
                  <a:cubicBezTo>
                    <a:pt x="6286501" y="1524629"/>
                    <a:pt x="6256650" y="1554480"/>
                    <a:pt x="6219826" y="1554480"/>
                  </a:cubicBezTo>
                  <a:cubicBezTo>
                    <a:pt x="6183002" y="1554480"/>
                    <a:pt x="6153151" y="1524629"/>
                    <a:pt x="6153151" y="1487805"/>
                  </a:cubicBezTo>
                  <a:lnTo>
                    <a:pt x="6153151" y="432435"/>
                  </a:lnTo>
                  <a:cubicBezTo>
                    <a:pt x="6153151" y="395611"/>
                    <a:pt x="6183002" y="365760"/>
                    <a:pt x="6219826" y="365760"/>
                  </a:cubicBezTo>
                  <a:close/>
                  <a:moveTo>
                    <a:pt x="4229101" y="365760"/>
                  </a:moveTo>
                  <a:cubicBezTo>
                    <a:pt x="4265925" y="365760"/>
                    <a:pt x="4295776" y="395611"/>
                    <a:pt x="4295776" y="432435"/>
                  </a:cubicBezTo>
                  <a:lnTo>
                    <a:pt x="4295776" y="1487805"/>
                  </a:lnTo>
                  <a:cubicBezTo>
                    <a:pt x="4295776" y="1524629"/>
                    <a:pt x="4265925" y="1554480"/>
                    <a:pt x="4229101" y="1554480"/>
                  </a:cubicBezTo>
                  <a:cubicBezTo>
                    <a:pt x="4192277" y="1554480"/>
                    <a:pt x="4162426" y="1524629"/>
                    <a:pt x="4162426" y="1487805"/>
                  </a:cubicBezTo>
                  <a:lnTo>
                    <a:pt x="4162426" y="432435"/>
                  </a:lnTo>
                  <a:cubicBezTo>
                    <a:pt x="4162426" y="395611"/>
                    <a:pt x="4192277" y="365760"/>
                    <a:pt x="4229101" y="365760"/>
                  </a:cubicBezTo>
                  <a:close/>
                  <a:moveTo>
                    <a:pt x="3324226" y="365760"/>
                  </a:moveTo>
                  <a:cubicBezTo>
                    <a:pt x="3361050" y="365760"/>
                    <a:pt x="3390901" y="395611"/>
                    <a:pt x="3390901" y="432435"/>
                  </a:cubicBezTo>
                  <a:lnTo>
                    <a:pt x="3390901" y="1487805"/>
                  </a:lnTo>
                  <a:cubicBezTo>
                    <a:pt x="3390901" y="1524629"/>
                    <a:pt x="3361050" y="1554480"/>
                    <a:pt x="3324226" y="1554480"/>
                  </a:cubicBezTo>
                  <a:cubicBezTo>
                    <a:pt x="3287402" y="1554480"/>
                    <a:pt x="3257551" y="1524629"/>
                    <a:pt x="3257551" y="1487805"/>
                  </a:cubicBezTo>
                  <a:lnTo>
                    <a:pt x="3257551" y="432435"/>
                  </a:lnTo>
                  <a:cubicBezTo>
                    <a:pt x="3257551" y="395611"/>
                    <a:pt x="3287402" y="365760"/>
                    <a:pt x="3324226" y="365760"/>
                  </a:cubicBezTo>
                  <a:close/>
                  <a:moveTo>
                    <a:pt x="2600326" y="320040"/>
                  </a:moveTo>
                  <a:cubicBezTo>
                    <a:pt x="2637150" y="320040"/>
                    <a:pt x="2667001" y="349891"/>
                    <a:pt x="2667001" y="386715"/>
                  </a:cubicBezTo>
                  <a:lnTo>
                    <a:pt x="2667001" y="1533525"/>
                  </a:lnTo>
                  <a:cubicBezTo>
                    <a:pt x="2667001" y="1570349"/>
                    <a:pt x="2637150" y="1600200"/>
                    <a:pt x="2600326" y="1600200"/>
                  </a:cubicBezTo>
                  <a:cubicBezTo>
                    <a:pt x="2563502" y="1600200"/>
                    <a:pt x="2533651" y="1570349"/>
                    <a:pt x="2533651" y="1533525"/>
                  </a:cubicBezTo>
                  <a:lnTo>
                    <a:pt x="2533651" y="386715"/>
                  </a:lnTo>
                  <a:cubicBezTo>
                    <a:pt x="2533651" y="349891"/>
                    <a:pt x="2563502" y="320040"/>
                    <a:pt x="2600326" y="320040"/>
                  </a:cubicBezTo>
                  <a:close/>
                  <a:moveTo>
                    <a:pt x="6762751" y="274320"/>
                  </a:moveTo>
                  <a:cubicBezTo>
                    <a:pt x="6799575" y="274320"/>
                    <a:pt x="6829426" y="304171"/>
                    <a:pt x="6829426" y="340995"/>
                  </a:cubicBezTo>
                  <a:lnTo>
                    <a:pt x="6829426" y="1579245"/>
                  </a:lnTo>
                  <a:cubicBezTo>
                    <a:pt x="6829426" y="1616069"/>
                    <a:pt x="6799575" y="1645920"/>
                    <a:pt x="6762751" y="1645920"/>
                  </a:cubicBezTo>
                  <a:cubicBezTo>
                    <a:pt x="6725927" y="1645920"/>
                    <a:pt x="6696076" y="1616069"/>
                    <a:pt x="6696076" y="1579245"/>
                  </a:cubicBezTo>
                  <a:lnTo>
                    <a:pt x="6696076" y="340995"/>
                  </a:lnTo>
                  <a:cubicBezTo>
                    <a:pt x="6696076" y="304171"/>
                    <a:pt x="6725927" y="274320"/>
                    <a:pt x="6762751" y="274320"/>
                  </a:cubicBezTo>
                  <a:close/>
                  <a:moveTo>
                    <a:pt x="4772026" y="243458"/>
                  </a:moveTo>
                  <a:cubicBezTo>
                    <a:pt x="4808850" y="243458"/>
                    <a:pt x="4838701" y="273309"/>
                    <a:pt x="4838701" y="310133"/>
                  </a:cubicBezTo>
                  <a:lnTo>
                    <a:pt x="4838701" y="1610108"/>
                  </a:lnTo>
                  <a:cubicBezTo>
                    <a:pt x="4838701" y="1646932"/>
                    <a:pt x="4808850" y="1676783"/>
                    <a:pt x="4772026" y="1676783"/>
                  </a:cubicBezTo>
                  <a:cubicBezTo>
                    <a:pt x="4735202" y="1676783"/>
                    <a:pt x="4705351" y="1646932"/>
                    <a:pt x="4705351" y="1610108"/>
                  </a:cubicBezTo>
                  <a:lnTo>
                    <a:pt x="4705351" y="310133"/>
                  </a:lnTo>
                  <a:cubicBezTo>
                    <a:pt x="4705351" y="273309"/>
                    <a:pt x="4735202" y="243458"/>
                    <a:pt x="4772026" y="243458"/>
                  </a:cubicBezTo>
                  <a:close/>
                  <a:moveTo>
                    <a:pt x="3143251" y="243458"/>
                  </a:moveTo>
                  <a:cubicBezTo>
                    <a:pt x="3180075" y="243458"/>
                    <a:pt x="3209926" y="273309"/>
                    <a:pt x="3209926" y="310133"/>
                  </a:cubicBezTo>
                  <a:lnTo>
                    <a:pt x="3209926" y="1610108"/>
                  </a:lnTo>
                  <a:cubicBezTo>
                    <a:pt x="3209926" y="1646932"/>
                    <a:pt x="3180075" y="1676783"/>
                    <a:pt x="3143251" y="1676783"/>
                  </a:cubicBezTo>
                  <a:cubicBezTo>
                    <a:pt x="3106427" y="1676783"/>
                    <a:pt x="3076576" y="1646932"/>
                    <a:pt x="3076576" y="1610108"/>
                  </a:cubicBezTo>
                  <a:lnTo>
                    <a:pt x="3076576" y="310133"/>
                  </a:lnTo>
                  <a:cubicBezTo>
                    <a:pt x="3076576" y="273309"/>
                    <a:pt x="3106427" y="243458"/>
                    <a:pt x="3143251" y="243458"/>
                  </a:cubicBezTo>
                  <a:close/>
                  <a:moveTo>
                    <a:pt x="247651" y="243458"/>
                  </a:moveTo>
                  <a:cubicBezTo>
                    <a:pt x="284475" y="243458"/>
                    <a:pt x="314326" y="273309"/>
                    <a:pt x="314326" y="310133"/>
                  </a:cubicBezTo>
                  <a:lnTo>
                    <a:pt x="314326" y="1610108"/>
                  </a:lnTo>
                  <a:cubicBezTo>
                    <a:pt x="314326" y="1646932"/>
                    <a:pt x="284475" y="1676783"/>
                    <a:pt x="247651" y="1676783"/>
                  </a:cubicBezTo>
                  <a:cubicBezTo>
                    <a:pt x="210828" y="1676783"/>
                    <a:pt x="180976" y="1646932"/>
                    <a:pt x="180976" y="1610108"/>
                  </a:cubicBezTo>
                  <a:lnTo>
                    <a:pt x="180976" y="310133"/>
                  </a:lnTo>
                  <a:cubicBezTo>
                    <a:pt x="180976" y="273309"/>
                    <a:pt x="210828" y="243458"/>
                    <a:pt x="247651" y="243458"/>
                  </a:cubicBezTo>
                  <a:close/>
                  <a:moveTo>
                    <a:pt x="6581776" y="182880"/>
                  </a:moveTo>
                  <a:cubicBezTo>
                    <a:pt x="6618600" y="182880"/>
                    <a:pt x="6648451" y="212731"/>
                    <a:pt x="6648451" y="249555"/>
                  </a:cubicBezTo>
                  <a:lnTo>
                    <a:pt x="6648451" y="1670685"/>
                  </a:lnTo>
                  <a:cubicBezTo>
                    <a:pt x="6648451" y="1707509"/>
                    <a:pt x="6618600" y="1737360"/>
                    <a:pt x="6581776" y="1737360"/>
                  </a:cubicBezTo>
                  <a:cubicBezTo>
                    <a:pt x="6544952" y="1737360"/>
                    <a:pt x="6515101" y="1707509"/>
                    <a:pt x="6515101" y="1670685"/>
                  </a:cubicBezTo>
                  <a:lnTo>
                    <a:pt x="6515101" y="249555"/>
                  </a:lnTo>
                  <a:cubicBezTo>
                    <a:pt x="6515101" y="212731"/>
                    <a:pt x="6544952" y="182880"/>
                    <a:pt x="6581776" y="182880"/>
                  </a:cubicBezTo>
                  <a:close/>
                  <a:moveTo>
                    <a:pt x="3505201" y="182880"/>
                  </a:moveTo>
                  <a:cubicBezTo>
                    <a:pt x="3542025" y="182880"/>
                    <a:pt x="3571876" y="212731"/>
                    <a:pt x="3571876" y="249555"/>
                  </a:cubicBezTo>
                  <a:lnTo>
                    <a:pt x="3571876" y="1670685"/>
                  </a:lnTo>
                  <a:cubicBezTo>
                    <a:pt x="3571876" y="1707509"/>
                    <a:pt x="3542025" y="1737360"/>
                    <a:pt x="3505201" y="1737360"/>
                  </a:cubicBezTo>
                  <a:cubicBezTo>
                    <a:pt x="3468377" y="1737360"/>
                    <a:pt x="3438526" y="1707509"/>
                    <a:pt x="3438526" y="1670685"/>
                  </a:cubicBezTo>
                  <a:lnTo>
                    <a:pt x="3438526" y="249555"/>
                  </a:lnTo>
                  <a:cubicBezTo>
                    <a:pt x="3438526" y="212731"/>
                    <a:pt x="3468377" y="182880"/>
                    <a:pt x="3505201" y="182880"/>
                  </a:cubicBezTo>
                  <a:close/>
                  <a:moveTo>
                    <a:pt x="4048126" y="137160"/>
                  </a:moveTo>
                  <a:cubicBezTo>
                    <a:pt x="4084950" y="137160"/>
                    <a:pt x="4114801" y="167011"/>
                    <a:pt x="4114801" y="203835"/>
                  </a:cubicBezTo>
                  <a:lnTo>
                    <a:pt x="4114801" y="1716405"/>
                  </a:lnTo>
                  <a:cubicBezTo>
                    <a:pt x="4114801" y="1753229"/>
                    <a:pt x="4084950" y="1783080"/>
                    <a:pt x="4048126" y="1783080"/>
                  </a:cubicBezTo>
                  <a:cubicBezTo>
                    <a:pt x="4011302" y="1783080"/>
                    <a:pt x="3981451" y="1753229"/>
                    <a:pt x="3981451" y="1716405"/>
                  </a:cubicBezTo>
                  <a:lnTo>
                    <a:pt x="3981451" y="203835"/>
                  </a:lnTo>
                  <a:cubicBezTo>
                    <a:pt x="3981451" y="167011"/>
                    <a:pt x="4011302" y="137160"/>
                    <a:pt x="4048126" y="137160"/>
                  </a:cubicBezTo>
                  <a:close/>
                  <a:moveTo>
                    <a:pt x="2962276" y="137160"/>
                  </a:moveTo>
                  <a:cubicBezTo>
                    <a:pt x="2999100" y="137160"/>
                    <a:pt x="3028951" y="167011"/>
                    <a:pt x="3028951" y="203835"/>
                  </a:cubicBezTo>
                  <a:lnTo>
                    <a:pt x="3028951" y="1716405"/>
                  </a:lnTo>
                  <a:cubicBezTo>
                    <a:pt x="3028951" y="1753229"/>
                    <a:pt x="2999100" y="1783080"/>
                    <a:pt x="2962276" y="1783080"/>
                  </a:cubicBezTo>
                  <a:cubicBezTo>
                    <a:pt x="2925452" y="1783080"/>
                    <a:pt x="2895601" y="1753229"/>
                    <a:pt x="2895601" y="1716405"/>
                  </a:cubicBezTo>
                  <a:lnTo>
                    <a:pt x="2895601" y="203835"/>
                  </a:lnTo>
                  <a:cubicBezTo>
                    <a:pt x="2895601" y="167011"/>
                    <a:pt x="2925452" y="137160"/>
                    <a:pt x="2962276" y="137160"/>
                  </a:cubicBezTo>
                  <a:close/>
                  <a:moveTo>
                    <a:pt x="2781301" y="91440"/>
                  </a:moveTo>
                  <a:cubicBezTo>
                    <a:pt x="2818125" y="91440"/>
                    <a:pt x="2847976" y="121291"/>
                    <a:pt x="2847976" y="158115"/>
                  </a:cubicBezTo>
                  <a:lnTo>
                    <a:pt x="2847976" y="1762125"/>
                  </a:lnTo>
                  <a:cubicBezTo>
                    <a:pt x="2847976" y="1798949"/>
                    <a:pt x="2818125" y="1828800"/>
                    <a:pt x="2781301" y="1828800"/>
                  </a:cubicBezTo>
                  <a:cubicBezTo>
                    <a:pt x="2744477" y="1828800"/>
                    <a:pt x="2714626" y="1798949"/>
                    <a:pt x="2714626" y="1762125"/>
                  </a:cubicBezTo>
                  <a:lnTo>
                    <a:pt x="2714626" y="158115"/>
                  </a:lnTo>
                  <a:cubicBezTo>
                    <a:pt x="2714626" y="121291"/>
                    <a:pt x="2744477" y="91440"/>
                    <a:pt x="2781301" y="91440"/>
                  </a:cubicBezTo>
                  <a:close/>
                  <a:moveTo>
                    <a:pt x="6400801" y="0"/>
                  </a:moveTo>
                  <a:cubicBezTo>
                    <a:pt x="6437625" y="0"/>
                    <a:pt x="6467476" y="29851"/>
                    <a:pt x="6467476" y="66675"/>
                  </a:cubicBezTo>
                  <a:lnTo>
                    <a:pt x="6467476" y="1853565"/>
                  </a:lnTo>
                  <a:cubicBezTo>
                    <a:pt x="6467476" y="1890389"/>
                    <a:pt x="6437625" y="1920240"/>
                    <a:pt x="6400801" y="1920240"/>
                  </a:cubicBezTo>
                  <a:cubicBezTo>
                    <a:pt x="6363977" y="1920240"/>
                    <a:pt x="6334126" y="1890389"/>
                    <a:pt x="6334126" y="1853565"/>
                  </a:cubicBezTo>
                  <a:lnTo>
                    <a:pt x="6334126" y="66675"/>
                  </a:lnTo>
                  <a:cubicBezTo>
                    <a:pt x="6334126" y="29851"/>
                    <a:pt x="6363977" y="0"/>
                    <a:pt x="6400801" y="0"/>
                  </a:cubicBezTo>
                  <a:close/>
                  <a:moveTo>
                    <a:pt x="3867151" y="0"/>
                  </a:moveTo>
                  <a:cubicBezTo>
                    <a:pt x="3903975" y="0"/>
                    <a:pt x="3933826" y="29851"/>
                    <a:pt x="3933826" y="66675"/>
                  </a:cubicBezTo>
                  <a:lnTo>
                    <a:pt x="3933826" y="1853565"/>
                  </a:lnTo>
                  <a:cubicBezTo>
                    <a:pt x="3933826" y="1890389"/>
                    <a:pt x="3903975" y="1920240"/>
                    <a:pt x="3867151" y="1920240"/>
                  </a:cubicBezTo>
                  <a:cubicBezTo>
                    <a:pt x="3830327" y="1920240"/>
                    <a:pt x="3800476" y="1890389"/>
                    <a:pt x="3800476" y="1853565"/>
                  </a:cubicBezTo>
                  <a:lnTo>
                    <a:pt x="3800476" y="66675"/>
                  </a:lnTo>
                  <a:cubicBezTo>
                    <a:pt x="3800476" y="29851"/>
                    <a:pt x="3830327" y="0"/>
                    <a:pt x="3867151" y="0"/>
                  </a:cubicBezTo>
                  <a:close/>
                </a:path>
              </a:pathLst>
            </a:custGeom>
            <a:grpFill/>
            <a:ln>
              <a:no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grpSp>
        <p:nvGrpSpPr>
          <p:cNvPr id="30" name="Group 44">
            <a:extLst>
              <a:ext uri="{FF2B5EF4-FFF2-40B4-BE49-F238E27FC236}">
                <a16:creationId xmlns:a16="http://schemas.microsoft.com/office/drawing/2014/main" id="{A6E50145-251D-B855-65A8-78D0B6354BB0}"/>
              </a:ext>
            </a:extLst>
          </p:cNvPr>
          <p:cNvGrpSpPr>
            <a:grpSpLocks/>
          </p:cNvGrpSpPr>
          <p:nvPr/>
        </p:nvGrpSpPr>
        <p:grpSpPr bwMode="auto">
          <a:xfrm>
            <a:off x="4578063" y="823353"/>
            <a:ext cx="2808287" cy="2447925"/>
            <a:chOff x="5039564" y="60131"/>
            <a:chExt cx="3147309" cy="3194716"/>
          </a:xfrm>
          <a:solidFill>
            <a:schemeClr val="tx1"/>
          </a:solidFill>
        </p:grpSpPr>
        <p:grpSp>
          <p:nvGrpSpPr>
            <p:cNvPr id="31" name="Graphic 3">
              <a:extLst>
                <a:ext uri="{FF2B5EF4-FFF2-40B4-BE49-F238E27FC236}">
                  <a16:creationId xmlns:a16="http://schemas.microsoft.com/office/drawing/2014/main" id="{EBCD85E8-92D5-7013-FAB6-8E0FF15F93DD}"/>
                </a:ext>
              </a:extLst>
            </p:cNvPr>
            <p:cNvGrpSpPr>
              <a:grpSpLocks/>
            </p:cNvGrpSpPr>
            <p:nvPr/>
          </p:nvGrpSpPr>
          <p:grpSpPr bwMode="auto">
            <a:xfrm>
              <a:off x="5039564" y="1209956"/>
              <a:ext cx="2238110" cy="2044891"/>
              <a:chOff x="4772025" y="2219325"/>
              <a:chExt cx="2647950" cy="2419350"/>
            </a:xfrm>
            <a:grpFill/>
          </p:grpSpPr>
          <p:sp>
            <p:nvSpPr>
              <p:cNvPr id="66" name="Freeform: Shape 65">
                <a:extLst>
                  <a:ext uri="{FF2B5EF4-FFF2-40B4-BE49-F238E27FC236}">
                    <a16:creationId xmlns:a16="http://schemas.microsoft.com/office/drawing/2014/main" id="{663AC850-EEA7-73D4-F3DA-BEA932D82DA2}"/>
                  </a:ext>
                </a:extLst>
              </p:cNvPr>
              <p:cNvSpPr/>
              <p:nvPr/>
            </p:nvSpPr>
            <p:spPr>
              <a:xfrm>
                <a:off x="4765710" y="2209548"/>
                <a:ext cx="2658542" cy="2438932"/>
              </a:xfrm>
              <a:custGeom>
                <a:avLst/>
                <a:gdLst>
                  <a:gd name="connsiteX0" fmla="*/ 2649379 w 2657475"/>
                  <a:gd name="connsiteY0" fmla="*/ 2105847 h 2438400"/>
                  <a:gd name="connsiteX1" fmla="*/ 2644616 w 2657475"/>
                  <a:gd name="connsiteY1" fmla="*/ 2094417 h 2438400"/>
                  <a:gd name="connsiteX2" fmla="*/ 2649379 w 2657475"/>
                  <a:gd name="connsiteY2" fmla="*/ 2070604 h 2438400"/>
                  <a:gd name="connsiteX3" fmla="*/ 2644616 w 2657475"/>
                  <a:gd name="connsiteY3" fmla="*/ 2062984 h 2438400"/>
                  <a:gd name="connsiteX4" fmla="*/ 2630329 w 2657475"/>
                  <a:gd name="connsiteY4" fmla="*/ 2055364 h 2438400"/>
                  <a:gd name="connsiteX5" fmla="*/ 2633186 w 2657475"/>
                  <a:gd name="connsiteY5" fmla="*/ 2039172 h 2438400"/>
                  <a:gd name="connsiteX6" fmla="*/ 2628424 w 2657475"/>
                  <a:gd name="connsiteY6" fmla="*/ 2032504 h 2438400"/>
                  <a:gd name="connsiteX7" fmla="*/ 2620804 w 2657475"/>
                  <a:gd name="connsiteY7" fmla="*/ 2029647 h 2438400"/>
                  <a:gd name="connsiteX8" fmla="*/ 2576036 w 2657475"/>
                  <a:gd name="connsiteY8" fmla="*/ 1994404 h 2438400"/>
                  <a:gd name="connsiteX9" fmla="*/ 2450306 w 2657475"/>
                  <a:gd name="connsiteY9" fmla="*/ 2037267 h 2438400"/>
                  <a:gd name="connsiteX10" fmla="*/ 2367439 w 2657475"/>
                  <a:gd name="connsiteY10" fmla="*/ 2059175 h 2438400"/>
                  <a:gd name="connsiteX11" fmla="*/ 2388394 w 2657475"/>
                  <a:gd name="connsiteY11" fmla="*/ 2002025 h 2438400"/>
                  <a:gd name="connsiteX12" fmla="*/ 2333149 w 2657475"/>
                  <a:gd name="connsiteY12" fmla="*/ 1995357 h 2438400"/>
                  <a:gd name="connsiteX13" fmla="*/ 2230279 w 2657475"/>
                  <a:gd name="connsiteY13" fmla="*/ 2017264 h 2438400"/>
                  <a:gd name="connsiteX14" fmla="*/ 2156936 w 2657475"/>
                  <a:gd name="connsiteY14" fmla="*/ 2010597 h 2438400"/>
                  <a:gd name="connsiteX15" fmla="*/ 2101691 w 2657475"/>
                  <a:gd name="connsiteY15" fmla="*/ 2037267 h 2438400"/>
                  <a:gd name="connsiteX16" fmla="*/ 1998821 w 2657475"/>
                  <a:gd name="connsiteY16" fmla="*/ 1897250 h 2438400"/>
                  <a:gd name="connsiteX17" fmla="*/ 2027396 w 2657475"/>
                  <a:gd name="connsiteY17" fmla="*/ 1709607 h 2438400"/>
                  <a:gd name="connsiteX18" fmla="*/ 2015966 w 2657475"/>
                  <a:gd name="connsiteY18" fmla="*/ 1630550 h 2438400"/>
                  <a:gd name="connsiteX19" fmla="*/ 1779746 w 2657475"/>
                  <a:gd name="connsiteY19" fmla="*/ 1366707 h 2438400"/>
                  <a:gd name="connsiteX20" fmla="*/ 1827371 w 2657475"/>
                  <a:gd name="connsiteY20" fmla="*/ 1300032 h 2438400"/>
                  <a:gd name="connsiteX21" fmla="*/ 1854041 w 2657475"/>
                  <a:gd name="connsiteY21" fmla="*/ 1255264 h 2438400"/>
                  <a:gd name="connsiteX22" fmla="*/ 1841659 w 2657475"/>
                  <a:gd name="connsiteY22" fmla="*/ 1220022 h 2438400"/>
                  <a:gd name="connsiteX23" fmla="*/ 1834991 w 2657475"/>
                  <a:gd name="connsiteY23" fmla="*/ 1188589 h 2438400"/>
                  <a:gd name="connsiteX24" fmla="*/ 1833086 w 2657475"/>
                  <a:gd name="connsiteY24" fmla="*/ 1147632 h 2438400"/>
                  <a:gd name="connsiteX25" fmla="*/ 1799749 w 2657475"/>
                  <a:gd name="connsiteY25" fmla="*/ 1114294 h 2438400"/>
                  <a:gd name="connsiteX26" fmla="*/ 1774031 w 2657475"/>
                  <a:gd name="connsiteY26" fmla="*/ 1078099 h 2438400"/>
                  <a:gd name="connsiteX27" fmla="*/ 1723549 w 2657475"/>
                  <a:gd name="connsiteY27" fmla="*/ 1099054 h 2438400"/>
                  <a:gd name="connsiteX28" fmla="*/ 1654016 w 2657475"/>
                  <a:gd name="connsiteY28" fmla="*/ 1186684 h 2438400"/>
                  <a:gd name="connsiteX29" fmla="*/ 1637824 w 2657475"/>
                  <a:gd name="connsiteY29" fmla="*/ 1186684 h 2438400"/>
                  <a:gd name="connsiteX30" fmla="*/ 1458754 w 2657475"/>
                  <a:gd name="connsiteY30" fmla="*/ 1060954 h 2438400"/>
                  <a:gd name="connsiteX31" fmla="*/ 1353979 w 2657475"/>
                  <a:gd name="connsiteY31" fmla="*/ 1099054 h 2438400"/>
                  <a:gd name="connsiteX32" fmla="*/ 1339691 w 2657475"/>
                  <a:gd name="connsiteY32" fmla="*/ 1081909 h 2438400"/>
                  <a:gd name="connsiteX33" fmla="*/ 1256824 w 2657475"/>
                  <a:gd name="connsiteY33" fmla="*/ 1012377 h 2438400"/>
                  <a:gd name="connsiteX34" fmla="*/ 1223486 w 2657475"/>
                  <a:gd name="connsiteY34" fmla="*/ 958084 h 2438400"/>
                  <a:gd name="connsiteX35" fmla="*/ 1261586 w 2657475"/>
                  <a:gd name="connsiteY35" fmla="*/ 899029 h 2438400"/>
                  <a:gd name="connsiteX36" fmla="*/ 1299686 w 2657475"/>
                  <a:gd name="connsiteY36" fmla="*/ 920937 h 2438400"/>
                  <a:gd name="connsiteX37" fmla="*/ 1358741 w 2657475"/>
                  <a:gd name="connsiteY37" fmla="*/ 916174 h 2438400"/>
                  <a:gd name="connsiteX38" fmla="*/ 1366361 w 2657475"/>
                  <a:gd name="connsiteY38" fmla="*/ 887599 h 2438400"/>
                  <a:gd name="connsiteX39" fmla="*/ 1399699 w 2657475"/>
                  <a:gd name="connsiteY39" fmla="*/ 889504 h 2438400"/>
                  <a:gd name="connsiteX40" fmla="*/ 1412081 w 2657475"/>
                  <a:gd name="connsiteY40" fmla="*/ 865692 h 2438400"/>
                  <a:gd name="connsiteX41" fmla="*/ 1440656 w 2657475"/>
                  <a:gd name="connsiteY41" fmla="*/ 860929 h 2438400"/>
                  <a:gd name="connsiteX42" fmla="*/ 1452086 w 2657475"/>
                  <a:gd name="connsiteY42" fmla="*/ 830449 h 2438400"/>
                  <a:gd name="connsiteX43" fmla="*/ 1497806 w 2657475"/>
                  <a:gd name="connsiteY43" fmla="*/ 825687 h 2438400"/>
                  <a:gd name="connsiteX44" fmla="*/ 1513999 w 2657475"/>
                  <a:gd name="connsiteY44" fmla="*/ 797112 h 2438400"/>
                  <a:gd name="connsiteX45" fmla="*/ 1520666 w 2657475"/>
                  <a:gd name="connsiteY45" fmla="*/ 687574 h 2438400"/>
                  <a:gd name="connsiteX46" fmla="*/ 1560671 w 2657475"/>
                  <a:gd name="connsiteY46" fmla="*/ 654237 h 2438400"/>
                  <a:gd name="connsiteX47" fmla="*/ 1667351 w 2657475"/>
                  <a:gd name="connsiteY47" fmla="*/ 541842 h 2438400"/>
                  <a:gd name="connsiteX48" fmla="*/ 1674019 w 2657475"/>
                  <a:gd name="connsiteY48" fmla="*/ 578037 h 2438400"/>
                  <a:gd name="connsiteX49" fmla="*/ 1697831 w 2657475"/>
                  <a:gd name="connsiteY49" fmla="*/ 511362 h 2438400"/>
                  <a:gd name="connsiteX50" fmla="*/ 1718786 w 2657475"/>
                  <a:gd name="connsiteY50" fmla="*/ 552319 h 2438400"/>
                  <a:gd name="connsiteX51" fmla="*/ 1749266 w 2657475"/>
                  <a:gd name="connsiteY51" fmla="*/ 473262 h 2438400"/>
                  <a:gd name="connsiteX52" fmla="*/ 1768316 w 2657475"/>
                  <a:gd name="connsiteY52" fmla="*/ 552319 h 2438400"/>
                  <a:gd name="connsiteX53" fmla="*/ 1777841 w 2657475"/>
                  <a:gd name="connsiteY53" fmla="*/ 436114 h 2438400"/>
                  <a:gd name="connsiteX54" fmla="*/ 1744504 w 2657475"/>
                  <a:gd name="connsiteY54" fmla="*/ 324672 h 2438400"/>
                  <a:gd name="connsiteX55" fmla="*/ 1623536 w 2657475"/>
                  <a:gd name="connsiteY55" fmla="*/ 188464 h 2438400"/>
                  <a:gd name="connsiteX56" fmla="*/ 1264444 w 2657475"/>
                  <a:gd name="connsiteY56" fmla="*/ 7489 h 2438400"/>
                  <a:gd name="connsiteX57" fmla="*/ 845344 w 2657475"/>
                  <a:gd name="connsiteY57" fmla="*/ 407539 h 2438400"/>
                  <a:gd name="connsiteX58" fmla="*/ 673894 w 2657475"/>
                  <a:gd name="connsiteY58" fmla="*/ 515172 h 2438400"/>
                  <a:gd name="connsiteX59" fmla="*/ 432911 w 2657475"/>
                  <a:gd name="connsiteY59" fmla="*/ 683764 h 2438400"/>
                  <a:gd name="connsiteX60" fmla="*/ 328136 w 2657475"/>
                  <a:gd name="connsiteY60" fmla="*/ 871407 h 2438400"/>
                  <a:gd name="connsiteX61" fmla="*/ 210979 w 2657475"/>
                  <a:gd name="connsiteY61" fmla="*/ 1068574 h 2438400"/>
                  <a:gd name="connsiteX62" fmla="*/ 90964 w 2657475"/>
                  <a:gd name="connsiteY62" fmla="*/ 1174302 h 2438400"/>
                  <a:gd name="connsiteX63" fmla="*/ 133826 w 2657475"/>
                  <a:gd name="connsiteY63" fmla="*/ 1162872 h 2438400"/>
                  <a:gd name="connsiteX64" fmla="*/ 16669 w 2657475"/>
                  <a:gd name="connsiteY64" fmla="*/ 1445764 h 2438400"/>
                  <a:gd name="connsiteX65" fmla="*/ 64294 w 2657475"/>
                  <a:gd name="connsiteY65" fmla="*/ 1400997 h 2438400"/>
                  <a:gd name="connsiteX66" fmla="*/ 38576 w 2657475"/>
                  <a:gd name="connsiteY66" fmla="*/ 1543872 h 2438400"/>
                  <a:gd name="connsiteX67" fmla="*/ 7144 w 2657475"/>
                  <a:gd name="connsiteY67" fmla="*/ 1769614 h 2438400"/>
                  <a:gd name="connsiteX68" fmla="*/ 57626 w 2657475"/>
                  <a:gd name="connsiteY68" fmla="*/ 1696272 h 2438400"/>
                  <a:gd name="connsiteX69" fmla="*/ 10001 w 2657475"/>
                  <a:gd name="connsiteY69" fmla="*/ 1889629 h 2438400"/>
                  <a:gd name="connsiteX70" fmla="*/ 64294 w 2657475"/>
                  <a:gd name="connsiteY70" fmla="*/ 1791522 h 2438400"/>
                  <a:gd name="connsiteX71" fmla="*/ 32861 w 2657475"/>
                  <a:gd name="connsiteY71" fmla="*/ 2001072 h 2438400"/>
                  <a:gd name="connsiteX72" fmla="*/ 68104 w 2657475"/>
                  <a:gd name="connsiteY72" fmla="*/ 2184905 h 2438400"/>
                  <a:gd name="connsiteX73" fmla="*/ 147161 w 2657475"/>
                  <a:gd name="connsiteY73" fmla="*/ 2175380 h 2438400"/>
                  <a:gd name="connsiteX74" fmla="*/ 347186 w 2657475"/>
                  <a:gd name="connsiteY74" fmla="*/ 2429697 h 2438400"/>
                  <a:gd name="connsiteX75" fmla="*/ 718661 w 2657475"/>
                  <a:gd name="connsiteY75" fmla="*/ 2391597 h 2438400"/>
                  <a:gd name="connsiteX76" fmla="*/ 816769 w 2657475"/>
                  <a:gd name="connsiteY76" fmla="*/ 2322064 h 2438400"/>
                  <a:gd name="connsiteX77" fmla="*/ 890111 w 2657475"/>
                  <a:gd name="connsiteY77" fmla="*/ 2264914 h 2438400"/>
                  <a:gd name="connsiteX78" fmla="*/ 940594 w 2657475"/>
                  <a:gd name="connsiteY78" fmla="*/ 2243007 h 2438400"/>
                  <a:gd name="connsiteX79" fmla="*/ 994886 w 2657475"/>
                  <a:gd name="connsiteY79" fmla="*/ 2226814 h 2438400"/>
                  <a:gd name="connsiteX80" fmla="*/ 1011079 w 2657475"/>
                  <a:gd name="connsiteY80" fmla="*/ 2160139 h 2438400"/>
                  <a:gd name="connsiteX81" fmla="*/ 1032986 w 2657475"/>
                  <a:gd name="connsiteY81" fmla="*/ 2143947 h 2438400"/>
                  <a:gd name="connsiteX82" fmla="*/ 1042511 w 2657475"/>
                  <a:gd name="connsiteY82" fmla="*/ 2089654 h 2438400"/>
                  <a:gd name="connsiteX83" fmla="*/ 1052036 w 2657475"/>
                  <a:gd name="connsiteY83" fmla="*/ 2022979 h 2438400"/>
                  <a:gd name="connsiteX84" fmla="*/ 1061561 w 2657475"/>
                  <a:gd name="connsiteY84" fmla="*/ 1930587 h 2438400"/>
                  <a:gd name="connsiteX85" fmla="*/ 1087279 w 2657475"/>
                  <a:gd name="connsiteY85" fmla="*/ 1866769 h 2438400"/>
                  <a:gd name="connsiteX86" fmla="*/ 1306354 w 2657475"/>
                  <a:gd name="connsiteY86" fmla="*/ 1606737 h 2438400"/>
                  <a:gd name="connsiteX87" fmla="*/ 1382554 w 2657475"/>
                  <a:gd name="connsiteY87" fmla="*/ 1561969 h 2438400"/>
                  <a:gd name="connsiteX88" fmla="*/ 1413986 w 2657475"/>
                  <a:gd name="connsiteY88" fmla="*/ 1578162 h 2438400"/>
                  <a:gd name="connsiteX89" fmla="*/ 1615916 w 2657475"/>
                  <a:gd name="connsiteY89" fmla="*/ 1890582 h 2438400"/>
                  <a:gd name="connsiteX90" fmla="*/ 1768316 w 2657475"/>
                  <a:gd name="connsiteY90" fmla="*/ 2219194 h 2438400"/>
                  <a:gd name="connsiteX91" fmla="*/ 1804511 w 2657475"/>
                  <a:gd name="connsiteY91" fmla="*/ 2371594 h 2438400"/>
                  <a:gd name="connsiteX92" fmla="*/ 1925479 w 2657475"/>
                  <a:gd name="connsiteY92" fmla="*/ 2350639 h 2438400"/>
                  <a:gd name="connsiteX93" fmla="*/ 1958816 w 2657475"/>
                  <a:gd name="connsiteY93" fmla="*/ 2317302 h 2438400"/>
                  <a:gd name="connsiteX94" fmla="*/ 2009299 w 2657475"/>
                  <a:gd name="connsiteY94" fmla="*/ 2347782 h 2438400"/>
                  <a:gd name="connsiteX95" fmla="*/ 2095024 w 2657475"/>
                  <a:gd name="connsiteY95" fmla="*/ 2430650 h 2438400"/>
                  <a:gd name="connsiteX96" fmla="*/ 2230279 w 2657475"/>
                  <a:gd name="connsiteY96" fmla="*/ 2363975 h 2438400"/>
                  <a:gd name="connsiteX97" fmla="*/ 2435066 w 2657475"/>
                  <a:gd name="connsiteY97" fmla="*/ 2283012 h 2438400"/>
                  <a:gd name="connsiteX98" fmla="*/ 2546509 w 2657475"/>
                  <a:gd name="connsiteY98" fmla="*/ 2227767 h 2438400"/>
                  <a:gd name="connsiteX99" fmla="*/ 2630329 w 2657475"/>
                  <a:gd name="connsiteY99" fmla="*/ 2172522 h 2438400"/>
                  <a:gd name="connsiteX100" fmla="*/ 2647474 w 2657475"/>
                  <a:gd name="connsiteY100" fmla="*/ 2161092 h 2438400"/>
                  <a:gd name="connsiteX101" fmla="*/ 2647474 w 2657475"/>
                  <a:gd name="connsiteY101" fmla="*/ 2143947 h 2438400"/>
                  <a:gd name="connsiteX102" fmla="*/ 2655094 w 2657475"/>
                  <a:gd name="connsiteY102" fmla="*/ 2131564 h 2438400"/>
                  <a:gd name="connsiteX103" fmla="*/ 2649379 w 2657475"/>
                  <a:gd name="connsiteY103" fmla="*/ 2105847 h 2438400"/>
                  <a:gd name="connsiteX104" fmla="*/ 918686 w 2657475"/>
                  <a:gd name="connsiteY104" fmla="*/ 1436239 h 2438400"/>
                  <a:gd name="connsiteX105" fmla="*/ 897731 w 2657475"/>
                  <a:gd name="connsiteY105" fmla="*/ 1472434 h 2438400"/>
                  <a:gd name="connsiteX106" fmla="*/ 873919 w 2657475"/>
                  <a:gd name="connsiteY106" fmla="*/ 1496247 h 2438400"/>
                  <a:gd name="connsiteX107" fmla="*/ 832961 w 2657475"/>
                  <a:gd name="connsiteY107" fmla="*/ 1532442 h 2438400"/>
                  <a:gd name="connsiteX108" fmla="*/ 804386 w 2657475"/>
                  <a:gd name="connsiteY108" fmla="*/ 1537204 h 2438400"/>
                  <a:gd name="connsiteX109" fmla="*/ 783431 w 2657475"/>
                  <a:gd name="connsiteY109" fmla="*/ 1515297 h 2438400"/>
                  <a:gd name="connsiteX110" fmla="*/ 752951 w 2657475"/>
                  <a:gd name="connsiteY110" fmla="*/ 1508629 h 2438400"/>
                  <a:gd name="connsiteX111" fmla="*/ 754856 w 2657475"/>
                  <a:gd name="connsiteY111" fmla="*/ 1454337 h 2438400"/>
                  <a:gd name="connsiteX112" fmla="*/ 826294 w 2657475"/>
                  <a:gd name="connsiteY112" fmla="*/ 1399092 h 2438400"/>
                  <a:gd name="connsiteX113" fmla="*/ 871061 w 2657475"/>
                  <a:gd name="connsiteY113" fmla="*/ 1291459 h 2438400"/>
                  <a:gd name="connsiteX114" fmla="*/ 915829 w 2657475"/>
                  <a:gd name="connsiteY114" fmla="*/ 1286697 h 2438400"/>
                  <a:gd name="connsiteX115" fmla="*/ 1001554 w 2657475"/>
                  <a:gd name="connsiteY115" fmla="*/ 1374327 h 2438400"/>
                  <a:gd name="connsiteX116" fmla="*/ 918686 w 2657475"/>
                  <a:gd name="connsiteY116" fmla="*/ 1436239 h 243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2657475" h="2438400">
                    <a:moveTo>
                      <a:pt x="2649379" y="2105847"/>
                    </a:moveTo>
                    <a:lnTo>
                      <a:pt x="2644616" y="2094417"/>
                    </a:lnTo>
                    <a:lnTo>
                      <a:pt x="2649379" y="2070604"/>
                    </a:lnTo>
                    <a:lnTo>
                      <a:pt x="2644616" y="2062984"/>
                    </a:lnTo>
                    <a:lnTo>
                      <a:pt x="2630329" y="2055364"/>
                    </a:lnTo>
                    <a:lnTo>
                      <a:pt x="2633186" y="2039172"/>
                    </a:lnTo>
                    <a:lnTo>
                      <a:pt x="2628424" y="2032504"/>
                    </a:lnTo>
                    <a:lnTo>
                      <a:pt x="2620804" y="2029647"/>
                    </a:lnTo>
                    <a:cubicBezTo>
                      <a:pt x="2620804" y="2029647"/>
                      <a:pt x="2628424" y="1980117"/>
                      <a:pt x="2576036" y="1994404"/>
                    </a:cubicBezTo>
                    <a:cubicBezTo>
                      <a:pt x="2576036" y="1994404"/>
                      <a:pt x="2493169" y="2006787"/>
                      <a:pt x="2450306" y="2037267"/>
                    </a:cubicBezTo>
                    <a:cubicBezTo>
                      <a:pt x="2450306" y="2037267"/>
                      <a:pt x="2404586" y="2058222"/>
                      <a:pt x="2367439" y="2059175"/>
                    </a:cubicBezTo>
                    <a:cubicBezTo>
                      <a:pt x="2367439" y="2059175"/>
                      <a:pt x="2397919" y="2025837"/>
                      <a:pt x="2388394" y="2002025"/>
                    </a:cubicBezTo>
                    <a:cubicBezTo>
                      <a:pt x="2388394" y="2002025"/>
                      <a:pt x="2376964" y="1970592"/>
                      <a:pt x="2333149" y="1995357"/>
                    </a:cubicBezTo>
                    <a:cubicBezTo>
                      <a:pt x="2333149" y="1995357"/>
                      <a:pt x="2290286" y="2021075"/>
                      <a:pt x="2230279" y="2017264"/>
                    </a:cubicBezTo>
                    <a:cubicBezTo>
                      <a:pt x="2230279" y="2017264"/>
                      <a:pt x="2194084" y="2015359"/>
                      <a:pt x="2156936" y="2010597"/>
                    </a:cubicBezTo>
                    <a:cubicBezTo>
                      <a:pt x="2156936" y="2010597"/>
                      <a:pt x="2128361" y="2013454"/>
                      <a:pt x="2101691" y="2037267"/>
                    </a:cubicBezTo>
                    <a:cubicBezTo>
                      <a:pt x="2101691" y="2037267"/>
                      <a:pt x="2020729" y="1970592"/>
                      <a:pt x="1998821" y="1897250"/>
                    </a:cubicBezTo>
                    <a:cubicBezTo>
                      <a:pt x="1998821" y="1897250"/>
                      <a:pt x="2025491" y="1808667"/>
                      <a:pt x="2027396" y="1709607"/>
                    </a:cubicBezTo>
                    <a:cubicBezTo>
                      <a:pt x="2027396" y="1709607"/>
                      <a:pt x="2024539" y="1674364"/>
                      <a:pt x="2015966" y="1630550"/>
                    </a:cubicBezTo>
                    <a:cubicBezTo>
                      <a:pt x="2015966" y="1630550"/>
                      <a:pt x="1889284" y="1452432"/>
                      <a:pt x="1779746" y="1366707"/>
                    </a:cubicBezTo>
                    <a:cubicBezTo>
                      <a:pt x="1779746" y="1366707"/>
                      <a:pt x="1810226" y="1349562"/>
                      <a:pt x="1827371" y="1300032"/>
                    </a:cubicBezTo>
                    <a:cubicBezTo>
                      <a:pt x="1827371" y="1300032"/>
                      <a:pt x="1834991" y="1269552"/>
                      <a:pt x="1854041" y="1255264"/>
                    </a:cubicBezTo>
                    <a:cubicBezTo>
                      <a:pt x="1854041" y="1255264"/>
                      <a:pt x="1868329" y="1231452"/>
                      <a:pt x="1841659" y="1220022"/>
                    </a:cubicBezTo>
                    <a:cubicBezTo>
                      <a:pt x="1841659" y="1220022"/>
                      <a:pt x="1829276" y="1200972"/>
                      <a:pt x="1834991" y="1188589"/>
                    </a:cubicBezTo>
                    <a:cubicBezTo>
                      <a:pt x="1834991" y="1188589"/>
                      <a:pt x="1852136" y="1147632"/>
                      <a:pt x="1833086" y="1147632"/>
                    </a:cubicBezTo>
                    <a:cubicBezTo>
                      <a:pt x="1833086" y="1147632"/>
                      <a:pt x="1797844" y="1130487"/>
                      <a:pt x="1799749" y="1114294"/>
                    </a:cubicBezTo>
                    <a:cubicBezTo>
                      <a:pt x="1799749" y="1114294"/>
                      <a:pt x="1814036" y="1073337"/>
                      <a:pt x="1774031" y="1078099"/>
                    </a:cubicBezTo>
                    <a:cubicBezTo>
                      <a:pt x="1774031" y="1078099"/>
                      <a:pt x="1764506" y="1073337"/>
                      <a:pt x="1723549" y="1099054"/>
                    </a:cubicBezTo>
                    <a:cubicBezTo>
                      <a:pt x="1723549" y="1099054"/>
                      <a:pt x="1668304" y="1151442"/>
                      <a:pt x="1654016" y="1186684"/>
                    </a:cubicBezTo>
                    <a:lnTo>
                      <a:pt x="1637824" y="1186684"/>
                    </a:lnTo>
                    <a:cubicBezTo>
                      <a:pt x="1637824" y="1186684"/>
                      <a:pt x="1596866" y="1074289"/>
                      <a:pt x="1458754" y="1060954"/>
                    </a:cubicBezTo>
                    <a:cubicBezTo>
                      <a:pt x="1458754" y="1060954"/>
                      <a:pt x="1409224" y="1051429"/>
                      <a:pt x="1353979" y="1099054"/>
                    </a:cubicBezTo>
                    <a:lnTo>
                      <a:pt x="1339691" y="1081909"/>
                    </a:lnTo>
                    <a:lnTo>
                      <a:pt x="1256824" y="1012377"/>
                    </a:lnTo>
                    <a:cubicBezTo>
                      <a:pt x="1256824" y="1012377"/>
                      <a:pt x="1223486" y="1005709"/>
                      <a:pt x="1223486" y="958084"/>
                    </a:cubicBezTo>
                    <a:cubicBezTo>
                      <a:pt x="1223486" y="958084"/>
                      <a:pt x="1216819" y="907602"/>
                      <a:pt x="1261586" y="899029"/>
                    </a:cubicBezTo>
                    <a:cubicBezTo>
                      <a:pt x="1261586" y="899029"/>
                      <a:pt x="1285399" y="896172"/>
                      <a:pt x="1299686" y="920937"/>
                    </a:cubicBezTo>
                    <a:cubicBezTo>
                      <a:pt x="1299686" y="920937"/>
                      <a:pt x="1334929" y="954274"/>
                      <a:pt x="1358741" y="916174"/>
                    </a:cubicBezTo>
                    <a:cubicBezTo>
                      <a:pt x="1358741" y="916174"/>
                      <a:pt x="1361599" y="899982"/>
                      <a:pt x="1366361" y="887599"/>
                    </a:cubicBezTo>
                    <a:cubicBezTo>
                      <a:pt x="1366361" y="887599"/>
                      <a:pt x="1382554" y="897124"/>
                      <a:pt x="1399699" y="889504"/>
                    </a:cubicBezTo>
                    <a:cubicBezTo>
                      <a:pt x="1399699" y="889504"/>
                      <a:pt x="1412081" y="884742"/>
                      <a:pt x="1412081" y="865692"/>
                    </a:cubicBezTo>
                    <a:cubicBezTo>
                      <a:pt x="1412081" y="865692"/>
                      <a:pt x="1416844" y="854262"/>
                      <a:pt x="1440656" y="860929"/>
                    </a:cubicBezTo>
                    <a:cubicBezTo>
                      <a:pt x="1440656" y="860929"/>
                      <a:pt x="1450181" y="865692"/>
                      <a:pt x="1452086" y="830449"/>
                    </a:cubicBezTo>
                    <a:lnTo>
                      <a:pt x="1497806" y="825687"/>
                    </a:lnTo>
                    <a:cubicBezTo>
                      <a:pt x="1497806" y="825687"/>
                      <a:pt x="1514951" y="827592"/>
                      <a:pt x="1513999" y="797112"/>
                    </a:cubicBezTo>
                    <a:cubicBezTo>
                      <a:pt x="1513999" y="797112"/>
                      <a:pt x="1506379" y="711387"/>
                      <a:pt x="1520666" y="687574"/>
                    </a:cubicBezTo>
                    <a:cubicBezTo>
                      <a:pt x="1520666" y="687574"/>
                      <a:pt x="1533049" y="671382"/>
                      <a:pt x="1560671" y="654237"/>
                    </a:cubicBezTo>
                    <a:cubicBezTo>
                      <a:pt x="1560671" y="654237"/>
                      <a:pt x="1643539" y="604707"/>
                      <a:pt x="1667351" y="541842"/>
                    </a:cubicBezTo>
                    <a:cubicBezTo>
                      <a:pt x="1667351" y="541842"/>
                      <a:pt x="1686401" y="551367"/>
                      <a:pt x="1674019" y="578037"/>
                    </a:cubicBezTo>
                    <a:cubicBezTo>
                      <a:pt x="1674019" y="578037"/>
                      <a:pt x="1697831" y="561844"/>
                      <a:pt x="1697831" y="511362"/>
                    </a:cubicBezTo>
                    <a:cubicBezTo>
                      <a:pt x="1697831" y="511362"/>
                      <a:pt x="1721644" y="514219"/>
                      <a:pt x="1718786" y="552319"/>
                    </a:cubicBezTo>
                    <a:cubicBezTo>
                      <a:pt x="1718786" y="552319"/>
                      <a:pt x="1750219" y="506599"/>
                      <a:pt x="1749266" y="473262"/>
                    </a:cubicBezTo>
                    <a:cubicBezTo>
                      <a:pt x="1749266" y="473262"/>
                      <a:pt x="1789271" y="466594"/>
                      <a:pt x="1768316" y="552319"/>
                    </a:cubicBezTo>
                    <a:cubicBezTo>
                      <a:pt x="1768316" y="552319"/>
                      <a:pt x="1794986" y="498027"/>
                      <a:pt x="1777841" y="436114"/>
                    </a:cubicBezTo>
                    <a:cubicBezTo>
                      <a:pt x="1777841" y="436114"/>
                      <a:pt x="1763554" y="352294"/>
                      <a:pt x="1744504" y="324672"/>
                    </a:cubicBezTo>
                    <a:cubicBezTo>
                      <a:pt x="1744504" y="324672"/>
                      <a:pt x="1665446" y="183702"/>
                      <a:pt x="1623536" y="188464"/>
                    </a:cubicBezTo>
                    <a:cubicBezTo>
                      <a:pt x="1623536" y="188464"/>
                      <a:pt x="1473994" y="-2036"/>
                      <a:pt x="1264444" y="7489"/>
                    </a:cubicBezTo>
                    <a:cubicBezTo>
                      <a:pt x="1264444" y="7489"/>
                      <a:pt x="1023461" y="-11561"/>
                      <a:pt x="845344" y="407539"/>
                    </a:cubicBezTo>
                    <a:cubicBezTo>
                      <a:pt x="845344" y="407539"/>
                      <a:pt x="838676" y="461832"/>
                      <a:pt x="673894" y="515172"/>
                    </a:cubicBezTo>
                    <a:cubicBezTo>
                      <a:pt x="673894" y="515172"/>
                      <a:pt x="537686" y="543747"/>
                      <a:pt x="432911" y="683764"/>
                    </a:cubicBezTo>
                    <a:cubicBezTo>
                      <a:pt x="432911" y="683764"/>
                      <a:pt x="369094" y="766632"/>
                      <a:pt x="328136" y="871407"/>
                    </a:cubicBezTo>
                    <a:cubicBezTo>
                      <a:pt x="328136" y="871407"/>
                      <a:pt x="280511" y="1007614"/>
                      <a:pt x="210979" y="1068574"/>
                    </a:cubicBezTo>
                    <a:lnTo>
                      <a:pt x="90964" y="1174302"/>
                    </a:lnTo>
                    <a:cubicBezTo>
                      <a:pt x="97631" y="1169539"/>
                      <a:pt x="110966" y="1162872"/>
                      <a:pt x="133826" y="1162872"/>
                    </a:cubicBezTo>
                    <a:cubicBezTo>
                      <a:pt x="133826" y="1162872"/>
                      <a:pt x="35719" y="1305747"/>
                      <a:pt x="16669" y="1445764"/>
                    </a:cubicBezTo>
                    <a:cubicBezTo>
                      <a:pt x="16669" y="1445764"/>
                      <a:pt x="45244" y="1404807"/>
                      <a:pt x="64294" y="1400997"/>
                    </a:cubicBezTo>
                    <a:cubicBezTo>
                      <a:pt x="64294" y="1400997"/>
                      <a:pt x="32861" y="1461004"/>
                      <a:pt x="38576" y="1543872"/>
                    </a:cubicBezTo>
                    <a:cubicBezTo>
                      <a:pt x="38576" y="1543872"/>
                      <a:pt x="48101" y="1651504"/>
                      <a:pt x="7144" y="1769614"/>
                    </a:cubicBezTo>
                    <a:cubicBezTo>
                      <a:pt x="7144" y="1769614"/>
                      <a:pt x="32861" y="1757232"/>
                      <a:pt x="57626" y="1696272"/>
                    </a:cubicBezTo>
                    <a:cubicBezTo>
                      <a:pt x="57626" y="1696272"/>
                      <a:pt x="3334" y="1832479"/>
                      <a:pt x="10001" y="1889629"/>
                    </a:cubicBezTo>
                    <a:cubicBezTo>
                      <a:pt x="10001" y="1889629"/>
                      <a:pt x="26194" y="1803904"/>
                      <a:pt x="64294" y="1791522"/>
                    </a:cubicBezTo>
                    <a:cubicBezTo>
                      <a:pt x="64294" y="1791522"/>
                      <a:pt x="64294" y="1956304"/>
                      <a:pt x="32861" y="2001072"/>
                    </a:cubicBezTo>
                    <a:cubicBezTo>
                      <a:pt x="32861" y="2001072"/>
                      <a:pt x="64294" y="2093464"/>
                      <a:pt x="68104" y="2184905"/>
                    </a:cubicBezTo>
                    <a:lnTo>
                      <a:pt x="147161" y="2175380"/>
                    </a:lnTo>
                    <a:cubicBezTo>
                      <a:pt x="147161" y="2175380"/>
                      <a:pt x="125254" y="2382072"/>
                      <a:pt x="347186" y="2429697"/>
                    </a:cubicBezTo>
                    <a:cubicBezTo>
                      <a:pt x="347186" y="2429697"/>
                      <a:pt x="591979" y="2445889"/>
                      <a:pt x="718661" y="2391597"/>
                    </a:cubicBezTo>
                    <a:cubicBezTo>
                      <a:pt x="718661" y="2391597"/>
                      <a:pt x="794861" y="2356355"/>
                      <a:pt x="816769" y="2322064"/>
                    </a:cubicBezTo>
                    <a:cubicBezTo>
                      <a:pt x="816769" y="2322064"/>
                      <a:pt x="835819" y="2331589"/>
                      <a:pt x="890111" y="2264914"/>
                    </a:cubicBezTo>
                    <a:lnTo>
                      <a:pt x="940594" y="2243007"/>
                    </a:lnTo>
                    <a:lnTo>
                      <a:pt x="994886" y="2226814"/>
                    </a:lnTo>
                    <a:lnTo>
                      <a:pt x="1011079" y="2160139"/>
                    </a:lnTo>
                    <a:lnTo>
                      <a:pt x="1032986" y="2143947"/>
                    </a:lnTo>
                    <a:cubicBezTo>
                      <a:pt x="1032986" y="2143947"/>
                      <a:pt x="1071086" y="2146805"/>
                      <a:pt x="1042511" y="2089654"/>
                    </a:cubicBezTo>
                    <a:cubicBezTo>
                      <a:pt x="1042511" y="2089654"/>
                      <a:pt x="1020604" y="2039172"/>
                      <a:pt x="1052036" y="2022979"/>
                    </a:cubicBezTo>
                    <a:cubicBezTo>
                      <a:pt x="1052036" y="2022979"/>
                      <a:pt x="1077754" y="2013454"/>
                      <a:pt x="1061561" y="1930587"/>
                    </a:cubicBezTo>
                    <a:cubicBezTo>
                      <a:pt x="1061561" y="1930587"/>
                      <a:pt x="1052036" y="1882962"/>
                      <a:pt x="1087279" y="1866769"/>
                    </a:cubicBezTo>
                    <a:cubicBezTo>
                      <a:pt x="1087279" y="1866769"/>
                      <a:pt x="1153954" y="1831527"/>
                      <a:pt x="1306354" y="1606737"/>
                    </a:cubicBezTo>
                    <a:cubicBezTo>
                      <a:pt x="1306354" y="1606737"/>
                      <a:pt x="1351121" y="1552444"/>
                      <a:pt x="1382554" y="1561969"/>
                    </a:cubicBezTo>
                    <a:cubicBezTo>
                      <a:pt x="1382554" y="1561969"/>
                      <a:pt x="1413986" y="1540062"/>
                      <a:pt x="1413986" y="1578162"/>
                    </a:cubicBezTo>
                    <a:cubicBezTo>
                      <a:pt x="1413986" y="1578162"/>
                      <a:pt x="1488281" y="1792475"/>
                      <a:pt x="1615916" y="1890582"/>
                    </a:cubicBezTo>
                    <a:cubicBezTo>
                      <a:pt x="1615916" y="1890582"/>
                      <a:pt x="1730216" y="2060127"/>
                      <a:pt x="1768316" y="2219194"/>
                    </a:cubicBezTo>
                    <a:cubicBezTo>
                      <a:pt x="1768316" y="2219194"/>
                      <a:pt x="1755934" y="2343019"/>
                      <a:pt x="1804511" y="2371594"/>
                    </a:cubicBezTo>
                    <a:cubicBezTo>
                      <a:pt x="1804511" y="2371594"/>
                      <a:pt x="1871186" y="2412552"/>
                      <a:pt x="1925479" y="2350639"/>
                    </a:cubicBezTo>
                    <a:lnTo>
                      <a:pt x="1958816" y="2317302"/>
                    </a:lnTo>
                    <a:cubicBezTo>
                      <a:pt x="1958816" y="2317302"/>
                      <a:pt x="2003584" y="2286822"/>
                      <a:pt x="2009299" y="2347782"/>
                    </a:cubicBezTo>
                    <a:cubicBezTo>
                      <a:pt x="2009299" y="2347782"/>
                      <a:pt x="2033111" y="2431602"/>
                      <a:pt x="2095024" y="2430650"/>
                    </a:cubicBezTo>
                    <a:cubicBezTo>
                      <a:pt x="2095024" y="2430650"/>
                      <a:pt x="2154079" y="2447794"/>
                      <a:pt x="2230279" y="2363975"/>
                    </a:cubicBezTo>
                    <a:cubicBezTo>
                      <a:pt x="2230279" y="2363975"/>
                      <a:pt x="2311241" y="2300157"/>
                      <a:pt x="2435066" y="2283012"/>
                    </a:cubicBezTo>
                    <a:cubicBezTo>
                      <a:pt x="2435066" y="2283012"/>
                      <a:pt x="2504599" y="2273487"/>
                      <a:pt x="2546509" y="2227767"/>
                    </a:cubicBezTo>
                    <a:cubicBezTo>
                      <a:pt x="2546509" y="2227767"/>
                      <a:pt x="2603659" y="2182047"/>
                      <a:pt x="2630329" y="2172522"/>
                    </a:cubicBezTo>
                    <a:lnTo>
                      <a:pt x="2647474" y="2161092"/>
                    </a:lnTo>
                    <a:lnTo>
                      <a:pt x="2647474" y="2143947"/>
                    </a:lnTo>
                    <a:lnTo>
                      <a:pt x="2655094" y="2131564"/>
                    </a:lnTo>
                    <a:lnTo>
                      <a:pt x="2649379" y="2105847"/>
                    </a:lnTo>
                    <a:close/>
                    <a:moveTo>
                      <a:pt x="918686" y="1436239"/>
                    </a:moveTo>
                    <a:cubicBezTo>
                      <a:pt x="894874" y="1455289"/>
                      <a:pt x="897731" y="1472434"/>
                      <a:pt x="897731" y="1472434"/>
                    </a:cubicBezTo>
                    <a:cubicBezTo>
                      <a:pt x="895826" y="1499104"/>
                      <a:pt x="873919" y="1496247"/>
                      <a:pt x="873919" y="1496247"/>
                    </a:cubicBezTo>
                    <a:cubicBezTo>
                      <a:pt x="832961" y="1493389"/>
                      <a:pt x="832961" y="1532442"/>
                      <a:pt x="832961" y="1532442"/>
                    </a:cubicBezTo>
                    <a:cubicBezTo>
                      <a:pt x="821531" y="1551492"/>
                      <a:pt x="804386" y="1537204"/>
                      <a:pt x="804386" y="1537204"/>
                    </a:cubicBezTo>
                    <a:lnTo>
                      <a:pt x="783431" y="1515297"/>
                    </a:lnTo>
                    <a:lnTo>
                      <a:pt x="752951" y="1508629"/>
                    </a:lnTo>
                    <a:lnTo>
                      <a:pt x="754856" y="1454337"/>
                    </a:lnTo>
                    <a:cubicBezTo>
                      <a:pt x="809149" y="1435287"/>
                      <a:pt x="826294" y="1399092"/>
                      <a:pt x="826294" y="1399092"/>
                    </a:cubicBezTo>
                    <a:cubicBezTo>
                      <a:pt x="852964" y="1370517"/>
                      <a:pt x="871061" y="1291459"/>
                      <a:pt x="871061" y="1291459"/>
                    </a:cubicBezTo>
                    <a:cubicBezTo>
                      <a:pt x="901541" y="1253359"/>
                      <a:pt x="915829" y="1286697"/>
                      <a:pt x="915829" y="1286697"/>
                    </a:cubicBezTo>
                    <a:cubicBezTo>
                      <a:pt x="917734" y="1305747"/>
                      <a:pt x="1001554" y="1374327"/>
                      <a:pt x="1001554" y="1374327"/>
                    </a:cubicBezTo>
                    <a:lnTo>
                      <a:pt x="918686" y="1436239"/>
                    </a:ln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dirty="0"/>
              </a:p>
            </p:txBody>
          </p:sp>
          <p:sp>
            <p:nvSpPr>
              <p:cNvPr id="67" name="Freeform: Shape 15">
                <a:extLst>
                  <a:ext uri="{FF2B5EF4-FFF2-40B4-BE49-F238E27FC236}">
                    <a16:creationId xmlns:a16="http://schemas.microsoft.com/office/drawing/2014/main" id="{DDB1CCC5-9E0D-5756-3708-394585D6D389}"/>
                  </a:ext>
                </a:extLst>
              </p:cNvPr>
              <p:cNvSpPr>
                <a:spLocks/>
              </p:cNvSpPr>
              <p:nvPr/>
            </p:nvSpPr>
            <p:spPr bwMode="auto">
              <a:xfrm>
                <a:off x="4843939" y="3376136"/>
                <a:ext cx="19050" cy="19050"/>
              </a:xfrm>
              <a:custGeom>
                <a:avLst/>
                <a:gdLst>
                  <a:gd name="T0" fmla="*/ 7144 w 19050"/>
                  <a:gd name="T1" fmla="*/ 11906 h 19050"/>
                  <a:gd name="T2" fmla="*/ 11906 w 19050"/>
                  <a:gd name="T3" fmla="*/ 7144 h 19050"/>
                  <a:gd name="T4" fmla="*/ 7144 w 19050"/>
                  <a:gd name="T5" fmla="*/ 11906 h 19050"/>
                  <a:gd name="T6" fmla="*/ 0 60000 65536"/>
                  <a:gd name="T7" fmla="*/ 0 60000 65536"/>
                  <a:gd name="T8" fmla="*/ 0 60000 65536"/>
                </a:gdLst>
                <a:ahLst/>
                <a:cxnLst>
                  <a:cxn ang="T6">
                    <a:pos x="T0" y="T1"/>
                  </a:cxn>
                  <a:cxn ang="T7">
                    <a:pos x="T2" y="T3"/>
                  </a:cxn>
                  <a:cxn ang="T8">
                    <a:pos x="T4" y="T5"/>
                  </a:cxn>
                </a:cxnLst>
                <a:rect l="0" t="0" r="r" b="b"/>
                <a:pathLst>
                  <a:path w="19050" h="19050">
                    <a:moveTo>
                      <a:pt x="7144" y="11906"/>
                    </a:moveTo>
                    <a:lnTo>
                      <a:pt x="11906" y="7144"/>
                    </a:lnTo>
                    <a:cubicBezTo>
                      <a:pt x="9049" y="10001"/>
                      <a:pt x="7144" y="11906"/>
                      <a:pt x="7144" y="11906"/>
                    </a:cubicBezTo>
                    <a:close/>
                  </a:path>
                </a:pathLst>
              </a:custGeom>
              <a:ln/>
            </p:spPr>
            <p:style>
              <a:lnRef idx="1">
                <a:schemeClr val="dk1"/>
              </a:lnRef>
              <a:fillRef idx="3">
                <a:schemeClr val="dk1"/>
              </a:fillRef>
              <a:effectRef idx="2">
                <a:schemeClr val="dk1"/>
              </a:effectRef>
              <a:fontRef idx="minor">
                <a:schemeClr val="lt1"/>
              </a:fontRef>
            </p:style>
            <p:txBody>
              <a:bodyPr anchor="ctr"/>
              <a:lstStyle/>
              <a:p>
                <a:endParaRPr lang="en-US"/>
              </a:p>
            </p:txBody>
          </p:sp>
          <p:sp>
            <p:nvSpPr>
              <p:cNvPr id="68" name="Freeform: Shape 16">
                <a:extLst>
                  <a:ext uri="{FF2B5EF4-FFF2-40B4-BE49-F238E27FC236}">
                    <a16:creationId xmlns:a16="http://schemas.microsoft.com/office/drawing/2014/main" id="{F16C5850-8981-00E8-5607-E0E54E01CE2E}"/>
                  </a:ext>
                </a:extLst>
              </p:cNvPr>
              <p:cNvSpPr>
                <a:spLocks/>
              </p:cNvSpPr>
              <p:nvPr/>
            </p:nvSpPr>
            <p:spPr bwMode="auto">
              <a:xfrm>
                <a:off x="5838190" y="2226801"/>
                <a:ext cx="571500" cy="533400"/>
              </a:xfrm>
              <a:custGeom>
                <a:avLst/>
                <a:gdLst>
                  <a:gd name="T0" fmla="*/ 565468 w 571500"/>
                  <a:gd name="T1" fmla="*/ 108729 h 533400"/>
                  <a:gd name="T2" fmla="*/ 455930 w 571500"/>
                  <a:gd name="T3" fmla="*/ 10622 h 533400"/>
                  <a:gd name="T4" fmla="*/ 344488 w 571500"/>
                  <a:gd name="T5" fmla="*/ 50627 h 533400"/>
                  <a:gd name="T6" fmla="*/ 287338 w 571500"/>
                  <a:gd name="T7" fmla="*/ 105872 h 533400"/>
                  <a:gd name="T8" fmla="*/ 294005 w 571500"/>
                  <a:gd name="T9" fmla="*/ 123017 h 533400"/>
                  <a:gd name="T10" fmla="*/ 292100 w 571500"/>
                  <a:gd name="T11" fmla="*/ 140162 h 533400"/>
                  <a:gd name="T12" fmla="*/ 270193 w 571500"/>
                  <a:gd name="T13" fmla="*/ 170642 h 533400"/>
                  <a:gd name="T14" fmla="*/ 251143 w 571500"/>
                  <a:gd name="T15" fmla="*/ 173499 h 533400"/>
                  <a:gd name="T16" fmla="*/ 234950 w 571500"/>
                  <a:gd name="T17" fmla="*/ 162069 h 533400"/>
                  <a:gd name="T18" fmla="*/ 213995 w 571500"/>
                  <a:gd name="T19" fmla="*/ 166832 h 533400"/>
                  <a:gd name="T20" fmla="*/ 177800 w 571500"/>
                  <a:gd name="T21" fmla="*/ 217314 h 533400"/>
                  <a:gd name="T22" fmla="*/ 152083 w 571500"/>
                  <a:gd name="T23" fmla="*/ 233507 h 533400"/>
                  <a:gd name="T24" fmla="*/ 7302 w 571500"/>
                  <a:gd name="T25" fmla="*/ 397337 h 533400"/>
                  <a:gd name="T26" fmla="*/ 138748 w 571500"/>
                  <a:gd name="T27" fmla="*/ 532592 h 533400"/>
                  <a:gd name="T28" fmla="*/ 297815 w 571500"/>
                  <a:gd name="T29" fmla="*/ 397337 h 533400"/>
                  <a:gd name="T30" fmla="*/ 272098 w 571500"/>
                  <a:gd name="T31" fmla="*/ 297324 h 533400"/>
                  <a:gd name="T32" fmla="*/ 270193 w 571500"/>
                  <a:gd name="T33" fmla="*/ 276369 h 533400"/>
                  <a:gd name="T34" fmla="*/ 305435 w 571500"/>
                  <a:gd name="T35" fmla="*/ 238269 h 533400"/>
                  <a:gd name="T36" fmla="*/ 305435 w 571500"/>
                  <a:gd name="T37" fmla="*/ 219219 h 533400"/>
                  <a:gd name="T38" fmla="*/ 293053 w 571500"/>
                  <a:gd name="T39" fmla="*/ 203027 h 533400"/>
                  <a:gd name="T40" fmla="*/ 321628 w 571500"/>
                  <a:gd name="T41" fmla="*/ 167784 h 533400"/>
                  <a:gd name="T42" fmla="*/ 338773 w 571500"/>
                  <a:gd name="T43" fmla="*/ 160164 h 533400"/>
                  <a:gd name="T44" fmla="*/ 355918 w 571500"/>
                  <a:gd name="T45" fmla="*/ 172547 h 533400"/>
                  <a:gd name="T46" fmla="*/ 376873 w 571500"/>
                  <a:gd name="T47" fmla="*/ 161117 h 533400"/>
                  <a:gd name="T48" fmla="*/ 474028 w 571500"/>
                  <a:gd name="T49" fmla="*/ 101109 h 533400"/>
                  <a:gd name="T50" fmla="*/ 538798 w 571500"/>
                  <a:gd name="T51" fmla="*/ 161117 h 533400"/>
                  <a:gd name="T52" fmla="*/ 560705 w 571500"/>
                  <a:gd name="T53" fmla="*/ 168737 h 533400"/>
                  <a:gd name="T54" fmla="*/ 565468 w 571500"/>
                  <a:gd name="T55" fmla="*/ 108729 h 53340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71500" h="533400">
                    <a:moveTo>
                      <a:pt x="565468" y="108729"/>
                    </a:moveTo>
                    <a:cubicBezTo>
                      <a:pt x="565468" y="108729"/>
                      <a:pt x="544513" y="51579"/>
                      <a:pt x="455930" y="10622"/>
                    </a:cubicBezTo>
                    <a:cubicBezTo>
                      <a:pt x="455930" y="10622"/>
                      <a:pt x="417830" y="-10333"/>
                      <a:pt x="344488" y="50627"/>
                    </a:cubicBezTo>
                    <a:lnTo>
                      <a:pt x="287338" y="105872"/>
                    </a:lnTo>
                    <a:lnTo>
                      <a:pt x="294005" y="123017"/>
                    </a:lnTo>
                    <a:lnTo>
                      <a:pt x="292100" y="140162"/>
                    </a:lnTo>
                    <a:lnTo>
                      <a:pt x="270193" y="170642"/>
                    </a:lnTo>
                    <a:lnTo>
                      <a:pt x="251143" y="173499"/>
                    </a:lnTo>
                    <a:lnTo>
                      <a:pt x="234950" y="162069"/>
                    </a:lnTo>
                    <a:cubicBezTo>
                      <a:pt x="234950" y="162069"/>
                      <a:pt x="223520" y="154449"/>
                      <a:pt x="213995" y="166832"/>
                    </a:cubicBezTo>
                    <a:lnTo>
                      <a:pt x="177800" y="217314"/>
                    </a:lnTo>
                    <a:cubicBezTo>
                      <a:pt x="177800" y="217314"/>
                      <a:pt x="173038" y="231602"/>
                      <a:pt x="152083" y="233507"/>
                    </a:cubicBezTo>
                    <a:cubicBezTo>
                      <a:pt x="152083" y="233507"/>
                      <a:pt x="1588" y="231602"/>
                      <a:pt x="7302" y="397337"/>
                    </a:cubicBezTo>
                    <a:cubicBezTo>
                      <a:pt x="7302" y="397337"/>
                      <a:pt x="5398" y="523067"/>
                      <a:pt x="138748" y="532592"/>
                    </a:cubicBezTo>
                    <a:cubicBezTo>
                      <a:pt x="138748" y="532592"/>
                      <a:pt x="283528" y="535449"/>
                      <a:pt x="297815" y="397337"/>
                    </a:cubicBezTo>
                    <a:cubicBezTo>
                      <a:pt x="297815" y="397337"/>
                      <a:pt x="307340" y="337329"/>
                      <a:pt x="272098" y="297324"/>
                    </a:cubicBezTo>
                    <a:cubicBezTo>
                      <a:pt x="272098" y="297324"/>
                      <a:pt x="260668" y="284942"/>
                      <a:pt x="270193" y="276369"/>
                    </a:cubicBezTo>
                    <a:lnTo>
                      <a:pt x="305435" y="238269"/>
                    </a:lnTo>
                    <a:cubicBezTo>
                      <a:pt x="305435" y="238269"/>
                      <a:pt x="312103" y="233507"/>
                      <a:pt x="305435" y="219219"/>
                    </a:cubicBezTo>
                    <a:lnTo>
                      <a:pt x="293053" y="203027"/>
                    </a:lnTo>
                    <a:lnTo>
                      <a:pt x="321628" y="167784"/>
                    </a:lnTo>
                    <a:lnTo>
                      <a:pt x="338773" y="160164"/>
                    </a:lnTo>
                    <a:lnTo>
                      <a:pt x="355918" y="172547"/>
                    </a:lnTo>
                    <a:cubicBezTo>
                      <a:pt x="355918" y="172547"/>
                      <a:pt x="349250" y="177309"/>
                      <a:pt x="376873" y="161117"/>
                    </a:cubicBezTo>
                    <a:lnTo>
                      <a:pt x="474028" y="101109"/>
                    </a:lnTo>
                    <a:lnTo>
                      <a:pt x="538798" y="161117"/>
                    </a:lnTo>
                    <a:lnTo>
                      <a:pt x="560705" y="168737"/>
                    </a:lnTo>
                    <a:lnTo>
                      <a:pt x="565468" y="108729"/>
                    </a:lnTo>
                    <a:close/>
                  </a:path>
                </a:pathLst>
              </a:custGeom>
              <a:ln/>
            </p:spPr>
            <p:style>
              <a:lnRef idx="1">
                <a:schemeClr val="dk1"/>
              </a:lnRef>
              <a:fillRef idx="3">
                <a:schemeClr val="dk1"/>
              </a:fillRef>
              <a:effectRef idx="2">
                <a:schemeClr val="dk1"/>
              </a:effectRef>
              <a:fontRef idx="minor">
                <a:schemeClr val="lt1"/>
              </a:fontRef>
            </p:style>
            <p:txBody>
              <a:bodyPr anchor="ctr"/>
              <a:lstStyle/>
              <a:p>
                <a:endParaRPr lang="en-US"/>
              </a:p>
            </p:txBody>
          </p:sp>
          <p:sp>
            <p:nvSpPr>
              <p:cNvPr id="69" name="Freeform: Shape 17">
                <a:extLst>
                  <a:ext uri="{FF2B5EF4-FFF2-40B4-BE49-F238E27FC236}">
                    <a16:creationId xmlns:a16="http://schemas.microsoft.com/office/drawing/2014/main" id="{0BE16821-8B0B-95E2-8C3A-4E8D83953692}"/>
                  </a:ext>
                </a:extLst>
              </p:cNvPr>
              <p:cNvSpPr>
                <a:spLocks/>
              </p:cNvSpPr>
              <p:nvPr/>
            </p:nvSpPr>
            <p:spPr bwMode="auto">
              <a:xfrm>
                <a:off x="5834438" y="2749257"/>
                <a:ext cx="123825" cy="400050"/>
              </a:xfrm>
              <a:custGeom>
                <a:avLst/>
                <a:gdLst>
                  <a:gd name="T0" fmla="*/ 102495 w 123825"/>
                  <a:gd name="T1" fmla="*/ 393993 h 400050"/>
                  <a:gd name="T2" fmla="*/ 102495 w 123825"/>
                  <a:gd name="T3" fmla="*/ 393993 h 400050"/>
                  <a:gd name="T4" fmla="*/ 88207 w 123825"/>
                  <a:gd name="T5" fmla="*/ 379706 h 400050"/>
                  <a:gd name="T6" fmla="*/ 59632 w 123825"/>
                  <a:gd name="T7" fmla="*/ 265406 h 400050"/>
                  <a:gd name="T8" fmla="*/ 7245 w 123825"/>
                  <a:gd name="T9" fmla="*/ 121578 h 400050"/>
                  <a:gd name="T10" fmla="*/ 32010 w 123825"/>
                  <a:gd name="T11" fmla="*/ 15851 h 400050"/>
                  <a:gd name="T12" fmla="*/ 51060 w 123825"/>
                  <a:gd name="T13" fmla="*/ 8231 h 400050"/>
                  <a:gd name="T14" fmla="*/ 58679 w 123825"/>
                  <a:gd name="T15" fmla="*/ 27281 h 400050"/>
                  <a:gd name="T16" fmla="*/ 35820 w 123825"/>
                  <a:gd name="T17" fmla="*/ 119673 h 400050"/>
                  <a:gd name="T18" fmla="*/ 84397 w 123825"/>
                  <a:gd name="T19" fmla="*/ 250166 h 400050"/>
                  <a:gd name="T20" fmla="*/ 116782 w 123825"/>
                  <a:gd name="T21" fmla="*/ 380658 h 400050"/>
                  <a:gd name="T22" fmla="*/ 102495 w 123825"/>
                  <a:gd name="T23" fmla="*/ 393993 h 4000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3825" h="400050">
                    <a:moveTo>
                      <a:pt x="102495" y="393993"/>
                    </a:moveTo>
                    <a:cubicBezTo>
                      <a:pt x="102495" y="393993"/>
                      <a:pt x="102495" y="393993"/>
                      <a:pt x="102495" y="393993"/>
                    </a:cubicBezTo>
                    <a:cubicBezTo>
                      <a:pt x="93922" y="393993"/>
                      <a:pt x="88207" y="387326"/>
                      <a:pt x="88207" y="379706"/>
                    </a:cubicBezTo>
                    <a:cubicBezTo>
                      <a:pt x="90112" y="314936"/>
                      <a:pt x="60585" y="265406"/>
                      <a:pt x="59632" y="265406"/>
                    </a:cubicBezTo>
                    <a:cubicBezTo>
                      <a:pt x="13912" y="200636"/>
                      <a:pt x="7245" y="124436"/>
                      <a:pt x="7245" y="121578"/>
                    </a:cubicBezTo>
                    <a:cubicBezTo>
                      <a:pt x="5340" y="78716"/>
                      <a:pt x="31057" y="18708"/>
                      <a:pt x="32010" y="15851"/>
                    </a:cubicBezTo>
                    <a:cubicBezTo>
                      <a:pt x="34867" y="8231"/>
                      <a:pt x="43440" y="5373"/>
                      <a:pt x="51060" y="8231"/>
                    </a:cubicBezTo>
                    <a:cubicBezTo>
                      <a:pt x="58679" y="11088"/>
                      <a:pt x="61537" y="19661"/>
                      <a:pt x="58679" y="27281"/>
                    </a:cubicBezTo>
                    <a:cubicBezTo>
                      <a:pt x="58679" y="28233"/>
                      <a:pt x="34867" y="83478"/>
                      <a:pt x="35820" y="119673"/>
                    </a:cubicBezTo>
                    <a:cubicBezTo>
                      <a:pt x="35820" y="119673"/>
                      <a:pt x="42487" y="191111"/>
                      <a:pt x="84397" y="250166"/>
                    </a:cubicBezTo>
                    <a:cubicBezTo>
                      <a:pt x="86302" y="253023"/>
                      <a:pt x="118687" y="307316"/>
                      <a:pt x="116782" y="380658"/>
                    </a:cubicBezTo>
                    <a:cubicBezTo>
                      <a:pt x="116782" y="388278"/>
                      <a:pt x="110115" y="393993"/>
                      <a:pt x="102495" y="393993"/>
                    </a:cubicBezTo>
                    <a:close/>
                  </a:path>
                </a:pathLst>
              </a:custGeom>
              <a:ln/>
            </p:spPr>
            <p:style>
              <a:lnRef idx="1">
                <a:schemeClr val="dk1"/>
              </a:lnRef>
              <a:fillRef idx="3">
                <a:schemeClr val="dk1"/>
              </a:fillRef>
              <a:effectRef idx="2">
                <a:schemeClr val="dk1"/>
              </a:effectRef>
              <a:fontRef idx="minor">
                <a:schemeClr val="lt1"/>
              </a:fontRef>
            </p:style>
            <p:txBody>
              <a:bodyPr anchor="ctr"/>
              <a:lstStyle/>
              <a:p>
                <a:endParaRPr lang="en-US"/>
              </a:p>
            </p:txBody>
          </p:sp>
          <p:sp>
            <p:nvSpPr>
              <p:cNvPr id="70" name="Freeform: Shape 18">
                <a:extLst>
                  <a:ext uri="{FF2B5EF4-FFF2-40B4-BE49-F238E27FC236}">
                    <a16:creationId xmlns:a16="http://schemas.microsoft.com/office/drawing/2014/main" id="{6042E929-4E56-6C90-36E7-70A1D6C710CE}"/>
                  </a:ext>
                </a:extLst>
              </p:cNvPr>
              <p:cNvSpPr>
                <a:spLocks/>
              </p:cNvSpPr>
              <p:nvPr/>
            </p:nvSpPr>
            <p:spPr bwMode="auto">
              <a:xfrm>
                <a:off x="5833482" y="3499857"/>
                <a:ext cx="590550" cy="1123950"/>
              </a:xfrm>
              <a:custGeom>
                <a:avLst/>
                <a:gdLst>
                  <a:gd name="T0" fmla="*/ 97735 w 590550"/>
                  <a:gd name="T1" fmla="*/ 1124530 h 1123950"/>
                  <a:gd name="T2" fmla="*/ 34870 w 590550"/>
                  <a:gd name="T3" fmla="*/ 1102623 h 1123950"/>
                  <a:gd name="T4" fmla="*/ 61540 w 590550"/>
                  <a:gd name="T5" fmla="*/ 1071190 h 1123950"/>
                  <a:gd name="T6" fmla="*/ 63445 w 590550"/>
                  <a:gd name="T7" fmla="*/ 1070238 h 1123950"/>
                  <a:gd name="T8" fmla="*/ 141550 w 590550"/>
                  <a:gd name="T9" fmla="*/ 1060713 h 1123950"/>
                  <a:gd name="T10" fmla="*/ 252993 w 590550"/>
                  <a:gd name="T11" fmla="*/ 911170 h 1123950"/>
                  <a:gd name="T12" fmla="*/ 252993 w 590550"/>
                  <a:gd name="T13" fmla="*/ 910218 h 1123950"/>
                  <a:gd name="T14" fmla="*/ 252993 w 590550"/>
                  <a:gd name="T15" fmla="*/ 909265 h 1123950"/>
                  <a:gd name="T16" fmla="*/ 176793 w 590550"/>
                  <a:gd name="T17" fmla="*/ 714003 h 1123950"/>
                  <a:gd name="T18" fmla="*/ 175840 w 590550"/>
                  <a:gd name="T19" fmla="*/ 713050 h 1123950"/>
                  <a:gd name="T20" fmla="*/ 109165 w 590550"/>
                  <a:gd name="T21" fmla="*/ 567318 h 1123950"/>
                  <a:gd name="T22" fmla="*/ 7248 w 590550"/>
                  <a:gd name="T23" fmla="*/ 23440 h 1123950"/>
                  <a:gd name="T24" fmla="*/ 19630 w 590550"/>
                  <a:gd name="T25" fmla="*/ 7248 h 1123950"/>
                  <a:gd name="T26" fmla="*/ 35823 w 590550"/>
                  <a:gd name="T27" fmla="*/ 19630 h 1123950"/>
                  <a:gd name="T28" fmla="*/ 136788 w 590550"/>
                  <a:gd name="T29" fmla="*/ 559698 h 1123950"/>
                  <a:gd name="T30" fmla="*/ 199653 w 590550"/>
                  <a:gd name="T31" fmla="*/ 695905 h 1123950"/>
                  <a:gd name="T32" fmla="*/ 281568 w 590550"/>
                  <a:gd name="T33" fmla="*/ 909265 h 1123950"/>
                  <a:gd name="T34" fmla="*/ 150123 w 590550"/>
                  <a:gd name="T35" fmla="*/ 1087383 h 1123950"/>
                  <a:gd name="T36" fmla="*/ 146313 w 590550"/>
                  <a:gd name="T37" fmla="*/ 1088335 h 1123950"/>
                  <a:gd name="T38" fmla="*/ 93925 w 590550"/>
                  <a:gd name="T39" fmla="*/ 1095003 h 1123950"/>
                  <a:gd name="T40" fmla="*/ 96783 w 590550"/>
                  <a:gd name="T41" fmla="*/ 1095003 h 1123950"/>
                  <a:gd name="T42" fmla="*/ 424443 w 590550"/>
                  <a:gd name="T43" fmla="*/ 1093098 h 1123950"/>
                  <a:gd name="T44" fmla="*/ 561603 w 590550"/>
                  <a:gd name="T45" fmla="*/ 974035 h 1123950"/>
                  <a:gd name="T46" fmla="*/ 511120 w 590550"/>
                  <a:gd name="T47" fmla="*/ 793060 h 1123950"/>
                  <a:gd name="T48" fmla="*/ 512073 w 590550"/>
                  <a:gd name="T49" fmla="*/ 485403 h 1123950"/>
                  <a:gd name="T50" fmla="*/ 529218 w 590550"/>
                  <a:gd name="T51" fmla="*/ 473973 h 1123950"/>
                  <a:gd name="T52" fmla="*/ 540648 w 590550"/>
                  <a:gd name="T53" fmla="*/ 491118 h 1123950"/>
                  <a:gd name="T54" fmla="*/ 535885 w 590550"/>
                  <a:gd name="T55" fmla="*/ 777820 h 1123950"/>
                  <a:gd name="T56" fmla="*/ 590178 w 590550"/>
                  <a:gd name="T57" fmla="*/ 974988 h 1123950"/>
                  <a:gd name="T58" fmla="*/ 426348 w 590550"/>
                  <a:gd name="T59" fmla="*/ 1121673 h 1123950"/>
                  <a:gd name="T60" fmla="*/ 424443 w 590550"/>
                  <a:gd name="T61" fmla="*/ 1121673 h 1123950"/>
                  <a:gd name="T62" fmla="*/ 97735 w 590550"/>
                  <a:gd name="T63" fmla="*/ 1124530 h 1123950"/>
                  <a:gd name="T64" fmla="*/ 145360 w 590550"/>
                  <a:gd name="T65" fmla="*/ 1075953 h 1123950"/>
                  <a:gd name="T66" fmla="*/ 145360 w 590550"/>
                  <a:gd name="T67" fmla="*/ 1075953 h 1123950"/>
                  <a:gd name="T68" fmla="*/ 145360 w 590550"/>
                  <a:gd name="T69" fmla="*/ 1075953 h 112395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90550" h="1123950">
                    <a:moveTo>
                      <a:pt x="97735" y="1124530"/>
                    </a:moveTo>
                    <a:cubicBezTo>
                      <a:pt x="60588" y="1123578"/>
                      <a:pt x="38680" y="1119768"/>
                      <a:pt x="34870" y="1102623"/>
                    </a:cubicBezTo>
                    <a:cubicBezTo>
                      <a:pt x="32013" y="1087383"/>
                      <a:pt x="48205" y="1076905"/>
                      <a:pt x="61540" y="1071190"/>
                    </a:cubicBezTo>
                    <a:lnTo>
                      <a:pt x="63445" y="1070238"/>
                    </a:lnTo>
                    <a:lnTo>
                      <a:pt x="141550" y="1060713"/>
                    </a:lnTo>
                    <a:cubicBezTo>
                      <a:pt x="259660" y="1013088"/>
                      <a:pt x="252993" y="914980"/>
                      <a:pt x="252993" y="911170"/>
                    </a:cubicBezTo>
                    <a:lnTo>
                      <a:pt x="252993" y="910218"/>
                    </a:lnTo>
                    <a:lnTo>
                      <a:pt x="252993" y="909265"/>
                    </a:lnTo>
                    <a:cubicBezTo>
                      <a:pt x="255850" y="814015"/>
                      <a:pt x="177745" y="714955"/>
                      <a:pt x="176793" y="714003"/>
                    </a:cubicBezTo>
                    <a:lnTo>
                      <a:pt x="175840" y="713050"/>
                    </a:lnTo>
                    <a:cubicBezTo>
                      <a:pt x="134883" y="654948"/>
                      <a:pt x="110118" y="571128"/>
                      <a:pt x="109165" y="567318"/>
                    </a:cubicBezTo>
                    <a:cubicBezTo>
                      <a:pt x="55825" y="361578"/>
                      <a:pt x="7248" y="27250"/>
                      <a:pt x="7248" y="23440"/>
                    </a:cubicBezTo>
                    <a:cubicBezTo>
                      <a:pt x="6295" y="15820"/>
                      <a:pt x="12010" y="8200"/>
                      <a:pt x="19630" y="7248"/>
                    </a:cubicBezTo>
                    <a:cubicBezTo>
                      <a:pt x="27250" y="6295"/>
                      <a:pt x="34870" y="12010"/>
                      <a:pt x="35823" y="19630"/>
                    </a:cubicBezTo>
                    <a:cubicBezTo>
                      <a:pt x="35823" y="23440"/>
                      <a:pt x="84400" y="355863"/>
                      <a:pt x="136788" y="559698"/>
                    </a:cubicBezTo>
                    <a:cubicBezTo>
                      <a:pt x="136788" y="559698"/>
                      <a:pt x="161553" y="641613"/>
                      <a:pt x="199653" y="695905"/>
                    </a:cubicBezTo>
                    <a:cubicBezTo>
                      <a:pt x="206320" y="704478"/>
                      <a:pt x="284425" y="805443"/>
                      <a:pt x="281568" y="909265"/>
                    </a:cubicBezTo>
                    <a:cubicBezTo>
                      <a:pt x="282520" y="921648"/>
                      <a:pt x="283473" y="1034995"/>
                      <a:pt x="150123" y="1087383"/>
                    </a:cubicBezTo>
                    <a:lnTo>
                      <a:pt x="146313" y="1088335"/>
                    </a:lnTo>
                    <a:lnTo>
                      <a:pt x="93925" y="1095003"/>
                    </a:lnTo>
                    <a:cubicBezTo>
                      <a:pt x="94878" y="1095003"/>
                      <a:pt x="95830" y="1095003"/>
                      <a:pt x="96783" y="1095003"/>
                    </a:cubicBezTo>
                    <a:lnTo>
                      <a:pt x="424443" y="1093098"/>
                    </a:lnTo>
                    <a:cubicBezTo>
                      <a:pt x="436825" y="1091193"/>
                      <a:pt x="561603" y="1073095"/>
                      <a:pt x="561603" y="974035"/>
                    </a:cubicBezTo>
                    <a:cubicBezTo>
                      <a:pt x="561603" y="972130"/>
                      <a:pt x="566365" y="880690"/>
                      <a:pt x="511120" y="793060"/>
                    </a:cubicBezTo>
                    <a:cubicBezTo>
                      <a:pt x="509215" y="789250"/>
                      <a:pt x="467305" y="709240"/>
                      <a:pt x="512073" y="485403"/>
                    </a:cubicBezTo>
                    <a:cubicBezTo>
                      <a:pt x="513978" y="477783"/>
                      <a:pt x="521598" y="473020"/>
                      <a:pt x="529218" y="473973"/>
                    </a:cubicBezTo>
                    <a:cubicBezTo>
                      <a:pt x="536838" y="475878"/>
                      <a:pt x="541600" y="483498"/>
                      <a:pt x="540648" y="491118"/>
                    </a:cubicBezTo>
                    <a:cubicBezTo>
                      <a:pt x="499690" y="694953"/>
                      <a:pt x="533028" y="773058"/>
                      <a:pt x="535885" y="777820"/>
                    </a:cubicBezTo>
                    <a:cubicBezTo>
                      <a:pt x="595893" y="874023"/>
                      <a:pt x="590178" y="970225"/>
                      <a:pt x="590178" y="974988"/>
                    </a:cubicBezTo>
                    <a:cubicBezTo>
                      <a:pt x="590178" y="1075953"/>
                      <a:pt x="483498" y="1115005"/>
                      <a:pt x="426348" y="1121673"/>
                    </a:cubicBezTo>
                    <a:lnTo>
                      <a:pt x="424443" y="1121673"/>
                    </a:lnTo>
                    <a:lnTo>
                      <a:pt x="97735" y="1124530"/>
                    </a:lnTo>
                    <a:close/>
                    <a:moveTo>
                      <a:pt x="145360" y="1075953"/>
                    </a:moveTo>
                    <a:lnTo>
                      <a:pt x="145360" y="1075953"/>
                    </a:lnTo>
                    <a:close/>
                  </a:path>
                </a:pathLst>
              </a:custGeom>
              <a:ln/>
            </p:spPr>
            <p:style>
              <a:lnRef idx="1">
                <a:schemeClr val="dk1"/>
              </a:lnRef>
              <a:fillRef idx="3">
                <a:schemeClr val="dk1"/>
              </a:fillRef>
              <a:effectRef idx="2">
                <a:schemeClr val="dk1"/>
              </a:effectRef>
              <a:fontRef idx="minor">
                <a:schemeClr val="lt1"/>
              </a:fontRef>
            </p:style>
            <p:txBody>
              <a:bodyPr anchor="ctr"/>
              <a:lstStyle/>
              <a:p>
                <a:endParaRPr lang="en-US"/>
              </a:p>
            </p:txBody>
          </p:sp>
          <p:sp>
            <p:nvSpPr>
              <p:cNvPr id="71" name="Freeform: Shape 19">
                <a:extLst>
                  <a:ext uri="{FF2B5EF4-FFF2-40B4-BE49-F238E27FC236}">
                    <a16:creationId xmlns:a16="http://schemas.microsoft.com/office/drawing/2014/main" id="{3558C064-61FC-C3F4-8559-39C52390A734}"/>
                  </a:ext>
                </a:extLst>
              </p:cNvPr>
              <p:cNvSpPr>
                <a:spLocks/>
              </p:cNvSpPr>
              <p:nvPr/>
            </p:nvSpPr>
            <p:spPr bwMode="auto">
              <a:xfrm>
                <a:off x="6435078" y="3090825"/>
                <a:ext cx="304800" cy="419100"/>
              </a:xfrm>
              <a:custGeom>
                <a:avLst/>
                <a:gdLst>
                  <a:gd name="T0" fmla="*/ 294334 w 304800"/>
                  <a:gd name="T1" fmla="*/ 11467 h 419100"/>
                  <a:gd name="T2" fmla="*/ 260997 w 304800"/>
                  <a:gd name="T3" fmla="*/ 16230 h 419100"/>
                  <a:gd name="T4" fmla="*/ 78117 w 304800"/>
                  <a:gd name="T5" fmla="*/ 190537 h 419100"/>
                  <a:gd name="T6" fmla="*/ 63829 w 304800"/>
                  <a:gd name="T7" fmla="*/ 236257 h 419100"/>
                  <a:gd name="T8" fmla="*/ 59067 w 304800"/>
                  <a:gd name="T9" fmla="*/ 296265 h 419100"/>
                  <a:gd name="T10" fmla="*/ 16204 w 304800"/>
                  <a:gd name="T11" fmla="*/ 345795 h 419100"/>
                  <a:gd name="T12" fmla="*/ 14299 w 304800"/>
                  <a:gd name="T13" fmla="*/ 396277 h 419100"/>
                  <a:gd name="T14" fmla="*/ 30492 w 304800"/>
                  <a:gd name="T15" fmla="*/ 415327 h 419100"/>
                  <a:gd name="T16" fmla="*/ 75259 w 304800"/>
                  <a:gd name="T17" fmla="*/ 380085 h 419100"/>
                  <a:gd name="T18" fmla="*/ 297192 w 304800"/>
                  <a:gd name="T19" fmla="*/ 52425 h 419100"/>
                  <a:gd name="T20" fmla="*/ 294334 w 304800"/>
                  <a:gd name="T21" fmla="*/ 11467 h 4191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04800" h="419100">
                    <a:moveTo>
                      <a:pt x="294334" y="11467"/>
                    </a:moveTo>
                    <a:cubicBezTo>
                      <a:pt x="294334" y="11467"/>
                      <a:pt x="280047" y="-915"/>
                      <a:pt x="260997" y="16230"/>
                    </a:cubicBezTo>
                    <a:lnTo>
                      <a:pt x="78117" y="190537"/>
                    </a:lnTo>
                    <a:cubicBezTo>
                      <a:pt x="78117" y="190537"/>
                      <a:pt x="60972" y="201967"/>
                      <a:pt x="63829" y="236257"/>
                    </a:cubicBezTo>
                    <a:cubicBezTo>
                      <a:pt x="63829" y="236257"/>
                      <a:pt x="80974" y="269595"/>
                      <a:pt x="59067" y="296265"/>
                    </a:cubicBezTo>
                    <a:lnTo>
                      <a:pt x="16204" y="345795"/>
                    </a:lnTo>
                    <a:cubicBezTo>
                      <a:pt x="16204" y="345795"/>
                      <a:pt x="-2846" y="371512"/>
                      <a:pt x="14299" y="396277"/>
                    </a:cubicBezTo>
                    <a:lnTo>
                      <a:pt x="30492" y="415327"/>
                    </a:lnTo>
                    <a:cubicBezTo>
                      <a:pt x="30492" y="415327"/>
                      <a:pt x="42874" y="431520"/>
                      <a:pt x="75259" y="380085"/>
                    </a:cubicBezTo>
                    <a:lnTo>
                      <a:pt x="297192" y="52425"/>
                    </a:lnTo>
                    <a:cubicBezTo>
                      <a:pt x="297192" y="52425"/>
                      <a:pt x="321004" y="28612"/>
                      <a:pt x="294334" y="11467"/>
                    </a:cubicBezTo>
                    <a:close/>
                  </a:path>
                </a:pathLst>
              </a:custGeom>
              <a:ln/>
            </p:spPr>
            <p:style>
              <a:lnRef idx="1">
                <a:schemeClr val="dk1"/>
              </a:lnRef>
              <a:fillRef idx="3">
                <a:schemeClr val="dk1"/>
              </a:fillRef>
              <a:effectRef idx="2">
                <a:schemeClr val="dk1"/>
              </a:effectRef>
              <a:fontRef idx="minor">
                <a:schemeClr val="lt1"/>
              </a:fontRef>
            </p:style>
            <p:txBody>
              <a:bodyPr anchor="ctr"/>
              <a:lstStyle/>
              <a:p>
                <a:endParaRPr lang="en-US"/>
              </a:p>
            </p:txBody>
          </p:sp>
        </p:grpSp>
        <p:grpSp>
          <p:nvGrpSpPr>
            <p:cNvPr id="32" name="Group 31">
              <a:extLst>
                <a:ext uri="{FF2B5EF4-FFF2-40B4-BE49-F238E27FC236}">
                  <a16:creationId xmlns:a16="http://schemas.microsoft.com/office/drawing/2014/main" id="{AE27322F-A3C3-86EC-7324-3E5587B70C26}"/>
                </a:ext>
              </a:extLst>
            </p:cNvPr>
            <p:cNvGrpSpPr/>
            <p:nvPr/>
          </p:nvGrpSpPr>
          <p:grpSpPr>
            <a:xfrm>
              <a:off x="6361478" y="60131"/>
              <a:ext cx="1825395" cy="1156144"/>
              <a:chOff x="2748418" y="2030329"/>
              <a:chExt cx="1991394" cy="1261282"/>
            </a:xfrm>
            <a:grpFill/>
          </p:grpSpPr>
          <p:sp>
            <p:nvSpPr>
              <p:cNvPr id="33" name="Freeform: Shape 32">
                <a:extLst>
                  <a:ext uri="{FF2B5EF4-FFF2-40B4-BE49-F238E27FC236}">
                    <a16:creationId xmlns:a16="http://schemas.microsoft.com/office/drawing/2014/main" id="{55AAC05D-8685-0989-A978-1BBA08BEA6BB}"/>
                  </a:ext>
                </a:extLst>
              </p:cNvPr>
              <p:cNvSpPr/>
              <p:nvPr/>
            </p:nvSpPr>
            <p:spPr>
              <a:xfrm rot="17655301">
                <a:off x="3366916" y="2316510"/>
                <a:ext cx="98426" cy="259678"/>
              </a:xfrm>
              <a:custGeom>
                <a:avLst/>
                <a:gdLst>
                  <a:gd name="connsiteX0" fmla="*/ 445294 w 447675"/>
                  <a:gd name="connsiteY0" fmla="*/ 999649 h 1181100"/>
                  <a:gd name="connsiteX1" fmla="*/ 445294 w 447675"/>
                  <a:gd name="connsiteY1" fmla="*/ 999649 h 1181100"/>
                  <a:gd name="connsiteX2" fmla="*/ 445294 w 447675"/>
                  <a:gd name="connsiteY2" fmla="*/ 999649 h 1181100"/>
                  <a:gd name="connsiteX3" fmla="*/ 439579 w 447675"/>
                  <a:gd name="connsiteY3" fmla="*/ 7144 h 1181100"/>
                  <a:gd name="connsiteX4" fmla="*/ 386239 w 447675"/>
                  <a:gd name="connsiteY4" fmla="*/ 7144 h 1181100"/>
                  <a:gd name="connsiteX5" fmla="*/ 390049 w 447675"/>
                  <a:gd name="connsiteY5" fmla="*/ 881539 h 1181100"/>
                  <a:gd name="connsiteX6" fmla="*/ 229076 w 447675"/>
                  <a:gd name="connsiteY6" fmla="*/ 820579 h 1181100"/>
                  <a:gd name="connsiteX7" fmla="*/ 7144 w 447675"/>
                  <a:gd name="connsiteY7" fmla="*/ 1008221 h 1181100"/>
                  <a:gd name="connsiteX8" fmla="*/ 230029 w 447675"/>
                  <a:gd name="connsiteY8" fmla="*/ 1174909 h 1181100"/>
                  <a:gd name="connsiteX9" fmla="*/ 443389 w 447675"/>
                  <a:gd name="connsiteY9" fmla="*/ 997744 h 1181100"/>
                  <a:gd name="connsiteX10" fmla="*/ 445294 w 447675"/>
                  <a:gd name="connsiteY10" fmla="*/ 997744 h 1181100"/>
                  <a:gd name="connsiteX11" fmla="*/ 445294 w 447675"/>
                  <a:gd name="connsiteY11" fmla="*/ 999649 h 1181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7675" h="1181100">
                    <a:moveTo>
                      <a:pt x="445294" y="999649"/>
                    </a:moveTo>
                    <a:cubicBezTo>
                      <a:pt x="445294" y="998696"/>
                      <a:pt x="445294" y="998696"/>
                      <a:pt x="445294" y="999649"/>
                    </a:cubicBezTo>
                    <a:cubicBezTo>
                      <a:pt x="445294" y="998696"/>
                      <a:pt x="445294" y="998696"/>
                      <a:pt x="445294" y="999649"/>
                    </a:cubicBezTo>
                    <a:lnTo>
                      <a:pt x="439579" y="7144"/>
                    </a:lnTo>
                    <a:lnTo>
                      <a:pt x="386239" y="7144"/>
                    </a:lnTo>
                    <a:lnTo>
                      <a:pt x="390049" y="881539"/>
                    </a:lnTo>
                    <a:cubicBezTo>
                      <a:pt x="350996" y="844391"/>
                      <a:pt x="293846" y="820579"/>
                      <a:pt x="229076" y="820579"/>
                    </a:cubicBezTo>
                    <a:cubicBezTo>
                      <a:pt x="111919" y="821531"/>
                      <a:pt x="7144" y="910114"/>
                      <a:pt x="7144" y="1008221"/>
                    </a:cubicBezTo>
                    <a:cubicBezTo>
                      <a:pt x="7144" y="1106329"/>
                      <a:pt x="111919" y="1174909"/>
                      <a:pt x="230029" y="1174909"/>
                    </a:cubicBezTo>
                    <a:cubicBezTo>
                      <a:pt x="347186" y="1174909"/>
                      <a:pt x="441484" y="1102519"/>
                      <a:pt x="443389" y="997744"/>
                    </a:cubicBezTo>
                    <a:lnTo>
                      <a:pt x="445294" y="997744"/>
                    </a:lnTo>
                    <a:lnTo>
                      <a:pt x="445294" y="999649"/>
                    </a:ln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34" name="Freeform: Shape 33">
                <a:extLst>
                  <a:ext uri="{FF2B5EF4-FFF2-40B4-BE49-F238E27FC236}">
                    <a16:creationId xmlns:a16="http://schemas.microsoft.com/office/drawing/2014/main" id="{965D648A-EFC3-211B-29AF-EC4950976570}"/>
                  </a:ext>
                </a:extLst>
              </p:cNvPr>
              <p:cNvSpPr/>
              <p:nvPr/>
            </p:nvSpPr>
            <p:spPr>
              <a:xfrm rot="1966097">
                <a:off x="2880936" y="2553915"/>
                <a:ext cx="96479" cy="254540"/>
              </a:xfrm>
              <a:custGeom>
                <a:avLst/>
                <a:gdLst>
                  <a:gd name="connsiteX0" fmla="*/ 444341 w 447675"/>
                  <a:gd name="connsiteY0" fmla="*/ 999649 h 1181100"/>
                  <a:gd name="connsiteX1" fmla="*/ 444341 w 447675"/>
                  <a:gd name="connsiteY1" fmla="*/ 999649 h 1181100"/>
                  <a:gd name="connsiteX2" fmla="*/ 444341 w 447675"/>
                  <a:gd name="connsiteY2" fmla="*/ 999649 h 1181100"/>
                  <a:gd name="connsiteX3" fmla="*/ 440531 w 447675"/>
                  <a:gd name="connsiteY3" fmla="*/ 7144 h 1181100"/>
                  <a:gd name="connsiteX4" fmla="*/ 387191 w 447675"/>
                  <a:gd name="connsiteY4" fmla="*/ 7144 h 1181100"/>
                  <a:gd name="connsiteX5" fmla="*/ 391001 w 447675"/>
                  <a:gd name="connsiteY5" fmla="*/ 881539 h 1181100"/>
                  <a:gd name="connsiteX6" fmla="*/ 230029 w 447675"/>
                  <a:gd name="connsiteY6" fmla="*/ 820579 h 1181100"/>
                  <a:gd name="connsiteX7" fmla="*/ 7144 w 447675"/>
                  <a:gd name="connsiteY7" fmla="*/ 1008221 h 1181100"/>
                  <a:gd name="connsiteX8" fmla="*/ 230029 w 447675"/>
                  <a:gd name="connsiteY8" fmla="*/ 1174909 h 1181100"/>
                  <a:gd name="connsiteX9" fmla="*/ 443389 w 447675"/>
                  <a:gd name="connsiteY9" fmla="*/ 997744 h 1181100"/>
                  <a:gd name="connsiteX10" fmla="*/ 443389 w 447675"/>
                  <a:gd name="connsiteY10" fmla="*/ 997744 h 1181100"/>
                  <a:gd name="connsiteX11" fmla="*/ 443389 w 447675"/>
                  <a:gd name="connsiteY11" fmla="*/ 999649 h 1181100"/>
                  <a:gd name="connsiteX12" fmla="*/ 230981 w 447675"/>
                  <a:gd name="connsiteY12" fmla="*/ 1119664 h 1181100"/>
                  <a:gd name="connsiteX13" fmla="*/ 65246 w 447675"/>
                  <a:gd name="connsiteY13" fmla="*/ 1008221 h 1181100"/>
                  <a:gd name="connsiteX14" fmla="*/ 230981 w 447675"/>
                  <a:gd name="connsiteY14" fmla="*/ 877729 h 1181100"/>
                  <a:gd name="connsiteX15" fmla="*/ 387191 w 447675"/>
                  <a:gd name="connsiteY15" fmla="*/ 998696 h 1181100"/>
                  <a:gd name="connsiteX16" fmla="*/ 230981 w 447675"/>
                  <a:gd name="connsiteY16" fmla="*/ 1119664 h 1181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7675" h="1181100">
                    <a:moveTo>
                      <a:pt x="444341" y="999649"/>
                    </a:moveTo>
                    <a:cubicBezTo>
                      <a:pt x="444341" y="998696"/>
                      <a:pt x="444341" y="998696"/>
                      <a:pt x="444341" y="999649"/>
                    </a:cubicBezTo>
                    <a:cubicBezTo>
                      <a:pt x="444341" y="998696"/>
                      <a:pt x="444341" y="998696"/>
                      <a:pt x="444341" y="999649"/>
                    </a:cubicBezTo>
                    <a:lnTo>
                      <a:pt x="440531" y="7144"/>
                    </a:lnTo>
                    <a:lnTo>
                      <a:pt x="387191" y="7144"/>
                    </a:lnTo>
                    <a:lnTo>
                      <a:pt x="391001" y="881539"/>
                    </a:lnTo>
                    <a:cubicBezTo>
                      <a:pt x="351949" y="844391"/>
                      <a:pt x="294799" y="820579"/>
                      <a:pt x="230029" y="820579"/>
                    </a:cubicBezTo>
                    <a:cubicBezTo>
                      <a:pt x="111918" y="820579"/>
                      <a:pt x="7144" y="910114"/>
                      <a:pt x="7144" y="1008221"/>
                    </a:cubicBezTo>
                    <a:cubicBezTo>
                      <a:pt x="7144" y="1106329"/>
                      <a:pt x="111918" y="1174909"/>
                      <a:pt x="230029" y="1174909"/>
                    </a:cubicBezTo>
                    <a:cubicBezTo>
                      <a:pt x="347186" y="1174909"/>
                      <a:pt x="441484" y="1102519"/>
                      <a:pt x="443389" y="997744"/>
                    </a:cubicBezTo>
                    <a:lnTo>
                      <a:pt x="443389" y="997744"/>
                    </a:lnTo>
                    <a:lnTo>
                      <a:pt x="443389" y="999649"/>
                    </a:lnTo>
                    <a:close/>
                    <a:moveTo>
                      <a:pt x="230981" y="1119664"/>
                    </a:moveTo>
                    <a:cubicBezTo>
                      <a:pt x="145256" y="1119664"/>
                      <a:pt x="65246" y="1074896"/>
                      <a:pt x="65246" y="1008221"/>
                    </a:cubicBezTo>
                    <a:cubicBezTo>
                      <a:pt x="65246" y="941546"/>
                      <a:pt x="145256" y="877729"/>
                      <a:pt x="230981" y="877729"/>
                    </a:cubicBezTo>
                    <a:cubicBezTo>
                      <a:pt x="316706" y="877729"/>
                      <a:pt x="387191" y="932021"/>
                      <a:pt x="387191" y="998696"/>
                    </a:cubicBezTo>
                    <a:cubicBezTo>
                      <a:pt x="387191" y="1065371"/>
                      <a:pt x="316706" y="1119664"/>
                      <a:pt x="230981" y="1119664"/>
                    </a:cubicBez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35" name="Freeform: Shape 34">
                <a:extLst>
                  <a:ext uri="{FF2B5EF4-FFF2-40B4-BE49-F238E27FC236}">
                    <a16:creationId xmlns:a16="http://schemas.microsoft.com/office/drawing/2014/main" id="{CD6845EF-117E-E83C-C4ED-374BBFB107ED}"/>
                  </a:ext>
                </a:extLst>
              </p:cNvPr>
              <p:cNvSpPr/>
              <p:nvPr/>
            </p:nvSpPr>
            <p:spPr>
              <a:xfrm rot="19504256">
                <a:off x="3866146" y="2072523"/>
                <a:ext cx="132590" cy="210785"/>
              </a:xfrm>
              <a:custGeom>
                <a:avLst/>
                <a:gdLst>
                  <a:gd name="connsiteX0" fmla="*/ 629126 w 742950"/>
                  <a:gd name="connsiteY0" fmla="*/ 297656 h 1181100"/>
                  <a:gd name="connsiteX1" fmla="*/ 437674 w 742950"/>
                  <a:gd name="connsiteY1" fmla="*/ 9049 h 1181100"/>
                  <a:gd name="connsiteX2" fmla="*/ 437674 w 742950"/>
                  <a:gd name="connsiteY2" fmla="*/ 7144 h 1181100"/>
                  <a:gd name="connsiteX3" fmla="*/ 387191 w 742950"/>
                  <a:gd name="connsiteY3" fmla="*/ 7144 h 1181100"/>
                  <a:gd name="connsiteX4" fmla="*/ 391001 w 742950"/>
                  <a:gd name="connsiteY4" fmla="*/ 881539 h 1181100"/>
                  <a:gd name="connsiteX5" fmla="*/ 230029 w 742950"/>
                  <a:gd name="connsiteY5" fmla="*/ 820579 h 1181100"/>
                  <a:gd name="connsiteX6" fmla="*/ 7144 w 742950"/>
                  <a:gd name="connsiteY6" fmla="*/ 1008221 h 1181100"/>
                  <a:gd name="connsiteX7" fmla="*/ 230029 w 742950"/>
                  <a:gd name="connsiteY7" fmla="*/ 1174909 h 1181100"/>
                  <a:gd name="connsiteX8" fmla="*/ 443389 w 742950"/>
                  <a:gd name="connsiteY8" fmla="*/ 997744 h 1181100"/>
                  <a:gd name="connsiteX9" fmla="*/ 446246 w 742950"/>
                  <a:gd name="connsiteY9" fmla="*/ 997744 h 1181100"/>
                  <a:gd name="connsiteX10" fmla="*/ 446246 w 742950"/>
                  <a:gd name="connsiteY10" fmla="*/ 999649 h 1181100"/>
                  <a:gd name="connsiteX11" fmla="*/ 446246 w 742950"/>
                  <a:gd name="connsiteY11" fmla="*/ 999649 h 1181100"/>
                  <a:gd name="connsiteX12" fmla="*/ 446246 w 742950"/>
                  <a:gd name="connsiteY12" fmla="*/ 999649 h 1181100"/>
                  <a:gd name="connsiteX13" fmla="*/ 441484 w 742950"/>
                  <a:gd name="connsiteY13" fmla="*/ 201454 h 1181100"/>
                  <a:gd name="connsiteX14" fmla="*/ 604361 w 742950"/>
                  <a:gd name="connsiteY14" fmla="*/ 351949 h 1181100"/>
                  <a:gd name="connsiteX15" fmla="*/ 643414 w 742950"/>
                  <a:gd name="connsiteY15" fmla="*/ 626269 h 1181100"/>
                  <a:gd name="connsiteX16" fmla="*/ 629126 w 742950"/>
                  <a:gd name="connsiteY16" fmla="*/ 297656 h 1181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2950" h="1181100">
                    <a:moveTo>
                      <a:pt x="629126" y="297656"/>
                    </a:moveTo>
                    <a:cubicBezTo>
                      <a:pt x="460534" y="185261"/>
                      <a:pt x="437674" y="10001"/>
                      <a:pt x="437674" y="9049"/>
                    </a:cubicBezTo>
                    <a:lnTo>
                      <a:pt x="437674" y="7144"/>
                    </a:lnTo>
                    <a:lnTo>
                      <a:pt x="387191" y="7144"/>
                    </a:lnTo>
                    <a:lnTo>
                      <a:pt x="391001" y="881539"/>
                    </a:lnTo>
                    <a:cubicBezTo>
                      <a:pt x="351949" y="844391"/>
                      <a:pt x="294799" y="820579"/>
                      <a:pt x="230029" y="820579"/>
                    </a:cubicBezTo>
                    <a:cubicBezTo>
                      <a:pt x="111919" y="820579"/>
                      <a:pt x="7144" y="910114"/>
                      <a:pt x="7144" y="1008221"/>
                    </a:cubicBezTo>
                    <a:cubicBezTo>
                      <a:pt x="7144" y="1106329"/>
                      <a:pt x="111919" y="1174909"/>
                      <a:pt x="230029" y="1174909"/>
                    </a:cubicBezTo>
                    <a:cubicBezTo>
                      <a:pt x="347186" y="1174909"/>
                      <a:pt x="441484" y="1102519"/>
                      <a:pt x="443389" y="997744"/>
                    </a:cubicBezTo>
                    <a:lnTo>
                      <a:pt x="446246" y="997744"/>
                    </a:lnTo>
                    <a:lnTo>
                      <a:pt x="446246" y="999649"/>
                    </a:lnTo>
                    <a:cubicBezTo>
                      <a:pt x="446246" y="999649"/>
                      <a:pt x="446246" y="999649"/>
                      <a:pt x="446246" y="999649"/>
                    </a:cubicBezTo>
                    <a:cubicBezTo>
                      <a:pt x="446246" y="999649"/>
                      <a:pt x="446246" y="999649"/>
                      <a:pt x="446246" y="999649"/>
                    </a:cubicBezTo>
                    <a:lnTo>
                      <a:pt x="441484" y="201454"/>
                    </a:lnTo>
                    <a:cubicBezTo>
                      <a:pt x="469106" y="244316"/>
                      <a:pt x="516731" y="286226"/>
                      <a:pt x="604361" y="351949"/>
                    </a:cubicBezTo>
                    <a:cubicBezTo>
                      <a:pt x="777716" y="481489"/>
                      <a:pt x="643414" y="626269"/>
                      <a:pt x="643414" y="626269"/>
                    </a:cubicBezTo>
                    <a:cubicBezTo>
                      <a:pt x="753904" y="571976"/>
                      <a:pt x="791051" y="406241"/>
                      <a:pt x="629126" y="297656"/>
                    </a:cubicBez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36" name="Freeform: Shape 35">
                <a:extLst>
                  <a:ext uri="{FF2B5EF4-FFF2-40B4-BE49-F238E27FC236}">
                    <a16:creationId xmlns:a16="http://schemas.microsoft.com/office/drawing/2014/main" id="{46E1F620-C48D-0EF5-633B-79CF4875CC0E}"/>
                  </a:ext>
                </a:extLst>
              </p:cNvPr>
              <p:cNvSpPr/>
              <p:nvPr/>
            </p:nvSpPr>
            <p:spPr>
              <a:xfrm>
                <a:off x="3192044" y="3031933"/>
                <a:ext cx="163345" cy="259678"/>
              </a:xfrm>
              <a:custGeom>
                <a:avLst/>
                <a:gdLst>
                  <a:gd name="connsiteX0" fmla="*/ 694849 w 742950"/>
                  <a:gd name="connsiteY0" fmla="*/ 597694 h 1181100"/>
                  <a:gd name="connsiteX1" fmla="*/ 631031 w 742950"/>
                  <a:gd name="connsiteY1" fmla="*/ 297656 h 1181100"/>
                  <a:gd name="connsiteX2" fmla="*/ 442436 w 742950"/>
                  <a:gd name="connsiteY2" fmla="*/ 9049 h 1181100"/>
                  <a:gd name="connsiteX3" fmla="*/ 442436 w 742950"/>
                  <a:gd name="connsiteY3" fmla="*/ 7144 h 1181100"/>
                  <a:gd name="connsiteX4" fmla="*/ 387191 w 742950"/>
                  <a:gd name="connsiteY4" fmla="*/ 7144 h 1181100"/>
                  <a:gd name="connsiteX5" fmla="*/ 391001 w 742950"/>
                  <a:gd name="connsiteY5" fmla="*/ 881539 h 1181100"/>
                  <a:gd name="connsiteX6" fmla="*/ 230029 w 742950"/>
                  <a:gd name="connsiteY6" fmla="*/ 820579 h 1181100"/>
                  <a:gd name="connsiteX7" fmla="*/ 7144 w 742950"/>
                  <a:gd name="connsiteY7" fmla="*/ 1008221 h 1181100"/>
                  <a:gd name="connsiteX8" fmla="*/ 230029 w 742950"/>
                  <a:gd name="connsiteY8" fmla="*/ 1174909 h 1181100"/>
                  <a:gd name="connsiteX9" fmla="*/ 443389 w 742950"/>
                  <a:gd name="connsiteY9" fmla="*/ 997744 h 1181100"/>
                  <a:gd name="connsiteX10" fmla="*/ 442436 w 742950"/>
                  <a:gd name="connsiteY10" fmla="*/ 997744 h 1181100"/>
                  <a:gd name="connsiteX11" fmla="*/ 442436 w 742950"/>
                  <a:gd name="connsiteY11" fmla="*/ 999649 h 1181100"/>
                  <a:gd name="connsiteX12" fmla="*/ 442436 w 742950"/>
                  <a:gd name="connsiteY12" fmla="*/ 999649 h 1181100"/>
                  <a:gd name="connsiteX13" fmla="*/ 442436 w 742950"/>
                  <a:gd name="connsiteY13" fmla="*/ 999649 h 1181100"/>
                  <a:gd name="connsiteX14" fmla="*/ 442436 w 742950"/>
                  <a:gd name="connsiteY14" fmla="*/ 673894 h 1181100"/>
                  <a:gd name="connsiteX15" fmla="*/ 604361 w 742950"/>
                  <a:gd name="connsiteY15" fmla="*/ 821531 h 1181100"/>
                  <a:gd name="connsiteX16" fmla="*/ 644367 w 742950"/>
                  <a:gd name="connsiteY16" fmla="*/ 1095851 h 1181100"/>
                  <a:gd name="connsiteX17" fmla="*/ 694849 w 742950"/>
                  <a:gd name="connsiteY17" fmla="*/ 832961 h 1181100"/>
                  <a:gd name="connsiteX18" fmla="*/ 694849 w 742950"/>
                  <a:gd name="connsiteY18" fmla="*/ 597694 h 1181100"/>
                  <a:gd name="connsiteX19" fmla="*/ 604361 w 742950"/>
                  <a:gd name="connsiteY19" fmla="*/ 350996 h 1181100"/>
                  <a:gd name="connsiteX20" fmla="*/ 680561 w 742950"/>
                  <a:gd name="connsiteY20" fmla="*/ 583406 h 1181100"/>
                  <a:gd name="connsiteX21" fmla="*/ 630079 w 742950"/>
                  <a:gd name="connsiteY21" fmla="*/ 532924 h 1181100"/>
                  <a:gd name="connsiteX22" fmla="*/ 441484 w 742950"/>
                  <a:gd name="connsiteY22" fmla="*/ 269081 h 1181100"/>
                  <a:gd name="connsiteX23" fmla="*/ 441484 w 742950"/>
                  <a:gd name="connsiteY23" fmla="*/ 201454 h 1181100"/>
                  <a:gd name="connsiteX24" fmla="*/ 604361 w 742950"/>
                  <a:gd name="connsiteY24" fmla="*/ 350996 h 1181100"/>
                  <a:gd name="connsiteX25" fmla="*/ 681514 w 742950"/>
                  <a:gd name="connsiteY25" fmla="*/ 817721 h 1181100"/>
                  <a:gd name="connsiteX26" fmla="*/ 631031 w 742950"/>
                  <a:gd name="connsiteY26" fmla="*/ 767239 h 1181100"/>
                  <a:gd name="connsiteX27" fmla="*/ 443389 w 742950"/>
                  <a:gd name="connsiteY27" fmla="*/ 507206 h 1181100"/>
                  <a:gd name="connsiteX28" fmla="*/ 443389 w 742950"/>
                  <a:gd name="connsiteY28" fmla="*/ 435769 h 1181100"/>
                  <a:gd name="connsiteX29" fmla="*/ 606267 w 742950"/>
                  <a:gd name="connsiteY29" fmla="*/ 585311 h 1181100"/>
                  <a:gd name="connsiteX30" fmla="*/ 681514 w 742950"/>
                  <a:gd name="connsiteY30" fmla="*/ 817721 h 1181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42950" h="1181100">
                    <a:moveTo>
                      <a:pt x="694849" y="597694"/>
                    </a:moveTo>
                    <a:cubicBezTo>
                      <a:pt x="768192" y="530066"/>
                      <a:pt x="771049" y="391001"/>
                      <a:pt x="631031" y="297656"/>
                    </a:cubicBezTo>
                    <a:cubicBezTo>
                      <a:pt x="463391" y="185261"/>
                      <a:pt x="442436" y="10001"/>
                      <a:pt x="442436" y="9049"/>
                    </a:cubicBezTo>
                    <a:lnTo>
                      <a:pt x="442436" y="7144"/>
                    </a:lnTo>
                    <a:lnTo>
                      <a:pt x="387191" y="7144"/>
                    </a:lnTo>
                    <a:lnTo>
                      <a:pt x="391001" y="881539"/>
                    </a:lnTo>
                    <a:cubicBezTo>
                      <a:pt x="351949" y="844391"/>
                      <a:pt x="294799" y="820579"/>
                      <a:pt x="230029" y="820579"/>
                    </a:cubicBezTo>
                    <a:cubicBezTo>
                      <a:pt x="111919" y="820579"/>
                      <a:pt x="7144" y="910114"/>
                      <a:pt x="7144" y="1008221"/>
                    </a:cubicBezTo>
                    <a:cubicBezTo>
                      <a:pt x="7144" y="1106329"/>
                      <a:pt x="111919" y="1174909"/>
                      <a:pt x="230029" y="1174909"/>
                    </a:cubicBezTo>
                    <a:cubicBezTo>
                      <a:pt x="347186" y="1174909"/>
                      <a:pt x="441484" y="1102519"/>
                      <a:pt x="443389" y="997744"/>
                    </a:cubicBezTo>
                    <a:lnTo>
                      <a:pt x="442436" y="997744"/>
                    </a:lnTo>
                    <a:lnTo>
                      <a:pt x="442436" y="999649"/>
                    </a:lnTo>
                    <a:cubicBezTo>
                      <a:pt x="442436" y="999649"/>
                      <a:pt x="442436" y="999649"/>
                      <a:pt x="442436" y="999649"/>
                    </a:cubicBezTo>
                    <a:cubicBezTo>
                      <a:pt x="442436" y="999649"/>
                      <a:pt x="442436" y="999649"/>
                      <a:pt x="442436" y="999649"/>
                    </a:cubicBezTo>
                    <a:lnTo>
                      <a:pt x="442436" y="673894"/>
                    </a:lnTo>
                    <a:cubicBezTo>
                      <a:pt x="470059" y="716756"/>
                      <a:pt x="518636" y="757714"/>
                      <a:pt x="604361" y="821531"/>
                    </a:cubicBezTo>
                    <a:cubicBezTo>
                      <a:pt x="777717" y="951071"/>
                      <a:pt x="644367" y="1095851"/>
                      <a:pt x="644367" y="1095851"/>
                    </a:cubicBezTo>
                    <a:cubicBezTo>
                      <a:pt x="736759" y="1051084"/>
                      <a:pt x="781526" y="933926"/>
                      <a:pt x="694849" y="832961"/>
                    </a:cubicBezTo>
                    <a:cubicBezTo>
                      <a:pt x="754856" y="777716"/>
                      <a:pt x="767239" y="681514"/>
                      <a:pt x="694849" y="597694"/>
                    </a:cubicBezTo>
                    <a:close/>
                    <a:moveTo>
                      <a:pt x="604361" y="350996"/>
                    </a:moveTo>
                    <a:cubicBezTo>
                      <a:pt x="718661" y="435769"/>
                      <a:pt x="704374" y="532924"/>
                      <a:pt x="680561" y="583406"/>
                    </a:cubicBezTo>
                    <a:cubicBezTo>
                      <a:pt x="666274" y="569119"/>
                      <a:pt x="649129" y="546259"/>
                      <a:pt x="630079" y="532924"/>
                    </a:cubicBezTo>
                    <a:cubicBezTo>
                      <a:pt x="479584" y="431959"/>
                      <a:pt x="446246" y="297656"/>
                      <a:pt x="441484" y="269081"/>
                    </a:cubicBezTo>
                    <a:lnTo>
                      <a:pt x="441484" y="201454"/>
                    </a:lnTo>
                    <a:cubicBezTo>
                      <a:pt x="468154" y="243364"/>
                      <a:pt x="516731" y="285274"/>
                      <a:pt x="604361" y="350996"/>
                    </a:cubicBezTo>
                    <a:close/>
                    <a:moveTo>
                      <a:pt x="681514" y="817721"/>
                    </a:moveTo>
                    <a:cubicBezTo>
                      <a:pt x="667226" y="803434"/>
                      <a:pt x="650081" y="780574"/>
                      <a:pt x="631031" y="767239"/>
                    </a:cubicBezTo>
                    <a:cubicBezTo>
                      <a:pt x="487204" y="671036"/>
                      <a:pt x="450056" y="545306"/>
                      <a:pt x="443389" y="507206"/>
                    </a:cubicBezTo>
                    <a:lnTo>
                      <a:pt x="443389" y="435769"/>
                    </a:lnTo>
                    <a:cubicBezTo>
                      <a:pt x="471011" y="478631"/>
                      <a:pt x="519589" y="519589"/>
                      <a:pt x="606267" y="585311"/>
                    </a:cubicBezTo>
                    <a:cubicBezTo>
                      <a:pt x="718661" y="671036"/>
                      <a:pt x="704374" y="767239"/>
                      <a:pt x="681514" y="817721"/>
                    </a:cubicBez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37" name="Freeform: Shape 36">
                <a:extLst>
                  <a:ext uri="{FF2B5EF4-FFF2-40B4-BE49-F238E27FC236}">
                    <a16:creationId xmlns:a16="http://schemas.microsoft.com/office/drawing/2014/main" id="{54609BDE-B638-1635-9517-2EAC9464835B}"/>
                  </a:ext>
                </a:extLst>
              </p:cNvPr>
              <p:cNvSpPr/>
              <p:nvPr/>
            </p:nvSpPr>
            <p:spPr>
              <a:xfrm rot="20494739">
                <a:off x="3941365" y="2547929"/>
                <a:ext cx="163345" cy="259678"/>
              </a:xfrm>
              <a:custGeom>
                <a:avLst/>
                <a:gdLst>
                  <a:gd name="connsiteX0" fmla="*/ 631031 w 742950"/>
                  <a:gd name="connsiteY0" fmla="*/ 297656 h 1181100"/>
                  <a:gd name="connsiteX1" fmla="*/ 442436 w 742950"/>
                  <a:gd name="connsiteY1" fmla="*/ 9049 h 1181100"/>
                  <a:gd name="connsiteX2" fmla="*/ 442436 w 742950"/>
                  <a:gd name="connsiteY2" fmla="*/ 7144 h 1181100"/>
                  <a:gd name="connsiteX3" fmla="*/ 387191 w 742950"/>
                  <a:gd name="connsiteY3" fmla="*/ 7144 h 1181100"/>
                  <a:gd name="connsiteX4" fmla="*/ 391001 w 742950"/>
                  <a:gd name="connsiteY4" fmla="*/ 881539 h 1181100"/>
                  <a:gd name="connsiteX5" fmla="*/ 230029 w 742950"/>
                  <a:gd name="connsiteY5" fmla="*/ 820579 h 1181100"/>
                  <a:gd name="connsiteX6" fmla="*/ 7144 w 742950"/>
                  <a:gd name="connsiteY6" fmla="*/ 1008221 h 1181100"/>
                  <a:gd name="connsiteX7" fmla="*/ 230029 w 742950"/>
                  <a:gd name="connsiteY7" fmla="*/ 1174909 h 1181100"/>
                  <a:gd name="connsiteX8" fmla="*/ 443389 w 742950"/>
                  <a:gd name="connsiteY8" fmla="*/ 997744 h 1181100"/>
                  <a:gd name="connsiteX9" fmla="*/ 442436 w 742950"/>
                  <a:gd name="connsiteY9" fmla="*/ 997744 h 1181100"/>
                  <a:gd name="connsiteX10" fmla="*/ 442436 w 742950"/>
                  <a:gd name="connsiteY10" fmla="*/ 999649 h 1181100"/>
                  <a:gd name="connsiteX11" fmla="*/ 442436 w 742950"/>
                  <a:gd name="connsiteY11" fmla="*/ 999649 h 1181100"/>
                  <a:gd name="connsiteX12" fmla="*/ 442436 w 742950"/>
                  <a:gd name="connsiteY12" fmla="*/ 999649 h 1181100"/>
                  <a:gd name="connsiteX13" fmla="*/ 441484 w 742950"/>
                  <a:gd name="connsiteY13" fmla="*/ 437674 h 1181100"/>
                  <a:gd name="connsiteX14" fmla="*/ 604361 w 742950"/>
                  <a:gd name="connsiteY14" fmla="*/ 587216 h 1181100"/>
                  <a:gd name="connsiteX15" fmla="*/ 644366 w 742950"/>
                  <a:gd name="connsiteY15" fmla="*/ 861536 h 1181100"/>
                  <a:gd name="connsiteX16" fmla="*/ 694849 w 742950"/>
                  <a:gd name="connsiteY16" fmla="*/ 598646 h 1181100"/>
                  <a:gd name="connsiteX17" fmla="*/ 631031 w 742950"/>
                  <a:gd name="connsiteY17" fmla="*/ 297656 h 1181100"/>
                  <a:gd name="connsiteX18" fmla="*/ 630079 w 742950"/>
                  <a:gd name="connsiteY18" fmla="*/ 531971 h 1181100"/>
                  <a:gd name="connsiteX19" fmla="*/ 441484 w 742950"/>
                  <a:gd name="connsiteY19" fmla="*/ 268129 h 1181100"/>
                  <a:gd name="connsiteX20" fmla="*/ 441484 w 742950"/>
                  <a:gd name="connsiteY20" fmla="*/ 200501 h 1181100"/>
                  <a:gd name="connsiteX21" fmla="*/ 605314 w 742950"/>
                  <a:gd name="connsiteY21" fmla="*/ 350996 h 1181100"/>
                  <a:gd name="connsiteX22" fmla="*/ 681514 w 742950"/>
                  <a:gd name="connsiteY22" fmla="*/ 583406 h 1181100"/>
                  <a:gd name="connsiteX23" fmla="*/ 630079 w 742950"/>
                  <a:gd name="connsiteY23" fmla="*/ 531971 h 1181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42950" h="1181100">
                    <a:moveTo>
                      <a:pt x="631031" y="297656"/>
                    </a:moveTo>
                    <a:cubicBezTo>
                      <a:pt x="463391" y="185261"/>
                      <a:pt x="442436" y="10001"/>
                      <a:pt x="442436" y="9049"/>
                    </a:cubicBezTo>
                    <a:lnTo>
                      <a:pt x="442436" y="7144"/>
                    </a:lnTo>
                    <a:lnTo>
                      <a:pt x="387191" y="7144"/>
                    </a:lnTo>
                    <a:lnTo>
                      <a:pt x="391001" y="881539"/>
                    </a:lnTo>
                    <a:cubicBezTo>
                      <a:pt x="351949" y="844391"/>
                      <a:pt x="294799" y="820579"/>
                      <a:pt x="230029" y="820579"/>
                    </a:cubicBezTo>
                    <a:cubicBezTo>
                      <a:pt x="111919" y="820579"/>
                      <a:pt x="7144" y="910114"/>
                      <a:pt x="7144" y="1008221"/>
                    </a:cubicBezTo>
                    <a:cubicBezTo>
                      <a:pt x="7144" y="1106329"/>
                      <a:pt x="111919" y="1174909"/>
                      <a:pt x="230029" y="1174909"/>
                    </a:cubicBezTo>
                    <a:cubicBezTo>
                      <a:pt x="347186" y="1174909"/>
                      <a:pt x="441484" y="1102519"/>
                      <a:pt x="443389" y="997744"/>
                    </a:cubicBezTo>
                    <a:lnTo>
                      <a:pt x="442436" y="997744"/>
                    </a:lnTo>
                    <a:lnTo>
                      <a:pt x="442436" y="999649"/>
                    </a:lnTo>
                    <a:cubicBezTo>
                      <a:pt x="442436" y="999649"/>
                      <a:pt x="442436" y="999649"/>
                      <a:pt x="442436" y="999649"/>
                    </a:cubicBezTo>
                    <a:cubicBezTo>
                      <a:pt x="442436" y="999649"/>
                      <a:pt x="442436" y="999649"/>
                      <a:pt x="442436" y="999649"/>
                    </a:cubicBezTo>
                    <a:lnTo>
                      <a:pt x="441484" y="437674"/>
                    </a:lnTo>
                    <a:cubicBezTo>
                      <a:pt x="469106" y="480536"/>
                      <a:pt x="517684" y="521494"/>
                      <a:pt x="604361" y="587216"/>
                    </a:cubicBezTo>
                    <a:cubicBezTo>
                      <a:pt x="777716" y="716756"/>
                      <a:pt x="644366" y="861536"/>
                      <a:pt x="644366" y="861536"/>
                    </a:cubicBezTo>
                    <a:cubicBezTo>
                      <a:pt x="736759" y="816769"/>
                      <a:pt x="781526" y="699611"/>
                      <a:pt x="694849" y="598646"/>
                    </a:cubicBezTo>
                    <a:cubicBezTo>
                      <a:pt x="768191" y="530066"/>
                      <a:pt x="771049" y="391001"/>
                      <a:pt x="631031" y="297656"/>
                    </a:cubicBezTo>
                    <a:close/>
                    <a:moveTo>
                      <a:pt x="630079" y="531971"/>
                    </a:moveTo>
                    <a:cubicBezTo>
                      <a:pt x="479584" y="431006"/>
                      <a:pt x="446246" y="296704"/>
                      <a:pt x="441484" y="268129"/>
                    </a:cubicBezTo>
                    <a:lnTo>
                      <a:pt x="441484" y="200501"/>
                    </a:lnTo>
                    <a:cubicBezTo>
                      <a:pt x="469106" y="243364"/>
                      <a:pt x="516731" y="285274"/>
                      <a:pt x="605314" y="350996"/>
                    </a:cubicBezTo>
                    <a:cubicBezTo>
                      <a:pt x="719614" y="435769"/>
                      <a:pt x="705326" y="532924"/>
                      <a:pt x="681514" y="583406"/>
                    </a:cubicBezTo>
                    <a:cubicBezTo>
                      <a:pt x="666274" y="569119"/>
                      <a:pt x="650081" y="545306"/>
                      <a:pt x="630079" y="531971"/>
                    </a:cubicBez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38" name="Freeform: Shape 37">
                <a:extLst>
                  <a:ext uri="{FF2B5EF4-FFF2-40B4-BE49-F238E27FC236}">
                    <a16:creationId xmlns:a16="http://schemas.microsoft.com/office/drawing/2014/main" id="{D4D82510-0C4D-58BD-D6C4-2C27B73E9EE5}"/>
                  </a:ext>
                </a:extLst>
              </p:cNvPr>
              <p:cNvSpPr/>
              <p:nvPr/>
            </p:nvSpPr>
            <p:spPr>
              <a:xfrm>
                <a:off x="3683062" y="2735336"/>
                <a:ext cx="98427" cy="84196"/>
              </a:xfrm>
              <a:custGeom>
                <a:avLst/>
                <a:gdLst>
                  <a:gd name="connsiteX0" fmla="*/ 398622 w 790575"/>
                  <a:gd name="connsiteY0" fmla="*/ 114776 h 676275"/>
                  <a:gd name="connsiteX1" fmla="*/ 682466 w 790575"/>
                  <a:gd name="connsiteY1" fmla="*/ 341471 h 676275"/>
                  <a:gd name="connsiteX2" fmla="*/ 398622 w 790575"/>
                  <a:gd name="connsiteY2" fmla="*/ 568166 h 676275"/>
                  <a:gd name="connsiteX3" fmla="*/ 114776 w 790575"/>
                  <a:gd name="connsiteY3" fmla="*/ 341471 h 676275"/>
                  <a:gd name="connsiteX4" fmla="*/ 398622 w 790575"/>
                  <a:gd name="connsiteY4" fmla="*/ 114776 h 676275"/>
                  <a:gd name="connsiteX5" fmla="*/ 398622 w 790575"/>
                  <a:gd name="connsiteY5" fmla="*/ 7144 h 676275"/>
                  <a:gd name="connsiteX6" fmla="*/ 7144 w 790575"/>
                  <a:gd name="connsiteY6" fmla="*/ 341471 h 676275"/>
                  <a:gd name="connsiteX7" fmla="*/ 398622 w 790575"/>
                  <a:gd name="connsiteY7" fmla="*/ 675799 h 676275"/>
                  <a:gd name="connsiteX8" fmla="*/ 790099 w 790575"/>
                  <a:gd name="connsiteY8" fmla="*/ 341471 h 676275"/>
                  <a:gd name="connsiteX9" fmla="*/ 398622 w 790575"/>
                  <a:gd name="connsiteY9" fmla="*/ 7144 h 676275"/>
                  <a:gd name="connsiteX10" fmla="*/ 398622 w 790575"/>
                  <a:gd name="connsiteY10" fmla="*/ 7144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0575" h="676275">
                    <a:moveTo>
                      <a:pt x="398622" y="114776"/>
                    </a:moveTo>
                    <a:cubicBezTo>
                      <a:pt x="560547" y="114776"/>
                      <a:pt x="682466" y="216694"/>
                      <a:pt x="682466" y="341471"/>
                    </a:cubicBezTo>
                    <a:cubicBezTo>
                      <a:pt x="682466" y="466249"/>
                      <a:pt x="560547" y="568166"/>
                      <a:pt x="398622" y="568166"/>
                    </a:cubicBezTo>
                    <a:cubicBezTo>
                      <a:pt x="236697" y="568166"/>
                      <a:pt x="114776" y="466249"/>
                      <a:pt x="114776" y="341471"/>
                    </a:cubicBezTo>
                    <a:cubicBezTo>
                      <a:pt x="113824" y="216694"/>
                      <a:pt x="236697" y="114776"/>
                      <a:pt x="398622" y="114776"/>
                    </a:cubicBezTo>
                    <a:moveTo>
                      <a:pt x="398622" y="7144"/>
                    </a:moveTo>
                    <a:cubicBezTo>
                      <a:pt x="176689" y="7144"/>
                      <a:pt x="7144" y="156686"/>
                      <a:pt x="7144" y="341471"/>
                    </a:cubicBezTo>
                    <a:cubicBezTo>
                      <a:pt x="7144" y="526256"/>
                      <a:pt x="177641" y="675799"/>
                      <a:pt x="398622" y="675799"/>
                    </a:cubicBezTo>
                    <a:cubicBezTo>
                      <a:pt x="620554" y="675799"/>
                      <a:pt x="790099" y="526256"/>
                      <a:pt x="790099" y="341471"/>
                    </a:cubicBezTo>
                    <a:cubicBezTo>
                      <a:pt x="790099" y="156686"/>
                      <a:pt x="619601" y="7144"/>
                      <a:pt x="398622" y="7144"/>
                    </a:cubicBezTo>
                    <a:lnTo>
                      <a:pt x="398622" y="7144"/>
                    </a:ln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39" name="Freeform: Shape 38">
                <a:extLst>
                  <a:ext uri="{FF2B5EF4-FFF2-40B4-BE49-F238E27FC236}">
                    <a16:creationId xmlns:a16="http://schemas.microsoft.com/office/drawing/2014/main" id="{886DC24D-BBAD-C5F7-9625-3AEB099B2D9C}"/>
                  </a:ext>
                </a:extLst>
              </p:cNvPr>
              <p:cNvSpPr/>
              <p:nvPr/>
            </p:nvSpPr>
            <p:spPr>
              <a:xfrm>
                <a:off x="2748418" y="3086520"/>
                <a:ext cx="131988" cy="139188"/>
              </a:xfrm>
              <a:custGeom>
                <a:avLst/>
                <a:gdLst>
                  <a:gd name="connsiteX0" fmla="*/ 1046321 w 1047750"/>
                  <a:gd name="connsiteY0" fmla="*/ 419576 h 1104900"/>
                  <a:gd name="connsiteX1" fmla="*/ 1046321 w 1047750"/>
                  <a:gd name="connsiteY1" fmla="*/ 311944 h 1104900"/>
                  <a:gd name="connsiteX2" fmla="*/ 759619 w 1047750"/>
                  <a:gd name="connsiteY2" fmla="*/ 311944 h 1104900"/>
                  <a:gd name="connsiteX3" fmla="*/ 759619 w 1047750"/>
                  <a:gd name="connsiteY3" fmla="*/ 7144 h 1104900"/>
                  <a:gd name="connsiteX4" fmla="*/ 651986 w 1047750"/>
                  <a:gd name="connsiteY4" fmla="*/ 7144 h 1104900"/>
                  <a:gd name="connsiteX5" fmla="*/ 651986 w 1047750"/>
                  <a:gd name="connsiteY5" fmla="*/ 311944 h 1104900"/>
                  <a:gd name="connsiteX6" fmla="*/ 383381 w 1047750"/>
                  <a:gd name="connsiteY6" fmla="*/ 311944 h 1104900"/>
                  <a:gd name="connsiteX7" fmla="*/ 383381 w 1047750"/>
                  <a:gd name="connsiteY7" fmla="*/ 78581 h 1104900"/>
                  <a:gd name="connsiteX8" fmla="*/ 275749 w 1047750"/>
                  <a:gd name="connsiteY8" fmla="*/ 78581 h 1104900"/>
                  <a:gd name="connsiteX9" fmla="*/ 275749 w 1047750"/>
                  <a:gd name="connsiteY9" fmla="*/ 310991 h 1104900"/>
                  <a:gd name="connsiteX10" fmla="*/ 7144 w 1047750"/>
                  <a:gd name="connsiteY10" fmla="*/ 310991 h 1104900"/>
                  <a:gd name="connsiteX11" fmla="*/ 7144 w 1047750"/>
                  <a:gd name="connsiteY11" fmla="*/ 418624 h 1104900"/>
                  <a:gd name="connsiteX12" fmla="*/ 275749 w 1047750"/>
                  <a:gd name="connsiteY12" fmla="*/ 418624 h 1104900"/>
                  <a:gd name="connsiteX13" fmla="*/ 275749 w 1047750"/>
                  <a:gd name="connsiteY13" fmla="*/ 705326 h 1104900"/>
                  <a:gd name="connsiteX14" fmla="*/ 7144 w 1047750"/>
                  <a:gd name="connsiteY14" fmla="*/ 705326 h 1104900"/>
                  <a:gd name="connsiteX15" fmla="*/ 7144 w 1047750"/>
                  <a:gd name="connsiteY15" fmla="*/ 812959 h 1104900"/>
                  <a:gd name="connsiteX16" fmla="*/ 275749 w 1047750"/>
                  <a:gd name="connsiteY16" fmla="*/ 812959 h 1104900"/>
                  <a:gd name="connsiteX17" fmla="*/ 275749 w 1047750"/>
                  <a:gd name="connsiteY17" fmla="*/ 1099661 h 1104900"/>
                  <a:gd name="connsiteX18" fmla="*/ 383381 w 1047750"/>
                  <a:gd name="connsiteY18" fmla="*/ 1099661 h 1104900"/>
                  <a:gd name="connsiteX19" fmla="*/ 383381 w 1047750"/>
                  <a:gd name="connsiteY19" fmla="*/ 812959 h 1104900"/>
                  <a:gd name="connsiteX20" fmla="*/ 651986 w 1047750"/>
                  <a:gd name="connsiteY20" fmla="*/ 812959 h 1104900"/>
                  <a:gd name="connsiteX21" fmla="*/ 651986 w 1047750"/>
                  <a:gd name="connsiteY21" fmla="*/ 1028224 h 1104900"/>
                  <a:gd name="connsiteX22" fmla="*/ 759619 w 1047750"/>
                  <a:gd name="connsiteY22" fmla="*/ 1028224 h 1104900"/>
                  <a:gd name="connsiteX23" fmla="*/ 759619 w 1047750"/>
                  <a:gd name="connsiteY23" fmla="*/ 812959 h 1104900"/>
                  <a:gd name="connsiteX24" fmla="*/ 1046321 w 1047750"/>
                  <a:gd name="connsiteY24" fmla="*/ 812959 h 1104900"/>
                  <a:gd name="connsiteX25" fmla="*/ 1046321 w 1047750"/>
                  <a:gd name="connsiteY25" fmla="*/ 705326 h 1104900"/>
                  <a:gd name="connsiteX26" fmla="*/ 759619 w 1047750"/>
                  <a:gd name="connsiteY26" fmla="*/ 705326 h 1104900"/>
                  <a:gd name="connsiteX27" fmla="*/ 759619 w 1047750"/>
                  <a:gd name="connsiteY27" fmla="*/ 419576 h 1104900"/>
                  <a:gd name="connsiteX28" fmla="*/ 1046321 w 1047750"/>
                  <a:gd name="connsiteY28" fmla="*/ 419576 h 1104900"/>
                  <a:gd name="connsiteX29" fmla="*/ 651986 w 1047750"/>
                  <a:gd name="connsiteY29" fmla="*/ 705326 h 1104900"/>
                  <a:gd name="connsiteX30" fmla="*/ 383381 w 1047750"/>
                  <a:gd name="connsiteY30" fmla="*/ 705326 h 1104900"/>
                  <a:gd name="connsiteX31" fmla="*/ 383381 w 1047750"/>
                  <a:gd name="connsiteY31" fmla="*/ 419576 h 1104900"/>
                  <a:gd name="connsiteX32" fmla="*/ 651986 w 1047750"/>
                  <a:gd name="connsiteY32" fmla="*/ 419576 h 1104900"/>
                  <a:gd name="connsiteX33" fmla="*/ 651986 w 1047750"/>
                  <a:gd name="connsiteY33" fmla="*/ 705326 h 110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47750" h="1104900">
                    <a:moveTo>
                      <a:pt x="1046321" y="419576"/>
                    </a:moveTo>
                    <a:lnTo>
                      <a:pt x="1046321" y="311944"/>
                    </a:lnTo>
                    <a:lnTo>
                      <a:pt x="759619" y="311944"/>
                    </a:lnTo>
                    <a:lnTo>
                      <a:pt x="759619" y="7144"/>
                    </a:lnTo>
                    <a:lnTo>
                      <a:pt x="651986" y="7144"/>
                    </a:lnTo>
                    <a:lnTo>
                      <a:pt x="651986" y="311944"/>
                    </a:lnTo>
                    <a:lnTo>
                      <a:pt x="383381" y="311944"/>
                    </a:lnTo>
                    <a:lnTo>
                      <a:pt x="383381" y="78581"/>
                    </a:lnTo>
                    <a:lnTo>
                      <a:pt x="275749" y="78581"/>
                    </a:lnTo>
                    <a:lnTo>
                      <a:pt x="275749" y="310991"/>
                    </a:lnTo>
                    <a:lnTo>
                      <a:pt x="7144" y="310991"/>
                    </a:lnTo>
                    <a:lnTo>
                      <a:pt x="7144" y="418624"/>
                    </a:lnTo>
                    <a:lnTo>
                      <a:pt x="275749" y="418624"/>
                    </a:lnTo>
                    <a:lnTo>
                      <a:pt x="275749" y="705326"/>
                    </a:lnTo>
                    <a:lnTo>
                      <a:pt x="7144" y="705326"/>
                    </a:lnTo>
                    <a:lnTo>
                      <a:pt x="7144" y="812959"/>
                    </a:lnTo>
                    <a:lnTo>
                      <a:pt x="275749" y="812959"/>
                    </a:lnTo>
                    <a:lnTo>
                      <a:pt x="275749" y="1099661"/>
                    </a:lnTo>
                    <a:lnTo>
                      <a:pt x="383381" y="1099661"/>
                    </a:lnTo>
                    <a:lnTo>
                      <a:pt x="383381" y="812959"/>
                    </a:lnTo>
                    <a:lnTo>
                      <a:pt x="651986" y="812959"/>
                    </a:lnTo>
                    <a:lnTo>
                      <a:pt x="651986" y="1028224"/>
                    </a:lnTo>
                    <a:lnTo>
                      <a:pt x="759619" y="1028224"/>
                    </a:lnTo>
                    <a:lnTo>
                      <a:pt x="759619" y="812959"/>
                    </a:lnTo>
                    <a:lnTo>
                      <a:pt x="1046321" y="812959"/>
                    </a:lnTo>
                    <a:lnTo>
                      <a:pt x="1046321" y="705326"/>
                    </a:lnTo>
                    <a:lnTo>
                      <a:pt x="759619" y="705326"/>
                    </a:lnTo>
                    <a:lnTo>
                      <a:pt x="759619" y="419576"/>
                    </a:lnTo>
                    <a:lnTo>
                      <a:pt x="1046321" y="419576"/>
                    </a:lnTo>
                    <a:close/>
                    <a:moveTo>
                      <a:pt x="651986" y="705326"/>
                    </a:moveTo>
                    <a:lnTo>
                      <a:pt x="383381" y="705326"/>
                    </a:lnTo>
                    <a:lnTo>
                      <a:pt x="383381" y="419576"/>
                    </a:lnTo>
                    <a:lnTo>
                      <a:pt x="651986" y="419576"/>
                    </a:lnTo>
                    <a:lnTo>
                      <a:pt x="651986" y="705326"/>
                    </a:ln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40" name="Freeform: Shape 39">
                <a:extLst>
                  <a:ext uri="{FF2B5EF4-FFF2-40B4-BE49-F238E27FC236}">
                    <a16:creationId xmlns:a16="http://schemas.microsoft.com/office/drawing/2014/main" id="{C62DE654-3F78-68EE-5A91-908851752B57}"/>
                  </a:ext>
                </a:extLst>
              </p:cNvPr>
              <p:cNvSpPr/>
              <p:nvPr/>
            </p:nvSpPr>
            <p:spPr>
              <a:xfrm rot="1970394">
                <a:off x="4284386" y="2508147"/>
                <a:ext cx="178005" cy="286902"/>
              </a:xfrm>
              <a:custGeom>
                <a:avLst/>
                <a:gdLst>
                  <a:gd name="connsiteX0" fmla="*/ 657701 w 809625"/>
                  <a:gd name="connsiteY0" fmla="*/ 150019 h 1304925"/>
                  <a:gd name="connsiteX1" fmla="*/ 392906 w 809625"/>
                  <a:gd name="connsiteY1" fmla="*/ 322421 h 1304925"/>
                  <a:gd name="connsiteX2" fmla="*/ 403384 w 809625"/>
                  <a:gd name="connsiteY2" fmla="*/ 260509 h 1304925"/>
                  <a:gd name="connsiteX3" fmla="*/ 205264 w 809625"/>
                  <a:gd name="connsiteY3" fmla="*/ 62389 h 1304925"/>
                  <a:gd name="connsiteX4" fmla="*/ 7144 w 809625"/>
                  <a:gd name="connsiteY4" fmla="*/ 260509 h 1304925"/>
                  <a:gd name="connsiteX5" fmla="*/ 8096 w 809625"/>
                  <a:gd name="connsiteY5" fmla="*/ 282416 h 1304925"/>
                  <a:gd name="connsiteX6" fmla="*/ 28099 w 809625"/>
                  <a:gd name="connsiteY6" fmla="*/ 369094 h 1304925"/>
                  <a:gd name="connsiteX7" fmla="*/ 251936 w 809625"/>
                  <a:gd name="connsiteY7" fmla="*/ 466249 h 1304925"/>
                  <a:gd name="connsiteX8" fmla="*/ 593884 w 809625"/>
                  <a:gd name="connsiteY8" fmla="*/ 334804 h 1304925"/>
                  <a:gd name="connsiteX9" fmla="*/ 353854 w 809625"/>
                  <a:gd name="connsiteY9" fmla="*/ 1273016 h 1304925"/>
                  <a:gd name="connsiteX10" fmla="*/ 457676 w 809625"/>
                  <a:gd name="connsiteY10" fmla="*/ 1300639 h 1304925"/>
                  <a:gd name="connsiteX11" fmla="*/ 804386 w 809625"/>
                  <a:gd name="connsiteY11" fmla="*/ 7144 h 1304925"/>
                  <a:gd name="connsiteX12" fmla="*/ 657701 w 809625"/>
                  <a:gd name="connsiteY12" fmla="*/ 150019 h 130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9625" h="1304925">
                    <a:moveTo>
                      <a:pt x="657701" y="150019"/>
                    </a:moveTo>
                    <a:cubicBezTo>
                      <a:pt x="656749" y="150971"/>
                      <a:pt x="568167" y="260509"/>
                      <a:pt x="392906" y="322421"/>
                    </a:cubicBezTo>
                    <a:cubicBezTo>
                      <a:pt x="399574" y="302419"/>
                      <a:pt x="403384" y="282416"/>
                      <a:pt x="403384" y="260509"/>
                    </a:cubicBezTo>
                    <a:cubicBezTo>
                      <a:pt x="403384" y="150971"/>
                      <a:pt x="314801" y="62389"/>
                      <a:pt x="205264" y="62389"/>
                    </a:cubicBezTo>
                    <a:cubicBezTo>
                      <a:pt x="95726" y="62389"/>
                      <a:pt x="7144" y="150971"/>
                      <a:pt x="7144" y="260509"/>
                    </a:cubicBezTo>
                    <a:cubicBezTo>
                      <a:pt x="7144" y="268129"/>
                      <a:pt x="8096" y="275749"/>
                      <a:pt x="8096" y="282416"/>
                    </a:cubicBezTo>
                    <a:cubicBezTo>
                      <a:pt x="8096" y="311944"/>
                      <a:pt x="14764" y="342424"/>
                      <a:pt x="28099" y="369094"/>
                    </a:cubicBezTo>
                    <a:cubicBezTo>
                      <a:pt x="46196" y="404336"/>
                      <a:pt x="104299" y="484346"/>
                      <a:pt x="251936" y="466249"/>
                    </a:cubicBezTo>
                    <a:cubicBezTo>
                      <a:pt x="403384" y="447199"/>
                      <a:pt x="507206" y="389096"/>
                      <a:pt x="593884" y="334804"/>
                    </a:cubicBezTo>
                    <a:lnTo>
                      <a:pt x="353854" y="1273016"/>
                    </a:lnTo>
                    <a:lnTo>
                      <a:pt x="457676" y="1300639"/>
                    </a:lnTo>
                    <a:lnTo>
                      <a:pt x="804386" y="7144"/>
                    </a:lnTo>
                    <a:lnTo>
                      <a:pt x="657701" y="150019"/>
                    </a:ln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grpSp>
            <p:nvGrpSpPr>
              <p:cNvPr id="41" name="Group 40">
                <a:extLst>
                  <a:ext uri="{FF2B5EF4-FFF2-40B4-BE49-F238E27FC236}">
                    <a16:creationId xmlns:a16="http://schemas.microsoft.com/office/drawing/2014/main" id="{762FD405-87FF-CCFF-A76D-B265BD29E65D}"/>
                  </a:ext>
                </a:extLst>
              </p:cNvPr>
              <p:cNvGrpSpPr/>
              <p:nvPr/>
            </p:nvGrpSpPr>
            <p:grpSpPr>
              <a:xfrm>
                <a:off x="3796502" y="2925638"/>
                <a:ext cx="227698" cy="212588"/>
                <a:chOff x="3081888" y="3373426"/>
                <a:chExt cx="1571111" cy="1466850"/>
              </a:xfrm>
              <a:grpFill/>
            </p:grpSpPr>
            <p:sp>
              <p:nvSpPr>
                <p:cNvPr id="63" name="Freeform: Shape 62">
                  <a:extLst>
                    <a:ext uri="{FF2B5EF4-FFF2-40B4-BE49-F238E27FC236}">
                      <a16:creationId xmlns:a16="http://schemas.microsoft.com/office/drawing/2014/main" id="{C54DB3D6-FC79-9058-2EA6-C40B693BF5AE}"/>
                    </a:ext>
                  </a:extLst>
                </p:cNvPr>
                <p:cNvSpPr/>
                <p:nvPr/>
              </p:nvSpPr>
              <p:spPr>
                <a:xfrm>
                  <a:off x="4376774" y="3684380"/>
                  <a:ext cx="276225" cy="276225"/>
                </a:xfrm>
                <a:custGeom>
                  <a:avLst/>
                  <a:gdLst>
                    <a:gd name="connsiteX0" fmla="*/ 142399 w 276225"/>
                    <a:gd name="connsiteY0" fmla="*/ 277654 h 276225"/>
                    <a:gd name="connsiteX1" fmla="*/ 277654 w 276225"/>
                    <a:gd name="connsiteY1" fmla="*/ 142399 h 276225"/>
                    <a:gd name="connsiteX2" fmla="*/ 142399 w 276225"/>
                    <a:gd name="connsiteY2" fmla="*/ 7144 h 276225"/>
                    <a:gd name="connsiteX3" fmla="*/ 7144 w 276225"/>
                    <a:gd name="connsiteY3" fmla="*/ 142399 h 276225"/>
                    <a:gd name="connsiteX4" fmla="*/ 142399 w 276225"/>
                    <a:gd name="connsiteY4" fmla="*/ 277654 h 276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225" h="276225">
                      <a:moveTo>
                        <a:pt x="142399" y="277654"/>
                      </a:moveTo>
                      <a:cubicBezTo>
                        <a:pt x="216694" y="277654"/>
                        <a:pt x="277654" y="217646"/>
                        <a:pt x="277654" y="142399"/>
                      </a:cubicBezTo>
                      <a:cubicBezTo>
                        <a:pt x="277654" y="68104"/>
                        <a:pt x="217646" y="7144"/>
                        <a:pt x="142399" y="7144"/>
                      </a:cubicBezTo>
                      <a:cubicBezTo>
                        <a:pt x="67151" y="7144"/>
                        <a:pt x="7144" y="67151"/>
                        <a:pt x="7144" y="142399"/>
                      </a:cubicBezTo>
                      <a:cubicBezTo>
                        <a:pt x="8096" y="216694"/>
                        <a:pt x="68104" y="277654"/>
                        <a:pt x="142399" y="277654"/>
                      </a:cubicBez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64" name="Freeform: Shape 63">
                  <a:extLst>
                    <a:ext uri="{FF2B5EF4-FFF2-40B4-BE49-F238E27FC236}">
                      <a16:creationId xmlns:a16="http://schemas.microsoft.com/office/drawing/2014/main" id="{89560F60-3DBE-9E23-2DBC-CEBE62AA70E6}"/>
                    </a:ext>
                  </a:extLst>
                </p:cNvPr>
                <p:cNvSpPr/>
                <p:nvPr/>
              </p:nvSpPr>
              <p:spPr>
                <a:xfrm>
                  <a:off x="4376774" y="4124435"/>
                  <a:ext cx="276225" cy="276225"/>
                </a:xfrm>
                <a:custGeom>
                  <a:avLst/>
                  <a:gdLst>
                    <a:gd name="connsiteX0" fmla="*/ 142399 w 276225"/>
                    <a:gd name="connsiteY0" fmla="*/ 7144 h 276225"/>
                    <a:gd name="connsiteX1" fmla="*/ 7144 w 276225"/>
                    <a:gd name="connsiteY1" fmla="*/ 142399 h 276225"/>
                    <a:gd name="connsiteX2" fmla="*/ 142399 w 276225"/>
                    <a:gd name="connsiteY2" fmla="*/ 277654 h 276225"/>
                    <a:gd name="connsiteX3" fmla="*/ 277654 w 276225"/>
                    <a:gd name="connsiteY3" fmla="*/ 142399 h 276225"/>
                    <a:gd name="connsiteX4" fmla="*/ 142399 w 276225"/>
                    <a:gd name="connsiteY4" fmla="*/ 7144 h 276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225" h="276225">
                      <a:moveTo>
                        <a:pt x="142399" y="7144"/>
                      </a:moveTo>
                      <a:cubicBezTo>
                        <a:pt x="68104" y="7144"/>
                        <a:pt x="7144" y="67151"/>
                        <a:pt x="7144" y="142399"/>
                      </a:cubicBezTo>
                      <a:cubicBezTo>
                        <a:pt x="7144" y="216694"/>
                        <a:pt x="67151" y="277654"/>
                        <a:pt x="142399" y="277654"/>
                      </a:cubicBezTo>
                      <a:cubicBezTo>
                        <a:pt x="217646" y="277654"/>
                        <a:pt x="277654" y="217646"/>
                        <a:pt x="277654" y="142399"/>
                      </a:cubicBezTo>
                      <a:cubicBezTo>
                        <a:pt x="277654" y="68104"/>
                        <a:pt x="217646" y="7144"/>
                        <a:pt x="142399" y="7144"/>
                      </a:cubicBez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pic>
              <p:nvPicPr>
                <p:cNvPr id="65" name="Graphic 43">
                  <a:extLst>
                    <a:ext uri="{FF2B5EF4-FFF2-40B4-BE49-F238E27FC236}">
                      <a16:creationId xmlns:a16="http://schemas.microsoft.com/office/drawing/2014/main" id="{6DA4D5D5-7F79-5837-12C0-57E3AFFA6C01}"/>
                    </a:ext>
                  </a:extLst>
                </p:cNvPr>
                <p:cNvPicPr>
                  <a:picLocks noChangeAspect="1"/>
                </p:cNvPicPr>
                <p:nvPr/>
              </p:nvPicPr>
              <p:blipFill>
                <a:blip r:embed="rId3"/>
                <a:stretch>
                  <a:fillRect/>
                </a:stretch>
              </p:blipFill>
              <p:spPr>
                <a:xfrm>
                  <a:off x="3081888" y="3373426"/>
                  <a:ext cx="1247775" cy="1466850"/>
                </a:xfrm>
                <a:prstGeom prst="rect">
                  <a:avLst/>
                </a:prstGeom>
              </p:spPr>
              <p:style>
                <a:lnRef idx="1">
                  <a:schemeClr val="dk1"/>
                </a:lnRef>
                <a:fillRef idx="3">
                  <a:schemeClr val="dk1"/>
                </a:fillRef>
                <a:effectRef idx="2">
                  <a:schemeClr val="dk1"/>
                </a:effectRef>
                <a:fontRef idx="minor">
                  <a:schemeClr val="lt1"/>
                </a:fontRef>
              </p:style>
            </p:pic>
          </p:grpSp>
          <p:pic>
            <p:nvPicPr>
              <p:cNvPr id="42" name="Graphic 30">
                <a:extLst>
                  <a:ext uri="{FF2B5EF4-FFF2-40B4-BE49-F238E27FC236}">
                    <a16:creationId xmlns:a16="http://schemas.microsoft.com/office/drawing/2014/main" id="{A8D38080-28E8-E2AB-75CB-7ABBC79CC168}"/>
                  </a:ext>
                </a:extLst>
              </p:cNvPr>
              <p:cNvPicPr>
                <a:picLocks noChangeAspect="1"/>
              </p:cNvPicPr>
              <p:nvPr/>
            </p:nvPicPr>
            <p:blipFill>
              <a:blip r:embed="rId4"/>
              <a:stretch>
                <a:fillRect/>
              </a:stretch>
            </p:blipFill>
            <p:spPr>
              <a:xfrm>
                <a:off x="2980711" y="2711219"/>
                <a:ext cx="177523" cy="499563"/>
              </a:xfrm>
              <a:prstGeom prst="rect">
                <a:avLst/>
              </a:prstGeom>
            </p:spPr>
            <p:style>
              <a:lnRef idx="1">
                <a:schemeClr val="dk1"/>
              </a:lnRef>
              <a:fillRef idx="3">
                <a:schemeClr val="dk1"/>
              </a:fillRef>
              <a:effectRef idx="2">
                <a:schemeClr val="dk1"/>
              </a:effectRef>
              <a:fontRef idx="minor">
                <a:schemeClr val="lt1"/>
              </a:fontRef>
            </p:style>
          </p:pic>
          <p:sp>
            <p:nvSpPr>
              <p:cNvPr id="43" name="Freeform: Shape 42">
                <a:extLst>
                  <a:ext uri="{FF2B5EF4-FFF2-40B4-BE49-F238E27FC236}">
                    <a16:creationId xmlns:a16="http://schemas.microsoft.com/office/drawing/2014/main" id="{80CB0578-9EA5-A71D-766C-7839F53191B9}"/>
                  </a:ext>
                </a:extLst>
              </p:cNvPr>
              <p:cNvSpPr/>
              <p:nvPr/>
            </p:nvSpPr>
            <p:spPr>
              <a:xfrm>
                <a:off x="3774015" y="2379258"/>
                <a:ext cx="98426" cy="251534"/>
              </a:xfrm>
              <a:custGeom>
                <a:avLst/>
                <a:gdLst>
                  <a:gd name="connsiteX0" fmla="*/ 6304 w 457699"/>
                  <a:gd name="connsiteY0" fmla="*/ 1169508 h 1169675"/>
                  <a:gd name="connsiteX1" fmla="*/ 1681 w 457699"/>
                  <a:gd name="connsiteY1" fmla="*/ 1164884 h 1169675"/>
                  <a:gd name="connsiteX2" fmla="*/ 1681 w 457699"/>
                  <a:gd name="connsiteY2" fmla="*/ 1134371 h 1169675"/>
                  <a:gd name="connsiteX3" fmla="*/ 1681 w 457699"/>
                  <a:gd name="connsiteY3" fmla="*/ 1115416 h 1169675"/>
                  <a:gd name="connsiteX4" fmla="*/ 5842 w 457699"/>
                  <a:gd name="connsiteY4" fmla="*/ 6304 h 1169675"/>
                  <a:gd name="connsiteX5" fmla="*/ 10465 w 457699"/>
                  <a:gd name="connsiteY5" fmla="*/ 1681 h 1169675"/>
                  <a:gd name="connsiteX6" fmla="*/ 70567 w 457699"/>
                  <a:gd name="connsiteY6" fmla="*/ 1681 h 1169675"/>
                  <a:gd name="connsiteX7" fmla="*/ 75190 w 457699"/>
                  <a:gd name="connsiteY7" fmla="*/ 6304 h 1169675"/>
                  <a:gd name="connsiteX8" fmla="*/ 71492 w 457699"/>
                  <a:gd name="connsiteY8" fmla="*/ 832012 h 1169675"/>
                  <a:gd name="connsiteX9" fmla="*/ 131131 w 457699"/>
                  <a:gd name="connsiteY9" fmla="*/ 774222 h 1169675"/>
                  <a:gd name="connsiteX10" fmla="*/ 261969 w 457699"/>
                  <a:gd name="connsiteY10" fmla="*/ 734924 h 1169675"/>
                  <a:gd name="connsiteX11" fmla="*/ 444586 w 457699"/>
                  <a:gd name="connsiteY11" fmla="*/ 844957 h 1169675"/>
                  <a:gd name="connsiteX12" fmla="*/ 301266 w 457699"/>
                  <a:gd name="connsiteY12" fmla="*/ 1140844 h 1169675"/>
                  <a:gd name="connsiteX13" fmla="*/ 109402 w 457699"/>
                  <a:gd name="connsiteY13" fmla="*/ 1169970 h 1169675"/>
                  <a:gd name="connsiteX14" fmla="*/ 109402 w 457699"/>
                  <a:gd name="connsiteY14" fmla="*/ 1169970 h 1169675"/>
                  <a:gd name="connsiteX15" fmla="*/ 82125 w 457699"/>
                  <a:gd name="connsiteY15" fmla="*/ 1169970 h 1169675"/>
                  <a:gd name="connsiteX16" fmla="*/ 62708 w 457699"/>
                  <a:gd name="connsiteY16" fmla="*/ 1169970 h 1169675"/>
                  <a:gd name="connsiteX17" fmla="*/ 37742 w 457699"/>
                  <a:gd name="connsiteY17" fmla="*/ 1170895 h 1169675"/>
                  <a:gd name="connsiteX18" fmla="*/ 37280 w 457699"/>
                  <a:gd name="connsiteY18" fmla="*/ 1170895 h 1169675"/>
                  <a:gd name="connsiteX19" fmla="*/ 6304 w 457699"/>
                  <a:gd name="connsiteY19" fmla="*/ 1169508 h 1169675"/>
                  <a:gd name="connsiteX20" fmla="*/ 101543 w 457699"/>
                  <a:gd name="connsiteY20" fmla="*/ 1098772 h 1169675"/>
                  <a:gd name="connsiteX21" fmla="*/ 272602 w 457699"/>
                  <a:gd name="connsiteY21" fmla="*/ 1074732 h 1169675"/>
                  <a:gd name="connsiteX22" fmla="*/ 376625 w 457699"/>
                  <a:gd name="connsiteY22" fmla="*/ 872697 h 1169675"/>
                  <a:gd name="connsiteX23" fmla="*/ 262431 w 457699"/>
                  <a:gd name="connsiteY23" fmla="*/ 808896 h 1169675"/>
                  <a:gd name="connsiteX24" fmla="*/ 172740 w 457699"/>
                  <a:gd name="connsiteY24" fmla="*/ 835711 h 1169675"/>
                  <a:gd name="connsiteX25" fmla="*/ 76115 w 457699"/>
                  <a:gd name="connsiteY25" fmla="*/ 1098772 h 1169675"/>
                  <a:gd name="connsiteX26" fmla="*/ 81200 w 457699"/>
                  <a:gd name="connsiteY26" fmla="*/ 1098772 h 1169675"/>
                  <a:gd name="connsiteX27" fmla="*/ 101543 w 457699"/>
                  <a:gd name="connsiteY27" fmla="*/ 1098772 h 116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57699" h="1169675">
                    <a:moveTo>
                      <a:pt x="6304" y="1169508"/>
                    </a:moveTo>
                    <a:lnTo>
                      <a:pt x="1681" y="1164884"/>
                    </a:lnTo>
                    <a:lnTo>
                      <a:pt x="1681" y="1134371"/>
                    </a:lnTo>
                    <a:cubicBezTo>
                      <a:pt x="1681" y="1127899"/>
                      <a:pt x="1681" y="1121888"/>
                      <a:pt x="1681" y="1115416"/>
                    </a:cubicBezTo>
                    <a:lnTo>
                      <a:pt x="5842" y="6304"/>
                    </a:lnTo>
                    <a:lnTo>
                      <a:pt x="10465" y="1681"/>
                    </a:lnTo>
                    <a:lnTo>
                      <a:pt x="70567" y="1681"/>
                    </a:lnTo>
                    <a:lnTo>
                      <a:pt x="75190" y="6304"/>
                    </a:lnTo>
                    <a:lnTo>
                      <a:pt x="71492" y="832012"/>
                    </a:lnTo>
                    <a:cubicBezTo>
                      <a:pt x="88135" y="808896"/>
                      <a:pt x="108015" y="789479"/>
                      <a:pt x="131131" y="774222"/>
                    </a:cubicBezTo>
                    <a:cubicBezTo>
                      <a:pt x="169504" y="748332"/>
                      <a:pt x="214812" y="734924"/>
                      <a:pt x="261969" y="734924"/>
                    </a:cubicBezTo>
                    <a:cubicBezTo>
                      <a:pt x="346111" y="734924"/>
                      <a:pt x="418234" y="778383"/>
                      <a:pt x="444586" y="844957"/>
                    </a:cubicBezTo>
                    <a:cubicBezTo>
                      <a:pt x="488044" y="953603"/>
                      <a:pt x="422394" y="1089063"/>
                      <a:pt x="301266" y="1140844"/>
                    </a:cubicBezTo>
                    <a:cubicBezTo>
                      <a:pt x="241164" y="1166734"/>
                      <a:pt x="167192" y="1169970"/>
                      <a:pt x="109402" y="1169970"/>
                    </a:cubicBezTo>
                    <a:cubicBezTo>
                      <a:pt x="109402" y="1169970"/>
                      <a:pt x="109402" y="1169970"/>
                      <a:pt x="109402" y="1169970"/>
                    </a:cubicBezTo>
                    <a:cubicBezTo>
                      <a:pt x="99693" y="1169970"/>
                      <a:pt x="90447" y="1169970"/>
                      <a:pt x="82125" y="1169970"/>
                    </a:cubicBezTo>
                    <a:cubicBezTo>
                      <a:pt x="75190" y="1169970"/>
                      <a:pt x="68718" y="1169970"/>
                      <a:pt x="62708" y="1169970"/>
                    </a:cubicBezTo>
                    <a:cubicBezTo>
                      <a:pt x="46989" y="1169970"/>
                      <a:pt x="37742" y="1170895"/>
                      <a:pt x="37742" y="1170895"/>
                    </a:cubicBezTo>
                    <a:lnTo>
                      <a:pt x="37280" y="1170895"/>
                    </a:lnTo>
                    <a:lnTo>
                      <a:pt x="6304" y="1169508"/>
                    </a:lnTo>
                    <a:close/>
                    <a:moveTo>
                      <a:pt x="101543" y="1098772"/>
                    </a:moveTo>
                    <a:cubicBezTo>
                      <a:pt x="158408" y="1098772"/>
                      <a:pt x="223133" y="1095998"/>
                      <a:pt x="272602" y="1074732"/>
                    </a:cubicBezTo>
                    <a:cubicBezTo>
                      <a:pt x="356745" y="1038670"/>
                      <a:pt x="405289" y="944357"/>
                      <a:pt x="376625" y="872697"/>
                    </a:cubicBezTo>
                    <a:cubicBezTo>
                      <a:pt x="361368" y="833862"/>
                      <a:pt x="316060" y="808896"/>
                      <a:pt x="262431" y="808896"/>
                    </a:cubicBezTo>
                    <a:cubicBezTo>
                      <a:pt x="230068" y="808896"/>
                      <a:pt x="198168" y="818605"/>
                      <a:pt x="172740" y="835711"/>
                    </a:cubicBezTo>
                    <a:cubicBezTo>
                      <a:pt x="109864" y="877320"/>
                      <a:pt x="80276" y="958689"/>
                      <a:pt x="76115" y="1098772"/>
                    </a:cubicBezTo>
                    <a:cubicBezTo>
                      <a:pt x="77964" y="1098772"/>
                      <a:pt x="79351" y="1098772"/>
                      <a:pt x="81200" y="1098772"/>
                    </a:cubicBezTo>
                    <a:lnTo>
                      <a:pt x="101543" y="1098772"/>
                    </a:ln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44" name="Freeform: Shape 43">
                <a:extLst>
                  <a:ext uri="{FF2B5EF4-FFF2-40B4-BE49-F238E27FC236}">
                    <a16:creationId xmlns:a16="http://schemas.microsoft.com/office/drawing/2014/main" id="{98887A59-EB74-ADD5-B49B-49EA12D02A44}"/>
                  </a:ext>
                </a:extLst>
              </p:cNvPr>
              <p:cNvSpPr/>
              <p:nvPr/>
            </p:nvSpPr>
            <p:spPr>
              <a:xfrm>
                <a:off x="4074313" y="2236548"/>
                <a:ext cx="194243" cy="215981"/>
              </a:xfrm>
              <a:custGeom>
                <a:avLst/>
                <a:gdLst>
                  <a:gd name="connsiteX0" fmla="*/ 788092 w 1280633"/>
                  <a:gd name="connsiteY0" fmla="*/ 202791 h 1423953"/>
                  <a:gd name="connsiteX1" fmla="*/ 1033123 w 1280633"/>
                  <a:gd name="connsiteY1" fmla="*/ 1681 h 1423953"/>
                  <a:gd name="connsiteX2" fmla="*/ 1283239 w 1280633"/>
                  <a:gd name="connsiteY2" fmla="*/ 201404 h 1423953"/>
                  <a:gd name="connsiteX3" fmla="*/ 1033123 w 1280633"/>
                  <a:gd name="connsiteY3" fmla="*/ 410374 h 1423953"/>
                  <a:gd name="connsiteX4" fmla="*/ 856515 w 1280633"/>
                  <a:gd name="connsiteY4" fmla="*/ 347498 h 1423953"/>
                  <a:gd name="connsiteX5" fmla="*/ 860676 w 1280633"/>
                  <a:gd name="connsiteY5" fmla="*/ 1176443 h 1423953"/>
                  <a:gd name="connsiteX6" fmla="*/ 862063 w 1280633"/>
                  <a:gd name="connsiteY6" fmla="*/ 1306817 h 1423953"/>
                  <a:gd name="connsiteX7" fmla="*/ 857902 w 1280633"/>
                  <a:gd name="connsiteY7" fmla="*/ 1311441 h 1423953"/>
                  <a:gd name="connsiteX8" fmla="*/ 12777 w 1280633"/>
                  <a:gd name="connsiteY8" fmla="*/ 1425634 h 1423953"/>
                  <a:gd name="connsiteX9" fmla="*/ 7691 w 1280633"/>
                  <a:gd name="connsiteY9" fmla="*/ 1421011 h 1423953"/>
                  <a:gd name="connsiteX10" fmla="*/ 7691 w 1280633"/>
                  <a:gd name="connsiteY10" fmla="*/ 1401593 h 1423953"/>
                  <a:gd name="connsiteX11" fmla="*/ 7691 w 1280633"/>
                  <a:gd name="connsiteY11" fmla="*/ 1401593 h 1423953"/>
                  <a:gd name="connsiteX12" fmla="*/ 1681 w 1280633"/>
                  <a:gd name="connsiteY12" fmla="*/ 303115 h 1423953"/>
                  <a:gd name="connsiteX13" fmla="*/ 249024 w 1280633"/>
                  <a:gd name="connsiteY13" fmla="*/ 98306 h 1423953"/>
                  <a:gd name="connsiteX14" fmla="*/ 499140 w 1280633"/>
                  <a:gd name="connsiteY14" fmla="*/ 297105 h 1423953"/>
                  <a:gd name="connsiteX15" fmla="*/ 249024 w 1280633"/>
                  <a:gd name="connsiteY15" fmla="*/ 506999 h 1423953"/>
                  <a:gd name="connsiteX16" fmla="*/ 72416 w 1280633"/>
                  <a:gd name="connsiteY16" fmla="*/ 444124 h 1423953"/>
                  <a:gd name="connsiteX17" fmla="*/ 76115 w 1280633"/>
                  <a:gd name="connsiteY17" fmla="*/ 1280465 h 1423953"/>
                  <a:gd name="connsiteX18" fmla="*/ 790866 w 1280633"/>
                  <a:gd name="connsiteY18" fmla="*/ 1178292 h 1423953"/>
                  <a:gd name="connsiteX19" fmla="*/ 786705 w 1280633"/>
                  <a:gd name="connsiteY19" fmla="*/ 207414 h 1423953"/>
                  <a:gd name="connsiteX20" fmla="*/ 788092 w 1280633"/>
                  <a:gd name="connsiteY20" fmla="*/ 202791 h 1423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80633" h="1423953">
                    <a:moveTo>
                      <a:pt x="788092" y="202791"/>
                    </a:moveTo>
                    <a:cubicBezTo>
                      <a:pt x="791790" y="91834"/>
                      <a:pt x="901361" y="1681"/>
                      <a:pt x="1033123" y="1681"/>
                    </a:cubicBezTo>
                    <a:cubicBezTo>
                      <a:pt x="1168583" y="1681"/>
                      <a:pt x="1283239" y="88598"/>
                      <a:pt x="1283239" y="201404"/>
                    </a:cubicBezTo>
                    <a:cubicBezTo>
                      <a:pt x="1283239" y="314211"/>
                      <a:pt x="1168583" y="410374"/>
                      <a:pt x="1033123" y="410374"/>
                    </a:cubicBezTo>
                    <a:cubicBezTo>
                      <a:pt x="966548" y="410374"/>
                      <a:pt x="902748" y="387720"/>
                      <a:pt x="856515" y="347498"/>
                    </a:cubicBezTo>
                    <a:lnTo>
                      <a:pt x="860676" y="1176443"/>
                    </a:lnTo>
                    <a:lnTo>
                      <a:pt x="862063" y="1306817"/>
                    </a:lnTo>
                    <a:lnTo>
                      <a:pt x="857902" y="1311441"/>
                    </a:lnTo>
                    <a:lnTo>
                      <a:pt x="12777" y="1425634"/>
                    </a:lnTo>
                    <a:lnTo>
                      <a:pt x="7691" y="1421011"/>
                    </a:lnTo>
                    <a:lnTo>
                      <a:pt x="7691" y="1401593"/>
                    </a:lnTo>
                    <a:lnTo>
                      <a:pt x="7691" y="1401593"/>
                    </a:lnTo>
                    <a:lnTo>
                      <a:pt x="1681" y="303115"/>
                    </a:lnTo>
                    <a:cubicBezTo>
                      <a:pt x="5380" y="192158"/>
                      <a:pt x="116799" y="98306"/>
                      <a:pt x="249024" y="98306"/>
                    </a:cubicBezTo>
                    <a:cubicBezTo>
                      <a:pt x="384484" y="98306"/>
                      <a:pt x="499140" y="184761"/>
                      <a:pt x="499140" y="297105"/>
                    </a:cubicBezTo>
                    <a:cubicBezTo>
                      <a:pt x="499140" y="410374"/>
                      <a:pt x="384484" y="506999"/>
                      <a:pt x="249024" y="506999"/>
                    </a:cubicBezTo>
                    <a:cubicBezTo>
                      <a:pt x="182449" y="506999"/>
                      <a:pt x="118649" y="484346"/>
                      <a:pt x="72416" y="444124"/>
                    </a:cubicBezTo>
                    <a:lnTo>
                      <a:pt x="76115" y="1280465"/>
                    </a:lnTo>
                    <a:lnTo>
                      <a:pt x="790866" y="1178292"/>
                    </a:lnTo>
                    <a:lnTo>
                      <a:pt x="786705" y="207414"/>
                    </a:lnTo>
                    <a:lnTo>
                      <a:pt x="788092" y="202791"/>
                    </a:ln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45" name="Freeform: Shape 44">
                <a:extLst>
                  <a:ext uri="{FF2B5EF4-FFF2-40B4-BE49-F238E27FC236}">
                    <a16:creationId xmlns:a16="http://schemas.microsoft.com/office/drawing/2014/main" id="{0BF89CD7-12C4-F261-ED84-14DBE389610C}"/>
                  </a:ext>
                </a:extLst>
              </p:cNvPr>
              <p:cNvSpPr/>
              <p:nvPr/>
            </p:nvSpPr>
            <p:spPr>
              <a:xfrm>
                <a:off x="3287633" y="2684033"/>
                <a:ext cx="177523" cy="196680"/>
              </a:xfrm>
              <a:custGeom>
                <a:avLst/>
                <a:gdLst>
                  <a:gd name="connsiteX0" fmla="*/ 1033123 w 1285256"/>
                  <a:gd name="connsiteY0" fmla="*/ 1681 h 1423953"/>
                  <a:gd name="connsiteX1" fmla="*/ 788092 w 1285256"/>
                  <a:gd name="connsiteY1" fmla="*/ 202791 h 1423953"/>
                  <a:gd name="connsiteX2" fmla="*/ 786705 w 1285256"/>
                  <a:gd name="connsiteY2" fmla="*/ 207877 h 1423953"/>
                  <a:gd name="connsiteX3" fmla="*/ 790403 w 1285256"/>
                  <a:gd name="connsiteY3" fmla="*/ 1067334 h 1423953"/>
                  <a:gd name="connsiteX4" fmla="*/ 75653 w 1285256"/>
                  <a:gd name="connsiteY4" fmla="*/ 1170432 h 1423953"/>
                  <a:gd name="connsiteX5" fmla="*/ 72416 w 1285256"/>
                  <a:gd name="connsiteY5" fmla="*/ 444124 h 1423953"/>
                  <a:gd name="connsiteX6" fmla="*/ 249024 w 1285256"/>
                  <a:gd name="connsiteY6" fmla="*/ 506999 h 1423953"/>
                  <a:gd name="connsiteX7" fmla="*/ 499140 w 1285256"/>
                  <a:gd name="connsiteY7" fmla="*/ 297105 h 1423953"/>
                  <a:gd name="connsiteX8" fmla="*/ 249024 w 1285256"/>
                  <a:gd name="connsiteY8" fmla="*/ 98306 h 1423953"/>
                  <a:gd name="connsiteX9" fmla="*/ 1681 w 1285256"/>
                  <a:gd name="connsiteY9" fmla="*/ 303115 h 1423953"/>
                  <a:gd name="connsiteX10" fmla="*/ 7691 w 1285256"/>
                  <a:gd name="connsiteY10" fmla="*/ 1402056 h 1423953"/>
                  <a:gd name="connsiteX11" fmla="*/ 7691 w 1285256"/>
                  <a:gd name="connsiteY11" fmla="*/ 1402056 h 1423953"/>
                  <a:gd name="connsiteX12" fmla="*/ 7691 w 1285256"/>
                  <a:gd name="connsiteY12" fmla="*/ 1421473 h 1423953"/>
                  <a:gd name="connsiteX13" fmla="*/ 12777 w 1285256"/>
                  <a:gd name="connsiteY13" fmla="*/ 1426097 h 1423953"/>
                  <a:gd name="connsiteX14" fmla="*/ 857902 w 1285256"/>
                  <a:gd name="connsiteY14" fmla="*/ 1311903 h 1423953"/>
                  <a:gd name="connsiteX15" fmla="*/ 862063 w 1285256"/>
                  <a:gd name="connsiteY15" fmla="*/ 1307280 h 1423953"/>
                  <a:gd name="connsiteX16" fmla="*/ 860676 w 1285256"/>
                  <a:gd name="connsiteY16" fmla="*/ 1176905 h 1423953"/>
                  <a:gd name="connsiteX17" fmla="*/ 856978 w 1285256"/>
                  <a:gd name="connsiteY17" fmla="*/ 347960 h 1423953"/>
                  <a:gd name="connsiteX18" fmla="*/ 1033585 w 1285256"/>
                  <a:gd name="connsiteY18" fmla="*/ 410836 h 1423953"/>
                  <a:gd name="connsiteX19" fmla="*/ 1283701 w 1285256"/>
                  <a:gd name="connsiteY19" fmla="*/ 201867 h 1423953"/>
                  <a:gd name="connsiteX20" fmla="*/ 1033123 w 1285256"/>
                  <a:gd name="connsiteY20" fmla="*/ 1681 h 1423953"/>
                  <a:gd name="connsiteX21" fmla="*/ 76115 w 1285256"/>
                  <a:gd name="connsiteY21" fmla="*/ 1280927 h 1423953"/>
                  <a:gd name="connsiteX22" fmla="*/ 76115 w 1285256"/>
                  <a:gd name="connsiteY22" fmla="*/ 1231459 h 1423953"/>
                  <a:gd name="connsiteX23" fmla="*/ 790866 w 1285256"/>
                  <a:gd name="connsiteY23" fmla="*/ 1128361 h 1423953"/>
                  <a:gd name="connsiteX24" fmla="*/ 790866 w 1285256"/>
                  <a:gd name="connsiteY24" fmla="*/ 1178754 h 1423953"/>
                  <a:gd name="connsiteX25" fmla="*/ 76115 w 1285256"/>
                  <a:gd name="connsiteY25" fmla="*/ 1280927 h 1423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5256" h="1423953">
                    <a:moveTo>
                      <a:pt x="1033123" y="1681"/>
                    </a:moveTo>
                    <a:cubicBezTo>
                      <a:pt x="901361" y="1681"/>
                      <a:pt x="791790" y="91834"/>
                      <a:pt x="788092" y="202791"/>
                    </a:cubicBezTo>
                    <a:lnTo>
                      <a:pt x="786705" y="207877"/>
                    </a:lnTo>
                    <a:lnTo>
                      <a:pt x="790403" y="1067334"/>
                    </a:lnTo>
                    <a:lnTo>
                      <a:pt x="75653" y="1170432"/>
                    </a:lnTo>
                    <a:lnTo>
                      <a:pt x="72416" y="444124"/>
                    </a:lnTo>
                    <a:cubicBezTo>
                      <a:pt x="118649" y="483883"/>
                      <a:pt x="182449" y="506999"/>
                      <a:pt x="249024" y="506999"/>
                    </a:cubicBezTo>
                    <a:cubicBezTo>
                      <a:pt x="384484" y="506999"/>
                      <a:pt x="499140" y="410374"/>
                      <a:pt x="499140" y="297105"/>
                    </a:cubicBezTo>
                    <a:cubicBezTo>
                      <a:pt x="499140" y="184761"/>
                      <a:pt x="384484" y="98306"/>
                      <a:pt x="249024" y="98306"/>
                    </a:cubicBezTo>
                    <a:cubicBezTo>
                      <a:pt x="117262" y="98306"/>
                      <a:pt x="5380" y="191696"/>
                      <a:pt x="1681" y="303115"/>
                    </a:cubicBezTo>
                    <a:lnTo>
                      <a:pt x="7691" y="1402056"/>
                    </a:lnTo>
                    <a:lnTo>
                      <a:pt x="7691" y="1402056"/>
                    </a:lnTo>
                    <a:lnTo>
                      <a:pt x="7691" y="1421473"/>
                    </a:lnTo>
                    <a:lnTo>
                      <a:pt x="12777" y="1426097"/>
                    </a:lnTo>
                    <a:lnTo>
                      <a:pt x="857902" y="1311903"/>
                    </a:lnTo>
                    <a:lnTo>
                      <a:pt x="862063" y="1307280"/>
                    </a:lnTo>
                    <a:lnTo>
                      <a:pt x="860676" y="1176905"/>
                    </a:lnTo>
                    <a:lnTo>
                      <a:pt x="856978" y="347960"/>
                    </a:lnTo>
                    <a:cubicBezTo>
                      <a:pt x="903210" y="387720"/>
                      <a:pt x="966548" y="410836"/>
                      <a:pt x="1033585" y="410836"/>
                    </a:cubicBezTo>
                    <a:cubicBezTo>
                      <a:pt x="1169045" y="410836"/>
                      <a:pt x="1283701" y="314673"/>
                      <a:pt x="1283701" y="201867"/>
                    </a:cubicBezTo>
                    <a:cubicBezTo>
                      <a:pt x="1283239" y="88598"/>
                      <a:pt x="1168583" y="1681"/>
                      <a:pt x="1033123" y="1681"/>
                    </a:cubicBezTo>
                    <a:close/>
                    <a:moveTo>
                      <a:pt x="76115" y="1280927"/>
                    </a:moveTo>
                    <a:lnTo>
                      <a:pt x="76115" y="1231459"/>
                    </a:lnTo>
                    <a:lnTo>
                      <a:pt x="790866" y="1128361"/>
                    </a:lnTo>
                    <a:lnTo>
                      <a:pt x="790866" y="1178754"/>
                    </a:lnTo>
                    <a:lnTo>
                      <a:pt x="76115" y="1280927"/>
                    </a:ln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46" name="Freeform: Shape 45">
                <a:extLst>
                  <a:ext uri="{FF2B5EF4-FFF2-40B4-BE49-F238E27FC236}">
                    <a16:creationId xmlns:a16="http://schemas.microsoft.com/office/drawing/2014/main" id="{41C93E1F-9DA2-FFB0-15BE-D6915762F93D}"/>
                  </a:ext>
                </a:extLst>
              </p:cNvPr>
              <p:cNvSpPr/>
              <p:nvPr/>
            </p:nvSpPr>
            <p:spPr>
              <a:xfrm>
                <a:off x="4217089" y="2880713"/>
                <a:ext cx="98710" cy="156924"/>
              </a:xfrm>
              <a:custGeom>
                <a:avLst/>
                <a:gdLst>
                  <a:gd name="connsiteX0" fmla="*/ 694849 w 742950"/>
                  <a:gd name="connsiteY0" fmla="*/ 597694 h 1181100"/>
                  <a:gd name="connsiteX1" fmla="*/ 631031 w 742950"/>
                  <a:gd name="connsiteY1" fmla="*/ 297656 h 1181100"/>
                  <a:gd name="connsiteX2" fmla="*/ 442436 w 742950"/>
                  <a:gd name="connsiteY2" fmla="*/ 9049 h 1181100"/>
                  <a:gd name="connsiteX3" fmla="*/ 442436 w 742950"/>
                  <a:gd name="connsiteY3" fmla="*/ 7144 h 1181100"/>
                  <a:gd name="connsiteX4" fmla="*/ 387191 w 742950"/>
                  <a:gd name="connsiteY4" fmla="*/ 7144 h 1181100"/>
                  <a:gd name="connsiteX5" fmla="*/ 391001 w 742950"/>
                  <a:gd name="connsiteY5" fmla="*/ 881539 h 1181100"/>
                  <a:gd name="connsiteX6" fmla="*/ 230029 w 742950"/>
                  <a:gd name="connsiteY6" fmla="*/ 820579 h 1181100"/>
                  <a:gd name="connsiteX7" fmla="*/ 7144 w 742950"/>
                  <a:gd name="connsiteY7" fmla="*/ 1008221 h 1181100"/>
                  <a:gd name="connsiteX8" fmla="*/ 230029 w 742950"/>
                  <a:gd name="connsiteY8" fmla="*/ 1174909 h 1181100"/>
                  <a:gd name="connsiteX9" fmla="*/ 443389 w 742950"/>
                  <a:gd name="connsiteY9" fmla="*/ 997744 h 1181100"/>
                  <a:gd name="connsiteX10" fmla="*/ 442436 w 742950"/>
                  <a:gd name="connsiteY10" fmla="*/ 997744 h 1181100"/>
                  <a:gd name="connsiteX11" fmla="*/ 442436 w 742950"/>
                  <a:gd name="connsiteY11" fmla="*/ 999649 h 1181100"/>
                  <a:gd name="connsiteX12" fmla="*/ 442436 w 742950"/>
                  <a:gd name="connsiteY12" fmla="*/ 999649 h 1181100"/>
                  <a:gd name="connsiteX13" fmla="*/ 442436 w 742950"/>
                  <a:gd name="connsiteY13" fmla="*/ 999649 h 1181100"/>
                  <a:gd name="connsiteX14" fmla="*/ 442436 w 742950"/>
                  <a:gd name="connsiteY14" fmla="*/ 673894 h 1181100"/>
                  <a:gd name="connsiteX15" fmla="*/ 604361 w 742950"/>
                  <a:gd name="connsiteY15" fmla="*/ 821531 h 1181100"/>
                  <a:gd name="connsiteX16" fmla="*/ 644367 w 742950"/>
                  <a:gd name="connsiteY16" fmla="*/ 1095851 h 1181100"/>
                  <a:gd name="connsiteX17" fmla="*/ 694849 w 742950"/>
                  <a:gd name="connsiteY17" fmla="*/ 832961 h 1181100"/>
                  <a:gd name="connsiteX18" fmla="*/ 694849 w 742950"/>
                  <a:gd name="connsiteY18" fmla="*/ 597694 h 1181100"/>
                  <a:gd name="connsiteX19" fmla="*/ 604361 w 742950"/>
                  <a:gd name="connsiteY19" fmla="*/ 350996 h 1181100"/>
                  <a:gd name="connsiteX20" fmla="*/ 680561 w 742950"/>
                  <a:gd name="connsiteY20" fmla="*/ 583406 h 1181100"/>
                  <a:gd name="connsiteX21" fmla="*/ 630079 w 742950"/>
                  <a:gd name="connsiteY21" fmla="*/ 532924 h 1181100"/>
                  <a:gd name="connsiteX22" fmla="*/ 441484 w 742950"/>
                  <a:gd name="connsiteY22" fmla="*/ 269081 h 1181100"/>
                  <a:gd name="connsiteX23" fmla="*/ 441484 w 742950"/>
                  <a:gd name="connsiteY23" fmla="*/ 201454 h 1181100"/>
                  <a:gd name="connsiteX24" fmla="*/ 604361 w 742950"/>
                  <a:gd name="connsiteY24" fmla="*/ 350996 h 1181100"/>
                  <a:gd name="connsiteX25" fmla="*/ 681514 w 742950"/>
                  <a:gd name="connsiteY25" fmla="*/ 817721 h 1181100"/>
                  <a:gd name="connsiteX26" fmla="*/ 631031 w 742950"/>
                  <a:gd name="connsiteY26" fmla="*/ 767239 h 1181100"/>
                  <a:gd name="connsiteX27" fmla="*/ 443389 w 742950"/>
                  <a:gd name="connsiteY27" fmla="*/ 507206 h 1181100"/>
                  <a:gd name="connsiteX28" fmla="*/ 443389 w 742950"/>
                  <a:gd name="connsiteY28" fmla="*/ 435769 h 1181100"/>
                  <a:gd name="connsiteX29" fmla="*/ 606267 w 742950"/>
                  <a:gd name="connsiteY29" fmla="*/ 585311 h 1181100"/>
                  <a:gd name="connsiteX30" fmla="*/ 681514 w 742950"/>
                  <a:gd name="connsiteY30" fmla="*/ 817721 h 1181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42950" h="1181100">
                    <a:moveTo>
                      <a:pt x="694849" y="597694"/>
                    </a:moveTo>
                    <a:cubicBezTo>
                      <a:pt x="768192" y="530066"/>
                      <a:pt x="771049" y="391001"/>
                      <a:pt x="631031" y="297656"/>
                    </a:cubicBezTo>
                    <a:cubicBezTo>
                      <a:pt x="463391" y="185261"/>
                      <a:pt x="442436" y="10001"/>
                      <a:pt x="442436" y="9049"/>
                    </a:cubicBezTo>
                    <a:lnTo>
                      <a:pt x="442436" y="7144"/>
                    </a:lnTo>
                    <a:lnTo>
                      <a:pt x="387191" y="7144"/>
                    </a:lnTo>
                    <a:lnTo>
                      <a:pt x="391001" y="881539"/>
                    </a:lnTo>
                    <a:cubicBezTo>
                      <a:pt x="351949" y="844391"/>
                      <a:pt x="294799" y="820579"/>
                      <a:pt x="230029" y="820579"/>
                    </a:cubicBezTo>
                    <a:cubicBezTo>
                      <a:pt x="111919" y="820579"/>
                      <a:pt x="7144" y="910114"/>
                      <a:pt x="7144" y="1008221"/>
                    </a:cubicBezTo>
                    <a:cubicBezTo>
                      <a:pt x="7144" y="1106329"/>
                      <a:pt x="111919" y="1174909"/>
                      <a:pt x="230029" y="1174909"/>
                    </a:cubicBezTo>
                    <a:cubicBezTo>
                      <a:pt x="347186" y="1174909"/>
                      <a:pt x="441484" y="1102519"/>
                      <a:pt x="443389" y="997744"/>
                    </a:cubicBezTo>
                    <a:lnTo>
                      <a:pt x="442436" y="997744"/>
                    </a:lnTo>
                    <a:lnTo>
                      <a:pt x="442436" y="999649"/>
                    </a:lnTo>
                    <a:cubicBezTo>
                      <a:pt x="442436" y="999649"/>
                      <a:pt x="442436" y="999649"/>
                      <a:pt x="442436" y="999649"/>
                    </a:cubicBezTo>
                    <a:cubicBezTo>
                      <a:pt x="442436" y="999649"/>
                      <a:pt x="442436" y="999649"/>
                      <a:pt x="442436" y="999649"/>
                    </a:cubicBezTo>
                    <a:lnTo>
                      <a:pt x="442436" y="673894"/>
                    </a:lnTo>
                    <a:cubicBezTo>
                      <a:pt x="470059" y="716756"/>
                      <a:pt x="518636" y="757714"/>
                      <a:pt x="604361" y="821531"/>
                    </a:cubicBezTo>
                    <a:cubicBezTo>
                      <a:pt x="777717" y="951071"/>
                      <a:pt x="644367" y="1095851"/>
                      <a:pt x="644367" y="1095851"/>
                    </a:cubicBezTo>
                    <a:cubicBezTo>
                      <a:pt x="736759" y="1051084"/>
                      <a:pt x="781526" y="933926"/>
                      <a:pt x="694849" y="832961"/>
                    </a:cubicBezTo>
                    <a:cubicBezTo>
                      <a:pt x="754856" y="777716"/>
                      <a:pt x="767239" y="681514"/>
                      <a:pt x="694849" y="597694"/>
                    </a:cubicBezTo>
                    <a:close/>
                    <a:moveTo>
                      <a:pt x="604361" y="350996"/>
                    </a:moveTo>
                    <a:cubicBezTo>
                      <a:pt x="718661" y="435769"/>
                      <a:pt x="704374" y="532924"/>
                      <a:pt x="680561" y="583406"/>
                    </a:cubicBezTo>
                    <a:cubicBezTo>
                      <a:pt x="666274" y="569119"/>
                      <a:pt x="649129" y="546259"/>
                      <a:pt x="630079" y="532924"/>
                    </a:cubicBezTo>
                    <a:cubicBezTo>
                      <a:pt x="479584" y="431959"/>
                      <a:pt x="446246" y="297656"/>
                      <a:pt x="441484" y="269081"/>
                    </a:cubicBezTo>
                    <a:lnTo>
                      <a:pt x="441484" y="201454"/>
                    </a:lnTo>
                    <a:cubicBezTo>
                      <a:pt x="468154" y="243364"/>
                      <a:pt x="516731" y="285274"/>
                      <a:pt x="604361" y="350996"/>
                    </a:cubicBezTo>
                    <a:close/>
                    <a:moveTo>
                      <a:pt x="681514" y="817721"/>
                    </a:moveTo>
                    <a:cubicBezTo>
                      <a:pt x="667226" y="803434"/>
                      <a:pt x="650081" y="780574"/>
                      <a:pt x="631031" y="767239"/>
                    </a:cubicBezTo>
                    <a:cubicBezTo>
                      <a:pt x="487204" y="671036"/>
                      <a:pt x="450056" y="545306"/>
                      <a:pt x="443389" y="507206"/>
                    </a:cubicBezTo>
                    <a:lnTo>
                      <a:pt x="443389" y="435769"/>
                    </a:lnTo>
                    <a:cubicBezTo>
                      <a:pt x="471011" y="478631"/>
                      <a:pt x="519589" y="519589"/>
                      <a:pt x="606267" y="585311"/>
                    </a:cubicBezTo>
                    <a:cubicBezTo>
                      <a:pt x="718661" y="671036"/>
                      <a:pt x="704374" y="767239"/>
                      <a:pt x="681514" y="817721"/>
                    </a:cubicBez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47" name="Freeform: Shape 46">
                <a:extLst>
                  <a:ext uri="{FF2B5EF4-FFF2-40B4-BE49-F238E27FC236}">
                    <a16:creationId xmlns:a16="http://schemas.microsoft.com/office/drawing/2014/main" id="{99351BCB-9B1C-02EA-2B91-34AB05F00EF7}"/>
                  </a:ext>
                </a:extLst>
              </p:cNvPr>
              <p:cNvSpPr/>
              <p:nvPr/>
            </p:nvSpPr>
            <p:spPr>
              <a:xfrm>
                <a:off x="4467624" y="2757820"/>
                <a:ext cx="137599" cy="152998"/>
              </a:xfrm>
              <a:custGeom>
                <a:avLst/>
                <a:gdLst>
                  <a:gd name="connsiteX0" fmla="*/ 788092 w 1280633"/>
                  <a:gd name="connsiteY0" fmla="*/ 202791 h 1423953"/>
                  <a:gd name="connsiteX1" fmla="*/ 1033123 w 1280633"/>
                  <a:gd name="connsiteY1" fmla="*/ 1681 h 1423953"/>
                  <a:gd name="connsiteX2" fmla="*/ 1283239 w 1280633"/>
                  <a:gd name="connsiteY2" fmla="*/ 201404 h 1423953"/>
                  <a:gd name="connsiteX3" fmla="*/ 1033123 w 1280633"/>
                  <a:gd name="connsiteY3" fmla="*/ 410374 h 1423953"/>
                  <a:gd name="connsiteX4" fmla="*/ 856515 w 1280633"/>
                  <a:gd name="connsiteY4" fmla="*/ 347498 h 1423953"/>
                  <a:gd name="connsiteX5" fmla="*/ 860676 w 1280633"/>
                  <a:gd name="connsiteY5" fmla="*/ 1176443 h 1423953"/>
                  <a:gd name="connsiteX6" fmla="*/ 862063 w 1280633"/>
                  <a:gd name="connsiteY6" fmla="*/ 1306817 h 1423953"/>
                  <a:gd name="connsiteX7" fmla="*/ 857902 w 1280633"/>
                  <a:gd name="connsiteY7" fmla="*/ 1311441 h 1423953"/>
                  <a:gd name="connsiteX8" fmla="*/ 12777 w 1280633"/>
                  <a:gd name="connsiteY8" fmla="*/ 1425634 h 1423953"/>
                  <a:gd name="connsiteX9" fmla="*/ 7691 w 1280633"/>
                  <a:gd name="connsiteY9" fmla="*/ 1421011 h 1423953"/>
                  <a:gd name="connsiteX10" fmla="*/ 7691 w 1280633"/>
                  <a:gd name="connsiteY10" fmla="*/ 1401593 h 1423953"/>
                  <a:gd name="connsiteX11" fmla="*/ 7691 w 1280633"/>
                  <a:gd name="connsiteY11" fmla="*/ 1401593 h 1423953"/>
                  <a:gd name="connsiteX12" fmla="*/ 1681 w 1280633"/>
                  <a:gd name="connsiteY12" fmla="*/ 303115 h 1423953"/>
                  <a:gd name="connsiteX13" fmla="*/ 249024 w 1280633"/>
                  <a:gd name="connsiteY13" fmla="*/ 98306 h 1423953"/>
                  <a:gd name="connsiteX14" fmla="*/ 499140 w 1280633"/>
                  <a:gd name="connsiteY14" fmla="*/ 297105 h 1423953"/>
                  <a:gd name="connsiteX15" fmla="*/ 249024 w 1280633"/>
                  <a:gd name="connsiteY15" fmla="*/ 506999 h 1423953"/>
                  <a:gd name="connsiteX16" fmla="*/ 72416 w 1280633"/>
                  <a:gd name="connsiteY16" fmla="*/ 444124 h 1423953"/>
                  <a:gd name="connsiteX17" fmla="*/ 76115 w 1280633"/>
                  <a:gd name="connsiteY17" fmla="*/ 1280465 h 1423953"/>
                  <a:gd name="connsiteX18" fmla="*/ 790866 w 1280633"/>
                  <a:gd name="connsiteY18" fmla="*/ 1178292 h 1423953"/>
                  <a:gd name="connsiteX19" fmla="*/ 786705 w 1280633"/>
                  <a:gd name="connsiteY19" fmla="*/ 207414 h 1423953"/>
                  <a:gd name="connsiteX20" fmla="*/ 788092 w 1280633"/>
                  <a:gd name="connsiteY20" fmla="*/ 202791 h 1423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80633" h="1423953">
                    <a:moveTo>
                      <a:pt x="788092" y="202791"/>
                    </a:moveTo>
                    <a:cubicBezTo>
                      <a:pt x="791790" y="91834"/>
                      <a:pt x="901361" y="1681"/>
                      <a:pt x="1033123" y="1681"/>
                    </a:cubicBezTo>
                    <a:cubicBezTo>
                      <a:pt x="1168583" y="1681"/>
                      <a:pt x="1283239" y="88598"/>
                      <a:pt x="1283239" y="201404"/>
                    </a:cubicBezTo>
                    <a:cubicBezTo>
                      <a:pt x="1283239" y="314211"/>
                      <a:pt x="1168583" y="410374"/>
                      <a:pt x="1033123" y="410374"/>
                    </a:cubicBezTo>
                    <a:cubicBezTo>
                      <a:pt x="966548" y="410374"/>
                      <a:pt x="902748" y="387720"/>
                      <a:pt x="856515" y="347498"/>
                    </a:cubicBezTo>
                    <a:lnTo>
                      <a:pt x="860676" y="1176443"/>
                    </a:lnTo>
                    <a:lnTo>
                      <a:pt x="862063" y="1306817"/>
                    </a:lnTo>
                    <a:lnTo>
                      <a:pt x="857902" y="1311441"/>
                    </a:lnTo>
                    <a:lnTo>
                      <a:pt x="12777" y="1425634"/>
                    </a:lnTo>
                    <a:lnTo>
                      <a:pt x="7691" y="1421011"/>
                    </a:lnTo>
                    <a:lnTo>
                      <a:pt x="7691" y="1401593"/>
                    </a:lnTo>
                    <a:lnTo>
                      <a:pt x="7691" y="1401593"/>
                    </a:lnTo>
                    <a:lnTo>
                      <a:pt x="1681" y="303115"/>
                    </a:lnTo>
                    <a:cubicBezTo>
                      <a:pt x="5380" y="192158"/>
                      <a:pt x="116799" y="98306"/>
                      <a:pt x="249024" y="98306"/>
                    </a:cubicBezTo>
                    <a:cubicBezTo>
                      <a:pt x="384484" y="98306"/>
                      <a:pt x="499140" y="184761"/>
                      <a:pt x="499140" y="297105"/>
                    </a:cubicBezTo>
                    <a:cubicBezTo>
                      <a:pt x="499140" y="410374"/>
                      <a:pt x="384484" y="506999"/>
                      <a:pt x="249024" y="506999"/>
                    </a:cubicBezTo>
                    <a:cubicBezTo>
                      <a:pt x="182449" y="506999"/>
                      <a:pt x="118649" y="484346"/>
                      <a:pt x="72416" y="444124"/>
                    </a:cubicBezTo>
                    <a:lnTo>
                      <a:pt x="76115" y="1280465"/>
                    </a:lnTo>
                    <a:lnTo>
                      <a:pt x="790866" y="1178292"/>
                    </a:lnTo>
                    <a:lnTo>
                      <a:pt x="786705" y="207414"/>
                    </a:lnTo>
                    <a:lnTo>
                      <a:pt x="788092" y="202791"/>
                    </a:ln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58" name="Freeform: Shape 57">
                <a:extLst>
                  <a:ext uri="{FF2B5EF4-FFF2-40B4-BE49-F238E27FC236}">
                    <a16:creationId xmlns:a16="http://schemas.microsoft.com/office/drawing/2014/main" id="{CEA5EA8C-7999-2880-46D1-0EB331D113A8}"/>
                  </a:ext>
                </a:extLst>
              </p:cNvPr>
              <p:cNvSpPr/>
              <p:nvPr/>
            </p:nvSpPr>
            <p:spPr>
              <a:xfrm rot="14875983">
                <a:off x="4136800" y="2023714"/>
                <a:ext cx="122598" cy="135828"/>
              </a:xfrm>
              <a:custGeom>
                <a:avLst/>
                <a:gdLst>
                  <a:gd name="connsiteX0" fmla="*/ 1033123 w 1285256"/>
                  <a:gd name="connsiteY0" fmla="*/ 1681 h 1423953"/>
                  <a:gd name="connsiteX1" fmla="*/ 788092 w 1285256"/>
                  <a:gd name="connsiteY1" fmla="*/ 202791 h 1423953"/>
                  <a:gd name="connsiteX2" fmla="*/ 786705 w 1285256"/>
                  <a:gd name="connsiteY2" fmla="*/ 207877 h 1423953"/>
                  <a:gd name="connsiteX3" fmla="*/ 790403 w 1285256"/>
                  <a:gd name="connsiteY3" fmla="*/ 1067334 h 1423953"/>
                  <a:gd name="connsiteX4" fmla="*/ 75653 w 1285256"/>
                  <a:gd name="connsiteY4" fmla="*/ 1170432 h 1423953"/>
                  <a:gd name="connsiteX5" fmla="*/ 72416 w 1285256"/>
                  <a:gd name="connsiteY5" fmla="*/ 444124 h 1423953"/>
                  <a:gd name="connsiteX6" fmla="*/ 249024 w 1285256"/>
                  <a:gd name="connsiteY6" fmla="*/ 506999 h 1423953"/>
                  <a:gd name="connsiteX7" fmla="*/ 499140 w 1285256"/>
                  <a:gd name="connsiteY7" fmla="*/ 297105 h 1423953"/>
                  <a:gd name="connsiteX8" fmla="*/ 249024 w 1285256"/>
                  <a:gd name="connsiteY8" fmla="*/ 98306 h 1423953"/>
                  <a:gd name="connsiteX9" fmla="*/ 1681 w 1285256"/>
                  <a:gd name="connsiteY9" fmla="*/ 303115 h 1423953"/>
                  <a:gd name="connsiteX10" fmla="*/ 7691 w 1285256"/>
                  <a:gd name="connsiteY10" fmla="*/ 1402056 h 1423953"/>
                  <a:gd name="connsiteX11" fmla="*/ 7691 w 1285256"/>
                  <a:gd name="connsiteY11" fmla="*/ 1402056 h 1423953"/>
                  <a:gd name="connsiteX12" fmla="*/ 7691 w 1285256"/>
                  <a:gd name="connsiteY12" fmla="*/ 1421473 h 1423953"/>
                  <a:gd name="connsiteX13" fmla="*/ 12777 w 1285256"/>
                  <a:gd name="connsiteY13" fmla="*/ 1426097 h 1423953"/>
                  <a:gd name="connsiteX14" fmla="*/ 857902 w 1285256"/>
                  <a:gd name="connsiteY14" fmla="*/ 1311903 h 1423953"/>
                  <a:gd name="connsiteX15" fmla="*/ 862063 w 1285256"/>
                  <a:gd name="connsiteY15" fmla="*/ 1307280 h 1423953"/>
                  <a:gd name="connsiteX16" fmla="*/ 860676 w 1285256"/>
                  <a:gd name="connsiteY16" fmla="*/ 1176905 h 1423953"/>
                  <a:gd name="connsiteX17" fmla="*/ 856978 w 1285256"/>
                  <a:gd name="connsiteY17" fmla="*/ 347960 h 1423953"/>
                  <a:gd name="connsiteX18" fmla="*/ 1033585 w 1285256"/>
                  <a:gd name="connsiteY18" fmla="*/ 410836 h 1423953"/>
                  <a:gd name="connsiteX19" fmla="*/ 1283701 w 1285256"/>
                  <a:gd name="connsiteY19" fmla="*/ 201867 h 1423953"/>
                  <a:gd name="connsiteX20" fmla="*/ 1033123 w 1285256"/>
                  <a:gd name="connsiteY20" fmla="*/ 1681 h 1423953"/>
                  <a:gd name="connsiteX21" fmla="*/ 76115 w 1285256"/>
                  <a:gd name="connsiteY21" fmla="*/ 1280927 h 1423953"/>
                  <a:gd name="connsiteX22" fmla="*/ 76115 w 1285256"/>
                  <a:gd name="connsiteY22" fmla="*/ 1231459 h 1423953"/>
                  <a:gd name="connsiteX23" fmla="*/ 790866 w 1285256"/>
                  <a:gd name="connsiteY23" fmla="*/ 1128361 h 1423953"/>
                  <a:gd name="connsiteX24" fmla="*/ 790866 w 1285256"/>
                  <a:gd name="connsiteY24" fmla="*/ 1178754 h 1423953"/>
                  <a:gd name="connsiteX25" fmla="*/ 76115 w 1285256"/>
                  <a:gd name="connsiteY25" fmla="*/ 1280927 h 1423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5256" h="1423953">
                    <a:moveTo>
                      <a:pt x="1033123" y="1681"/>
                    </a:moveTo>
                    <a:cubicBezTo>
                      <a:pt x="901361" y="1681"/>
                      <a:pt x="791790" y="91834"/>
                      <a:pt x="788092" y="202791"/>
                    </a:cubicBezTo>
                    <a:lnTo>
                      <a:pt x="786705" y="207877"/>
                    </a:lnTo>
                    <a:lnTo>
                      <a:pt x="790403" y="1067334"/>
                    </a:lnTo>
                    <a:lnTo>
                      <a:pt x="75653" y="1170432"/>
                    </a:lnTo>
                    <a:lnTo>
                      <a:pt x="72416" y="444124"/>
                    </a:lnTo>
                    <a:cubicBezTo>
                      <a:pt x="118649" y="483883"/>
                      <a:pt x="182449" y="506999"/>
                      <a:pt x="249024" y="506999"/>
                    </a:cubicBezTo>
                    <a:cubicBezTo>
                      <a:pt x="384484" y="506999"/>
                      <a:pt x="499140" y="410374"/>
                      <a:pt x="499140" y="297105"/>
                    </a:cubicBezTo>
                    <a:cubicBezTo>
                      <a:pt x="499140" y="184761"/>
                      <a:pt x="384484" y="98306"/>
                      <a:pt x="249024" y="98306"/>
                    </a:cubicBezTo>
                    <a:cubicBezTo>
                      <a:pt x="117262" y="98306"/>
                      <a:pt x="5380" y="191696"/>
                      <a:pt x="1681" y="303115"/>
                    </a:cubicBezTo>
                    <a:lnTo>
                      <a:pt x="7691" y="1402056"/>
                    </a:lnTo>
                    <a:lnTo>
                      <a:pt x="7691" y="1402056"/>
                    </a:lnTo>
                    <a:lnTo>
                      <a:pt x="7691" y="1421473"/>
                    </a:lnTo>
                    <a:lnTo>
                      <a:pt x="12777" y="1426097"/>
                    </a:lnTo>
                    <a:lnTo>
                      <a:pt x="857902" y="1311903"/>
                    </a:lnTo>
                    <a:lnTo>
                      <a:pt x="862063" y="1307280"/>
                    </a:lnTo>
                    <a:lnTo>
                      <a:pt x="860676" y="1176905"/>
                    </a:lnTo>
                    <a:lnTo>
                      <a:pt x="856978" y="347960"/>
                    </a:lnTo>
                    <a:cubicBezTo>
                      <a:pt x="903210" y="387720"/>
                      <a:pt x="966548" y="410836"/>
                      <a:pt x="1033585" y="410836"/>
                    </a:cubicBezTo>
                    <a:cubicBezTo>
                      <a:pt x="1169045" y="410836"/>
                      <a:pt x="1283701" y="314673"/>
                      <a:pt x="1283701" y="201867"/>
                    </a:cubicBezTo>
                    <a:cubicBezTo>
                      <a:pt x="1283239" y="88598"/>
                      <a:pt x="1168583" y="1681"/>
                      <a:pt x="1033123" y="1681"/>
                    </a:cubicBezTo>
                    <a:close/>
                    <a:moveTo>
                      <a:pt x="76115" y="1280927"/>
                    </a:moveTo>
                    <a:lnTo>
                      <a:pt x="76115" y="1231459"/>
                    </a:lnTo>
                    <a:lnTo>
                      <a:pt x="790866" y="1128361"/>
                    </a:lnTo>
                    <a:lnTo>
                      <a:pt x="790866" y="1178754"/>
                    </a:lnTo>
                    <a:lnTo>
                      <a:pt x="76115" y="1280927"/>
                    </a:ln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59" name="Freeform: Shape 58">
                <a:extLst>
                  <a:ext uri="{FF2B5EF4-FFF2-40B4-BE49-F238E27FC236}">
                    <a16:creationId xmlns:a16="http://schemas.microsoft.com/office/drawing/2014/main" id="{3C8C758A-F8D1-8975-44C3-9CDB8AA733EE}"/>
                  </a:ext>
                </a:extLst>
              </p:cNvPr>
              <p:cNvSpPr/>
              <p:nvPr/>
            </p:nvSpPr>
            <p:spPr>
              <a:xfrm rot="1246659">
                <a:off x="4672027" y="2415605"/>
                <a:ext cx="67785" cy="178838"/>
              </a:xfrm>
              <a:custGeom>
                <a:avLst/>
                <a:gdLst>
                  <a:gd name="connsiteX0" fmla="*/ 444341 w 447675"/>
                  <a:gd name="connsiteY0" fmla="*/ 999649 h 1181100"/>
                  <a:gd name="connsiteX1" fmla="*/ 444341 w 447675"/>
                  <a:gd name="connsiteY1" fmla="*/ 999649 h 1181100"/>
                  <a:gd name="connsiteX2" fmla="*/ 444341 w 447675"/>
                  <a:gd name="connsiteY2" fmla="*/ 999649 h 1181100"/>
                  <a:gd name="connsiteX3" fmla="*/ 440531 w 447675"/>
                  <a:gd name="connsiteY3" fmla="*/ 7144 h 1181100"/>
                  <a:gd name="connsiteX4" fmla="*/ 387191 w 447675"/>
                  <a:gd name="connsiteY4" fmla="*/ 7144 h 1181100"/>
                  <a:gd name="connsiteX5" fmla="*/ 391001 w 447675"/>
                  <a:gd name="connsiteY5" fmla="*/ 881539 h 1181100"/>
                  <a:gd name="connsiteX6" fmla="*/ 230029 w 447675"/>
                  <a:gd name="connsiteY6" fmla="*/ 820579 h 1181100"/>
                  <a:gd name="connsiteX7" fmla="*/ 7144 w 447675"/>
                  <a:gd name="connsiteY7" fmla="*/ 1008221 h 1181100"/>
                  <a:gd name="connsiteX8" fmla="*/ 230029 w 447675"/>
                  <a:gd name="connsiteY8" fmla="*/ 1174909 h 1181100"/>
                  <a:gd name="connsiteX9" fmla="*/ 443389 w 447675"/>
                  <a:gd name="connsiteY9" fmla="*/ 997744 h 1181100"/>
                  <a:gd name="connsiteX10" fmla="*/ 443389 w 447675"/>
                  <a:gd name="connsiteY10" fmla="*/ 997744 h 1181100"/>
                  <a:gd name="connsiteX11" fmla="*/ 443389 w 447675"/>
                  <a:gd name="connsiteY11" fmla="*/ 999649 h 1181100"/>
                  <a:gd name="connsiteX12" fmla="*/ 230981 w 447675"/>
                  <a:gd name="connsiteY12" fmla="*/ 1119664 h 1181100"/>
                  <a:gd name="connsiteX13" fmla="*/ 65246 w 447675"/>
                  <a:gd name="connsiteY13" fmla="*/ 1008221 h 1181100"/>
                  <a:gd name="connsiteX14" fmla="*/ 230981 w 447675"/>
                  <a:gd name="connsiteY14" fmla="*/ 877729 h 1181100"/>
                  <a:gd name="connsiteX15" fmla="*/ 387191 w 447675"/>
                  <a:gd name="connsiteY15" fmla="*/ 998696 h 1181100"/>
                  <a:gd name="connsiteX16" fmla="*/ 230981 w 447675"/>
                  <a:gd name="connsiteY16" fmla="*/ 1119664 h 1181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7675" h="1181100">
                    <a:moveTo>
                      <a:pt x="444341" y="999649"/>
                    </a:moveTo>
                    <a:cubicBezTo>
                      <a:pt x="444341" y="998696"/>
                      <a:pt x="444341" y="998696"/>
                      <a:pt x="444341" y="999649"/>
                    </a:cubicBezTo>
                    <a:cubicBezTo>
                      <a:pt x="444341" y="998696"/>
                      <a:pt x="444341" y="998696"/>
                      <a:pt x="444341" y="999649"/>
                    </a:cubicBezTo>
                    <a:lnTo>
                      <a:pt x="440531" y="7144"/>
                    </a:lnTo>
                    <a:lnTo>
                      <a:pt x="387191" y="7144"/>
                    </a:lnTo>
                    <a:lnTo>
                      <a:pt x="391001" y="881539"/>
                    </a:lnTo>
                    <a:cubicBezTo>
                      <a:pt x="351949" y="844391"/>
                      <a:pt x="294799" y="820579"/>
                      <a:pt x="230029" y="820579"/>
                    </a:cubicBezTo>
                    <a:cubicBezTo>
                      <a:pt x="111918" y="820579"/>
                      <a:pt x="7144" y="910114"/>
                      <a:pt x="7144" y="1008221"/>
                    </a:cubicBezTo>
                    <a:cubicBezTo>
                      <a:pt x="7144" y="1106329"/>
                      <a:pt x="111918" y="1174909"/>
                      <a:pt x="230029" y="1174909"/>
                    </a:cubicBezTo>
                    <a:cubicBezTo>
                      <a:pt x="347186" y="1174909"/>
                      <a:pt x="441484" y="1102519"/>
                      <a:pt x="443389" y="997744"/>
                    </a:cubicBezTo>
                    <a:lnTo>
                      <a:pt x="443389" y="997744"/>
                    </a:lnTo>
                    <a:lnTo>
                      <a:pt x="443389" y="999649"/>
                    </a:lnTo>
                    <a:close/>
                    <a:moveTo>
                      <a:pt x="230981" y="1119664"/>
                    </a:moveTo>
                    <a:cubicBezTo>
                      <a:pt x="145256" y="1119664"/>
                      <a:pt x="65246" y="1074896"/>
                      <a:pt x="65246" y="1008221"/>
                    </a:cubicBezTo>
                    <a:cubicBezTo>
                      <a:pt x="65246" y="941546"/>
                      <a:pt x="145256" y="877729"/>
                      <a:pt x="230981" y="877729"/>
                    </a:cubicBezTo>
                    <a:cubicBezTo>
                      <a:pt x="316706" y="877729"/>
                      <a:pt x="387191" y="932021"/>
                      <a:pt x="387191" y="998696"/>
                    </a:cubicBezTo>
                    <a:cubicBezTo>
                      <a:pt x="387191" y="1065371"/>
                      <a:pt x="316706" y="1119664"/>
                      <a:pt x="230981" y="1119664"/>
                    </a:cubicBez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60" name="Freeform: Shape 59">
                <a:extLst>
                  <a:ext uri="{FF2B5EF4-FFF2-40B4-BE49-F238E27FC236}">
                    <a16:creationId xmlns:a16="http://schemas.microsoft.com/office/drawing/2014/main" id="{6459F05A-5476-751E-A8B6-A98488777EA1}"/>
                  </a:ext>
                </a:extLst>
              </p:cNvPr>
              <p:cNvSpPr/>
              <p:nvPr/>
            </p:nvSpPr>
            <p:spPr>
              <a:xfrm rot="1759466">
                <a:off x="3459829" y="2843377"/>
                <a:ext cx="132590" cy="210786"/>
              </a:xfrm>
              <a:custGeom>
                <a:avLst/>
                <a:gdLst>
                  <a:gd name="connsiteX0" fmla="*/ 694849 w 742950"/>
                  <a:gd name="connsiteY0" fmla="*/ 597694 h 1181100"/>
                  <a:gd name="connsiteX1" fmla="*/ 631031 w 742950"/>
                  <a:gd name="connsiteY1" fmla="*/ 297656 h 1181100"/>
                  <a:gd name="connsiteX2" fmla="*/ 442436 w 742950"/>
                  <a:gd name="connsiteY2" fmla="*/ 9049 h 1181100"/>
                  <a:gd name="connsiteX3" fmla="*/ 442436 w 742950"/>
                  <a:gd name="connsiteY3" fmla="*/ 7144 h 1181100"/>
                  <a:gd name="connsiteX4" fmla="*/ 387191 w 742950"/>
                  <a:gd name="connsiteY4" fmla="*/ 7144 h 1181100"/>
                  <a:gd name="connsiteX5" fmla="*/ 391001 w 742950"/>
                  <a:gd name="connsiteY5" fmla="*/ 881539 h 1181100"/>
                  <a:gd name="connsiteX6" fmla="*/ 230029 w 742950"/>
                  <a:gd name="connsiteY6" fmla="*/ 820579 h 1181100"/>
                  <a:gd name="connsiteX7" fmla="*/ 7144 w 742950"/>
                  <a:gd name="connsiteY7" fmla="*/ 1008221 h 1181100"/>
                  <a:gd name="connsiteX8" fmla="*/ 230029 w 742950"/>
                  <a:gd name="connsiteY8" fmla="*/ 1174909 h 1181100"/>
                  <a:gd name="connsiteX9" fmla="*/ 443389 w 742950"/>
                  <a:gd name="connsiteY9" fmla="*/ 997744 h 1181100"/>
                  <a:gd name="connsiteX10" fmla="*/ 442436 w 742950"/>
                  <a:gd name="connsiteY10" fmla="*/ 997744 h 1181100"/>
                  <a:gd name="connsiteX11" fmla="*/ 442436 w 742950"/>
                  <a:gd name="connsiteY11" fmla="*/ 999649 h 1181100"/>
                  <a:gd name="connsiteX12" fmla="*/ 442436 w 742950"/>
                  <a:gd name="connsiteY12" fmla="*/ 999649 h 1181100"/>
                  <a:gd name="connsiteX13" fmla="*/ 442436 w 742950"/>
                  <a:gd name="connsiteY13" fmla="*/ 999649 h 1181100"/>
                  <a:gd name="connsiteX14" fmla="*/ 442436 w 742950"/>
                  <a:gd name="connsiteY14" fmla="*/ 673894 h 1181100"/>
                  <a:gd name="connsiteX15" fmla="*/ 604361 w 742950"/>
                  <a:gd name="connsiteY15" fmla="*/ 821531 h 1181100"/>
                  <a:gd name="connsiteX16" fmla="*/ 644367 w 742950"/>
                  <a:gd name="connsiteY16" fmla="*/ 1095851 h 1181100"/>
                  <a:gd name="connsiteX17" fmla="*/ 694849 w 742950"/>
                  <a:gd name="connsiteY17" fmla="*/ 832961 h 1181100"/>
                  <a:gd name="connsiteX18" fmla="*/ 694849 w 742950"/>
                  <a:gd name="connsiteY18" fmla="*/ 597694 h 1181100"/>
                  <a:gd name="connsiteX19" fmla="*/ 604361 w 742950"/>
                  <a:gd name="connsiteY19" fmla="*/ 350996 h 1181100"/>
                  <a:gd name="connsiteX20" fmla="*/ 680561 w 742950"/>
                  <a:gd name="connsiteY20" fmla="*/ 583406 h 1181100"/>
                  <a:gd name="connsiteX21" fmla="*/ 630079 w 742950"/>
                  <a:gd name="connsiteY21" fmla="*/ 532924 h 1181100"/>
                  <a:gd name="connsiteX22" fmla="*/ 441484 w 742950"/>
                  <a:gd name="connsiteY22" fmla="*/ 269081 h 1181100"/>
                  <a:gd name="connsiteX23" fmla="*/ 441484 w 742950"/>
                  <a:gd name="connsiteY23" fmla="*/ 201454 h 1181100"/>
                  <a:gd name="connsiteX24" fmla="*/ 604361 w 742950"/>
                  <a:gd name="connsiteY24" fmla="*/ 350996 h 1181100"/>
                  <a:gd name="connsiteX25" fmla="*/ 681514 w 742950"/>
                  <a:gd name="connsiteY25" fmla="*/ 817721 h 1181100"/>
                  <a:gd name="connsiteX26" fmla="*/ 631031 w 742950"/>
                  <a:gd name="connsiteY26" fmla="*/ 767239 h 1181100"/>
                  <a:gd name="connsiteX27" fmla="*/ 443389 w 742950"/>
                  <a:gd name="connsiteY27" fmla="*/ 507206 h 1181100"/>
                  <a:gd name="connsiteX28" fmla="*/ 443389 w 742950"/>
                  <a:gd name="connsiteY28" fmla="*/ 435769 h 1181100"/>
                  <a:gd name="connsiteX29" fmla="*/ 606267 w 742950"/>
                  <a:gd name="connsiteY29" fmla="*/ 585311 h 1181100"/>
                  <a:gd name="connsiteX30" fmla="*/ 681514 w 742950"/>
                  <a:gd name="connsiteY30" fmla="*/ 817721 h 1181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42950" h="1181100">
                    <a:moveTo>
                      <a:pt x="694849" y="597694"/>
                    </a:moveTo>
                    <a:cubicBezTo>
                      <a:pt x="768192" y="530066"/>
                      <a:pt x="771049" y="391001"/>
                      <a:pt x="631031" y="297656"/>
                    </a:cubicBezTo>
                    <a:cubicBezTo>
                      <a:pt x="463391" y="185261"/>
                      <a:pt x="442436" y="10001"/>
                      <a:pt x="442436" y="9049"/>
                    </a:cubicBezTo>
                    <a:lnTo>
                      <a:pt x="442436" y="7144"/>
                    </a:lnTo>
                    <a:lnTo>
                      <a:pt x="387191" y="7144"/>
                    </a:lnTo>
                    <a:lnTo>
                      <a:pt x="391001" y="881539"/>
                    </a:lnTo>
                    <a:cubicBezTo>
                      <a:pt x="351949" y="844391"/>
                      <a:pt x="294799" y="820579"/>
                      <a:pt x="230029" y="820579"/>
                    </a:cubicBezTo>
                    <a:cubicBezTo>
                      <a:pt x="111919" y="820579"/>
                      <a:pt x="7144" y="910114"/>
                      <a:pt x="7144" y="1008221"/>
                    </a:cubicBezTo>
                    <a:cubicBezTo>
                      <a:pt x="7144" y="1106329"/>
                      <a:pt x="111919" y="1174909"/>
                      <a:pt x="230029" y="1174909"/>
                    </a:cubicBezTo>
                    <a:cubicBezTo>
                      <a:pt x="347186" y="1174909"/>
                      <a:pt x="441484" y="1102519"/>
                      <a:pt x="443389" y="997744"/>
                    </a:cubicBezTo>
                    <a:lnTo>
                      <a:pt x="442436" y="997744"/>
                    </a:lnTo>
                    <a:lnTo>
                      <a:pt x="442436" y="999649"/>
                    </a:lnTo>
                    <a:cubicBezTo>
                      <a:pt x="442436" y="999649"/>
                      <a:pt x="442436" y="999649"/>
                      <a:pt x="442436" y="999649"/>
                    </a:cubicBezTo>
                    <a:cubicBezTo>
                      <a:pt x="442436" y="999649"/>
                      <a:pt x="442436" y="999649"/>
                      <a:pt x="442436" y="999649"/>
                    </a:cubicBezTo>
                    <a:lnTo>
                      <a:pt x="442436" y="673894"/>
                    </a:lnTo>
                    <a:cubicBezTo>
                      <a:pt x="470059" y="716756"/>
                      <a:pt x="518636" y="757714"/>
                      <a:pt x="604361" y="821531"/>
                    </a:cubicBezTo>
                    <a:cubicBezTo>
                      <a:pt x="777717" y="951071"/>
                      <a:pt x="644367" y="1095851"/>
                      <a:pt x="644367" y="1095851"/>
                    </a:cubicBezTo>
                    <a:cubicBezTo>
                      <a:pt x="736759" y="1051084"/>
                      <a:pt x="781526" y="933926"/>
                      <a:pt x="694849" y="832961"/>
                    </a:cubicBezTo>
                    <a:cubicBezTo>
                      <a:pt x="754856" y="777716"/>
                      <a:pt x="767239" y="681514"/>
                      <a:pt x="694849" y="597694"/>
                    </a:cubicBezTo>
                    <a:close/>
                    <a:moveTo>
                      <a:pt x="604361" y="350996"/>
                    </a:moveTo>
                    <a:cubicBezTo>
                      <a:pt x="718661" y="435769"/>
                      <a:pt x="704374" y="532924"/>
                      <a:pt x="680561" y="583406"/>
                    </a:cubicBezTo>
                    <a:cubicBezTo>
                      <a:pt x="666274" y="569119"/>
                      <a:pt x="649129" y="546259"/>
                      <a:pt x="630079" y="532924"/>
                    </a:cubicBezTo>
                    <a:cubicBezTo>
                      <a:pt x="479584" y="431959"/>
                      <a:pt x="446246" y="297656"/>
                      <a:pt x="441484" y="269081"/>
                    </a:cubicBezTo>
                    <a:lnTo>
                      <a:pt x="441484" y="201454"/>
                    </a:lnTo>
                    <a:cubicBezTo>
                      <a:pt x="468154" y="243364"/>
                      <a:pt x="516731" y="285274"/>
                      <a:pt x="604361" y="350996"/>
                    </a:cubicBezTo>
                    <a:close/>
                    <a:moveTo>
                      <a:pt x="681514" y="817721"/>
                    </a:moveTo>
                    <a:cubicBezTo>
                      <a:pt x="667226" y="803434"/>
                      <a:pt x="650081" y="780574"/>
                      <a:pt x="631031" y="767239"/>
                    </a:cubicBezTo>
                    <a:cubicBezTo>
                      <a:pt x="487204" y="671036"/>
                      <a:pt x="450056" y="545306"/>
                      <a:pt x="443389" y="507206"/>
                    </a:cubicBezTo>
                    <a:lnTo>
                      <a:pt x="443389" y="435769"/>
                    </a:lnTo>
                    <a:cubicBezTo>
                      <a:pt x="471011" y="478631"/>
                      <a:pt x="519589" y="519589"/>
                      <a:pt x="606267" y="585311"/>
                    </a:cubicBezTo>
                    <a:cubicBezTo>
                      <a:pt x="718661" y="671036"/>
                      <a:pt x="704374" y="767239"/>
                      <a:pt x="681514" y="817721"/>
                    </a:cubicBez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sp>
            <p:nvSpPr>
              <p:cNvPr id="61" name="Freeform: Shape 60">
                <a:extLst>
                  <a:ext uri="{FF2B5EF4-FFF2-40B4-BE49-F238E27FC236}">
                    <a16:creationId xmlns:a16="http://schemas.microsoft.com/office/drawing/2014/main" id="{FF1719E2-EE2A-6EAD-77D9-3A55F442A7CC}"/>
                  </a:ext>
                </a:extLst>
              </p:cNvPr>
              <p:cNvSpPr/>
              <p:nvPr/>
            </p:nvSpPr>
            <p:spPr>
              <a:xfrm rot="1204998">
                <a:off x="3652284" y="2192380"/>
                <a:ext cx="131988" cy="139188"/>
              </a:xfrm>
              <a:custGeom>
                <a:avLst/>
                <a:gdLst>
                  <a:gd name="connsiteX0" fmla="*/ 1046321 w 1047750"/>
                  <a:gd name="connsiteY0" fmla="*/ 419576 h 1104900"/>
                  <a:gd name="connsiteX1" fmla="*/ 1046321 w 1047750"/>
                  <a:gd name="connsiteY1" fmla="*/ 311944 h 1104900"/>
                  <a:gd name="connsiteX2" fmla="*/ 759619 w 1047750"/>
                  <a:gd name="connsiteY2" fmla="*/ 311944 h 1104900"/>
                  <a:gd name="connsiteX3" fmla="*/ 759619 w 1047750"/>
                  <a:gd name="connsiteY3" fmla="*/ 7144 h 1104900"/>
                  <a:gd name="connsiteX4" fmla="*/ 651986 w 1047750"/>
                  <a:gd name="connsiteY4" fmla="*/ 7144 h 1104900"/>
                  <a:gd name="connsiteX5" fmla="*/ 651986 w 1047750"/>
                  <a:gd name="connsiteY5" fmla="*/ 311944 h 1104900"/>
                  <a:gd name="connsiteX6" fmla="*/ 383381 w 1047750"/>
                  <a:gd name="connsiteY6" fmla="*/ 311944 h 1104900"/>
                  <a:gd name="connsiteX7" fmla="*/ 383381 w 1047750"/>
                  <a:gd name="connsiteY7" fmla="*/ 78581 h 1104900"/>
                  <a:gd name="connsiteX8" fmla="*/ 275749 w 1047750"/>
                  <a:gd name="connsiteY8" fmla="*/ 78581 h 1104900"/>
                  <a:gd name="connsiteX9" fmla="*/ 275749 w 1047750"/>
                  <a:gd name="connsiteY9" fmla="*/ 310991 h 1104900"/>
                  <a:gd name="connsiteX10" fmla="*/ 7144 w 1047750"/>
                  <a:gd name="connsiteY10" fmla="*/ 310991 h 1104900"/>
                  <a:gd name="connsiteX11" fmla="*/ 7144 w 1047750"/>
                  <a:gd name="connsiteY11" fmla="*/ 418624 h 1104900"/>
                  <a:gd name="connsiteX12" fmla="*/ 275749 w 1047750"/>
                  <a:gd name="connsiteY12" fmla="*/ 418624 h 1104900"/>
                  <a:gd name="connsiteX13" fmla="*/ 275749 w 1047750"/>
                  <a:gd name="connsiteY13" fmla="*/ 705326 h 1104900"/>
                  <a:gd name="connsiteX14" fmla="*/ 7144 w 1047750"/>
                  <a:gd name="connsiteY14" fmla="*/ 705326 h 1104900"/>
                  <a:gd name="connsiteX15" fmla="*/ 7144 w 1047750"/>
                  <a:gd name="connsiteY15" fmla="*/ 812959 h 1104900"/>
                  <a:gd name="connsiteX16" fmla="*/ 275749 w 1047750"/>
                  <a:gd name="connsiteY16" fmla="*/ 812959 h 1104900"/>
                  <a:gd name="connsiteX17" fmla="*/ 275749 w 1047750"/>
                  <a:gd name="connsiteY17" fmla="*/ 1099661 h 1104900"/>
                  <a:gd name="connsiteX18" fmla="*/ 383381 w 1047750"/>
                  <a:gd name="connsiteY18" fmla="*/ 1099661 h 1104900"/>
                  <a:gd name="connsiteX19" fmla="*/ 383381 w 1047750"/>
                  <a:gd name="connsiteY19" fmla="*/ 812959 h 1104900"/>
                  <a:gd name="connsiteX20" fmla="*/ 651986 w 1047750"/>
                  <a:gd name="connsiteY20" fmla="*/ 812959 h 1104900"/>
                  <a:gd name="connsiteX21" fmla="*/ 651986 w 1047750"/>
                  <a:gd name="connsiteY21" fmla="*/ 1028224 h 1104900"/>
                  <a:gd name="connsiteX22" fmla="*/ 759619 w 1047750"/>
                  <a:gd name="connsiteY22" fmla="*/ 1028224 h 1104900"/>
                  <a:gd name="connsiteX23" fmla="*/ 759619 w 1047750"/>
                  <a:gd name="connsiteY23" fmla="*/ 812959 h 1104900"/>
                  <a:gd name="connsiteX24" fmla="*/ 1046321 w 1047750"/>
                  <a:gd name="connsiteY24" fmla="*/ 812959 h 1104900"/>
                  <a:gd name="connsiteX25" fmla="*/ 1046321 w 1047750"/>
                  <a:gd name="connsiteY25" fmla="*/ 705326 h 1104900"/>
                  <a:gd name="connsiteX26" fmla="*/ 759619 w 1047750"/>
                  <a:gd name="connsiteY26" fmla="*/ 705326 h 1104900"/>
                  <a:gd name="connsiteX27" fmla="*/ 759619 w 1047750"/>
                  <a:gd name="connsiteY27" fmla="*/ 419576 h 1104900"/>
                  <a:gd name="connsiteX28" fmla="*/ 1046321 w 1047750"/>
                  <a:gd name="connsiteY28" fmla="*/ 419576 h 1104900"/>
                  <a:gd name="connsiteX29" fmla="*/ 651986 w 1047750"/>
                  <a:gd name="connsiteY29" fmla="*/ 705326 h 1104900"/>
                  <a:gd name="connsiteX30" fmla="*/ 383381 w 1047750"/>
                  <a:gd name="connsiteY30" fmla="*/ 705326 h 1104900"/>
                  <a:gd name="connsiteX31" fmla="*/ 383381 w 1047750"/>
                  <a:gd name="connsiteY31" fmla="*/ 419576 h 1104900"/>
                  <a:gd name="connsiteX32" fmla="*/ 651986 w 1047750"/>
                  <a:gd name="connsiteY32" fmla="*/ 419576 h 1104900"/>
                  <a:gd name="connsiteX33" fmla="*/ 651986 w 1047750"/>
                  <a:gd name="connsiteY33" fmla="*/ 705326 h 110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47750" h="1104900">
                    <a:moveTo>
                      <a:pt x="1046321" y="419576"/>
                    </a:moveTo>
                    <a:lnTo>
                      <a:pt x="1046321" y="311944"/>
                    </a:lnTo>
                    <a:lnTo>
                      <a:pt x="759619" y="311944"/>
                    </a:lnTo>
                    <a:lnTo>
                      <a:pt x="759619" y="7144"/>
                    </a:lnTo>
                    <a:lnTo>
                      <a:pt x="651986" y="7144"/>
                    </a:lnTo>
                    <a:lnTo>
                      <a:pt x="651986" y="311944"/>
                    </a:lnTo>
                    <a:lnTo>
                      <a:pt x="383381" y="311944"/>
                    </a:lnTo>
                    <a:lnTo>
                      <a:pt x="383381" y="78581"/>
                    </a:lnTo>
                    <a:lnTo>
                      <a:pt x="275749" y="78581"/>
                    </a:lnTo>
                    <a:lnTo>
                      <a:pt x="275749" y="310991"/>
                    </a:lnTo>
                    <a:lnTo>
                      <a:pt x="7144" y="310991"/>
                    </a:lnTo>
                    <a:lnTo>
                      <a:pt x="7144" y="418624"/>
                    </a:lnTo>
                    <a:lnTo>
                      <a:pt x="275749" y="418624"/>
                    </a:lnTo>
                    <a:lnTo>
                      <a:pt x="275749" y="705326"/>
                    </a:lnTo>
                    <a:lnTo>
                      <a:pt x="7144" y="705326"/>
                    </a:lnTo>
                    <a:lnTo>
                      <a:pt x="7144" y="812959"/>
                    </a:lnTo>
                    <a:lnTo>
                      <a:pt x="275749" y="812959"/>
                    </a:lnTo>
                    <a:lnTo>
                      <a:pt x="275749" y="1099661"/>
                    </a:lnTo>
                    <a:lnTo>
                      <a:pt x="383381" y="1099661"/>
                    </a:lnTo>
                    <a:lnTo>
                      <a:pt x="383381" y="812959"/>
                    </a:lnTo>
                    <a:lnTo>
                      <a:pt x="651986" y="812959"/>
                    </a:lnTo>
                    <a:lnTo>
                      <a:pt x="651986" y="1028224"/>
                    </a:lnTo>
                    <a:lnTo>
                      <a:pt x="759619" y="1028224"/>
                    </a:lnTo>
                    <a:lnTo>
                      <a:pt x="759619" y="812959"/>
                    </a:lnTo>
                    <a:lnTo>
                      <a:pt x="1046321" y="812959"/>
                    </a:lnTo>
                    <a:lnTo>
                      <a:pt x="1046321" y="705326"/>
                    </a:lnTo>
                    <a:lnTo>
                      <a:pt x="759619" y="705326"/>
                    </a:lnTo>
                    <a:lnTo>
                      <a:pt x="759619" y="419576"/>
                    </a:lnTo>
                    <a:lnTo>
                      <a:pt x="1046321" y="419576"/>
                    </a:lnTo>
                    <a:close/>
                    <a:moveTo>
                      <a:pt x="651986" y="705326"/>
                    </a:moveTo>
                    <a:lnTo>
                      <a:pt x="383381" y="705326"/>
                    </a:lnTo>
                    <a:lnTo>
                      <a:pt x="383381" y="419576"/>
                    </a:lnTo>
                    <a:lnTo>
                      <a:pt x="651986" y="419576"/>
                    </a:lnTo>
                    <a:lnTo>
                      <a:pt x="651986" y="705326"/>
                    </a:lnTo>
                    <a:close/>
                  </a:path>
                </a:pathLst>
              </a:custGeom>
              <a:ln/>
            </p:spPr>
            <p:style>
              <a:lnRef idx="1">
                <a:schemeClr val="dk1"/>
              </a:lnRef>
              <a:fillRef idx="3">
                <a:schemeClr val="dk1"/>
              </a:fillRef>
              <a:effectRef idx="2">
                <a:schemeClr val="dk1"/>
              </a:effectRef>
              <a:fontRef idx="minor">
                <a:schemeClr val="lt1"/>
              </a:fontRef>
            </p:style>
            <p:txBody>
              <a:bodyPr anchor="ctr"/>
              <a:lstStyle/>
              <a:p>
                <a:pPr eaLnBrk="1" hangingPunct="1">
                  <a:defRPr/>
                </a:pPr>
                <a:endParaRPr lang="en-US"/>
              </a:p>
            </p:txBody>
          </p:sp>
          <p:pic>
            <p:nvPicPr>
              <p:cNvPr id="62" name="Graphic 40">
                <a:extLst>
                  <a:ext uri="{FF2B5EF4-FFF2-40B4-BE49-F238E27FC236}">
                    <a16:creationId xmlns:a16="http://schemas.microsoft.com/office/drawing/2014/main" id="{58CDD1F5-016B-E300-5B93-C1F6C3D65BD1}"/>
                  </a:ext>
                </a:extLst>
              </p:cNvPr>
              <p:cNvPicPr>
                <a:picLocks noChangeAspect="1"/>
              </p:cNvPicPr>
              <p:nvPr/>
            </p:nvPicPr>
            <p:blipFill>
              <a:blip r:embed="rId4"/>
              <a:stretch>
                <a:fillRect/>
              </a:stretch>
            </p:blipFill>
            <p:spPr>
              <a:xfrm rot="20485531">
                <a:off x="4414166" y="2100521"/>
                <a:ext cx="134344" cy="378052"/>
              </a:xfrm>
              <a:prstGeom prst="rect">
                <a:avLst/>
              </a:prstGeom>
            </p:spPr>
            <p:style>
              <a:lnRef idx="1">
                <a:schemeClr val="dk1"/>
              </a:lnRef>
              <a:fillRef idx="3">
                <a:schemeClr val="dk1"/>
              </a:fillRef>
              <a:effectRef idx="2">
                <a:schemeClr val="dk1"/>
              </a:effectRef>
              <a:fontRef idx="minor">
                <a:schemeClr val="lt1"/>
              </a:fontRef>
            </p:style>
          </p:pic>
        </p:grpSp>
      </p:grpSp>
    </p:spTree>
    <p:extLst>
      <p:ext uri="{BB962C8B-B14F-4D97-AF65-F5344CB8AC3E}">
        <p14:creationId xmlns:p14="http://schemas.microsoft.com/office/powerpoint/2010/main" val="35983998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Nova">
      <a:dk1>
        <a:srgbClr val="172144"/>
      </a:dk1>
      <a:lt1>
        <a:srgbClr val="FFFFFF"/>
      </a:lt1>
      <a:dk2>
        <a:srgbClr val="4956E4"/>
      </a:dk2>
      <a:lt2>
        <a:srgbClr val="4D3FBD"/>
      </a:lt2>
      <a:accent1>
        <a:srgbClr val="807AF2"/>
      </a:accent1>
      <a:accent2>
        <a:srgbClr val="799CEA"/>
      </a:accent2>
      <a:accent3>
        <a:srgbClr val="FF4041"/>
      </a:accent3>
      <a:accent4>
        <a:srgbClr val="FF0A0B"/>
      </a:accent4>
      <a:accent5>
        <a:srgbClr val="8694FD"/>
      </a:accent5>
      <a:accent6>
        <a:srgbClr val="4D61FC"/>
      </a:accent6>
      <a:hlink>
        <a:srgbClr val="2F8299"/>
      </a:hlink>
      <a:folHlink>
        <a:srgbClr val="8C8C8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769</TotalTime>
  <Words>1471</Words>
  <Application>Microsoft Office PowerPoint</Application>
  <PresentationFormat>Widescreen</PresentationFormat>
  <Paragraphs>287</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S Besmellah 1</vt:lpstr>
      <vt:lpstr>B Titr</vt:lpstr>
      <vt:lpstr>Calibri</vt:lpstr>
      <vt:lpstr>Estedad Black</vt:lpstr>
      <vt:lpstr>Shabnam</vt:lpstr>
      <vt:lpstr>Calibri Light</vt:lpstr>
      <vt:lpstr>Vazir Light FD</vt:lpstr>
      <vt:lpstr>Arial</vt:lpstr>
      <vt:lpstr>Office Theme</vt:lpstr>
      <vt:lpstr>s</vt:lpstr>
      <vt:lpstr>فهرست مطالب</vt:lpstr>
      <vt:lpstr>مقدمه</vt:lpstr>
      <vt:lpstr>PowerPoint Presentation</vt:lpstr>
      <vt:lpstr>کاربردها و چالش‌ها</vt:lpstr>
      <vt:lpstr>پیشینه</vt:lpstr>
      <vt:lpstr>دسته‌بندی روش‌ها</vt:lpstr>
      <vt:lpstr>خلاصه‌ای از مرور روش‌ها</vt:lpstr>
      <vt:lpstr>خلاصه‌ای از مرور روش‌ها</vt:lpstr>
      <vt:lpstr>خلاصه‌ای از مرور روش‌ها</vt:lpstr>
      <vt:lpstr>خلاصه‌ای از مرور روش‌ها</vt:lpstr>
      <vt:lpstr>تحلیل روش‌ها</vt:lpstr>
      <vt:lpstr>اهداف پژوهش</vt:lpstr>
      <vt:lpstr>پرسش‌ها</vt:lpstr>
      <vt:lpstr>فرضیه‌ها</vt:lpstr>
      <vt:lpstr>مسیر رسیدن به هدف</vt:lpstr>
      <vt:lpstr>روش پژوهش</vt:lpstr>
      <vt:lpstr>نقشه‌ی اجرایی</vt:lpstr>
      <vt:lpstr>زمان‌بندی تخمینی</vt:lpstr>
      <vt:lpstr>جمع‌بندی گزارش</vt:lpstr>
      <vt:lpstr>مراجع</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dc:creator>
  <cp:lastModifiedBy>Amin Kiani</cp:lastModifiedBy>
  <cp:revision>60</cp:revision>
  <dcterms:created xsi:type="dcterms:W3CDTF">2023-11-11T09:29:25Z</dcterms:created>
  <dcterms:modified xsi:type="dcterms:W3CDTF">2026-06-06T00:13:24Z</dcterms:modified>
</cp:coreProperties>
</file>